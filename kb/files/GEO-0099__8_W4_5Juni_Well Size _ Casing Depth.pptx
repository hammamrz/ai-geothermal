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3" r:id="rId3"/>
    <p:sldId id="257" r:id="rId4"/>
    <p:sldId id="264" r:id="rId5"/>
    <p:sldId id="258" r:id="rId6"/>
    <p:sldId id="259" r:id="rId7"/>
    <p:sldId id="260" r:id="rId8"/>
    <p:sldId id="268" r:id="rId9"/>
    <p:sldId id="269" r:id="rId10"/>
    <p:sldId id="261" r:id="rId11"/>
    <p:sldId id="265" r:id="rId12"/>
    <p:sldId id="266" r:id="rId13"/>
    <p:sldId id="262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B8C609-C972-4FCD-9B3A-762B9344DE12}" v="3" dt="2026-06-05T06:28:23.1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571" y="6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dra Lukman" userId="8b7aaf62-274c-476e-b4d8-3de84e3d0017" providerId="ADAL" clId="{DAD19633-6220-3F73-BB85-8FD3067DF09E}"/>
    <pc:docChg chg="custSel addSld modSld">
      <pc:chgData name="Indra Lukman" userId="8b7aaf62-274c-476e-b4d8-3de84e3d0017" providerId="ADAL" clId="{DAD19633-6220-3F73-BB85-8FD3067DF09E}" dt="2026-06-04T09:54:32.949" v="2262" actId="20577"/>
      <pc:docMkLst>
        <pc:docMk/>
      </pc:docMkLst>
      <pc:sldChg chg="modSp">
        <pc:chgData name="Indra Lukman" userId="8b7aaf62-274c-476e-b4d8-3de84e3d0017" providerId="ADAL" clId="{DAD19633-6220-3F73-BB85-8FD3067DF09E}" dt="2026-06-04T08:02:18.753" v="1490" actId="27636"/>
        <pc:sldMkLst>
          <pc:docMk/>
          <pc:sldMk cId="4168053721" sldId="257"/>
        </pc:sldMkLst>
        <pc:spChg chg="mod">
          <ac:chgData name="Indra Lukman" userId="8b7aaf62-274c-476e-b4d8-3de84e3d0017" providerId="ADAL" clId="{DAD19633-6220-3F73-BB85-8FD3067DF09E}" dt="2026-06-04T08:02:18.753" v="1490" actId="27636"/>
          <ac:spMkLst>
            <pc:docMk/>
            <pc:sldMk cId="4168053721" sldId="257"/>
            <ac:spMk id="8" creationId="{5650C45A-E6BB-865D-9653-A2CA2E2F3BB1}"/>
          </ac:spMkLst>
        </pc:spChg>
      </pc:sldChg>
      <pc:sldChg chg="modSp">
        <pc:chgData name="Indra Lukman" userId="8b7aaf62-274c-476e-b4d8-3de84e3d0017" providerId="ADAL" clId="{DAD19633-6220-3F73-BB85-8FD3067DF09E}" dt="2026-06-04T04:48:59.167" v="644" actId="255"/>
        <pc:sldMkLst>
          <pc:docMk/>
          <pc:sldMk cId="1973575705" sldId="258"/>
        </pc:sldMkLst>
        <pc:spChg chg="mod">
          <ac:chgData name="Indra Lukman" userId="8b7aaf62-274c-476e-b4d8-3de84e3d0017" providerId="ADAL" clId="{DAD19633-6220-3F73-BB85-8FD3067DF09E}" dt="2026-06-04T04:48:59.167" v="644" actId="255"/>
          <ac:spMkLst>
            <pc:docMk/>
            <pc:sldMk cId="1973575705" sldId="258"/>
            <ac:spMk id="8" creationId="{60C6B288-1CFE-5059-2026-37C2FDD3A162}"/>
          </ac:spMkLst>
        </pc:spChg>
      </pc:sldChg>
      <pc:sldChg chg="modSp">
        <pc:chgData name="Indra Lukman" userId="8b7aaf62-274c-476e-b4d8-3de84e3d0017" providerId="ADAL" clId="{DAD19633-6220-3F73-BB85-8FD3067DF09E}" dt="2026-06-04T05:38:58.026" v="752" actId="255"/>
        <pc:sldMkLst>
          <pc:docMk/>
          <pc:sldMk cId="1739598969" sldId="259"/>
        </pc:sldMkLst>
        <pc:spChg chg="mod">
          <ac:chgData name="Indra Lukman" userId="8b7aaf62-274c-476e-b4d8-3de84e3d0017" providerId="ADAL" clId="{DAD19633-6220-3F73-BB85-8FD3067DF09E}" dt="2026-06-04T05:38:58.026" v="752" actId="255"/>
          <ac:spMkLst>
            <pc:docMk/>
            <pc:sldMk cId="1739598969" sldId="259"/>
            <ac:spMk id="8" creationId="{2BDAD412-3291-5D65-C7A3-C7CD6370E68A}"/>
          </ac:spMkLst>
        </pc:spChg>
      </pc:sldChg>
      <pc:sldChg chg="modSp">
        <pc:chgData name="Indra Lukman" userId="8b7aaf62-274c-476e-b4d8-3de84e3d0017" providerId="ADAL" clId="{DAD19633-6220-3F73-BB85-8FD3067DF09E}" dt="2026-06-04T02:52:16.201" v="326" actId="255"/>
        <pc:sldMkLst>
          <pc:docMk/>
          <pc:sldMk cId="545875277" sldId="260"/>
        </pc:sldMkLst>
        <pc:spChg chg="mod">
          <ac:chgData name="Indra Lukman" userId="8b7aaf62-274c-476e-b4d8-3de84e3d0017" providerId="ADAL" clId="{DAD19633-6220-3F73-BB85-8FD3067DF09E}" dt="2026-06-04T02:52:16.201" v="326" actId="255"/>
          <ac:spMkLst>
            <pc:docMk/>
            <pc:sldMk cId="545875277" sldId="260"/>
            <ac:spMk id="32" creationId="{CED773FF-6262-D08E-388D-6CA56C6C9E38}"/>
          </ac:spMkLst>
        </pc:spChg>
      </pc:sldChg>
      <pc:sldChg chg="addSp modSp new mod setBg">
        <pc:chgData name="Indra Lukman" userId="8b7aaf62-274c-476e-b4d8-3de84e3d0017" providerId="ADAL" clId="{DAD19633-6220-3F73-BB85-8FD3067DF09E}" dt="2026-06-04T06:23:10.598" v="921" actId="20577"/>
        <pc:sldMkLst>
          <pc:docMk/>
          <pc:sldMk cId="1481005895" sldId="261"/>
        </pc:sldMkLst>
        <pc:spChg chg="mod">
          <ac:chgData name="Indra Lukman" userId="8b7aaf62-274c-476e-b4d8-3de84e3d0017" providerId="ADAL" clId="{DAD19633-6220-3F73-BB85-8FD3067DF09E}" dt="2026-06-04T06:21:22.920" v="903" actId="255"/>
          <ac:spMkLst>
            <pc:docMk/>
            <pc:sldMk cId="1481005895" sldId="261"/>
            <ac:spMk id="2" creationId="{BE64FED7-7FBD-D132-4065-4E421D9D5FE8}"/>
          </ac:spMkLst>
        </pc:spChg>
        <pc:spChg chg="mod">
          <ac:chgData name="Indra Lukman" userId="8b7aaf62-274c-476e-b4d8-3de84e3d0017" providerId="ADAL" clId="{DAD19633-6220-3F73-BB85-8FD3067DF09E}" dt="2026-06-04T06:23:10.598" v="921" actId="20577"/>
          <ac:spMkLst>
            <pc:docMk/>
            <pc:sldMk cId="1481005895" sldId="261"/>
            <ac:spMk id="3" creationId="{27AEBA08-6087-9B26-2BED-AA10E77E180A}"/>
          </ac:spMkLst>
        </pc:spChg>
        <pc:spChg chg="add">
          <ac:chgData name="Indra Lukman" userId="8b7aaf62-274c-476e-b4d8-3de84e3d0017" providerId="ADAL" clId="{DAD19633-6220-3F73-BB85-8FD3067DF09E}" dt="2026-06-04T06:21:05.855" v="902" actId="26606"/>
          <ac:spMkLst>
            <pc:docMk/>
            <pc:sldMk cId="1481005895" sldId="261"/>
            <ac:spMk id="9" creationId="{F4979F40-3A44-4CCB-9EB7-F8318BCE576B}"/>
          </ac:spMkLst>
        </pc:spChg>
        <pc:spChg chg="add">
          <ac:chgData name="Indra Lukman" userId="8b7aaf62-274c-476e-b4d8-3de84e3d0017" providerId="ADAL" clId="{DAD19633-6220-3F73-BB85-8FD3067DF09E}" dt="2026-06-04T06:21:05.855" v="902" actId="26606"/>
          <ac:spMkLst>
            <pc:docMk/>
            <pc:sldMk cId="1481005895" sldId="261"/>
            <ac:spMk id="13" creationId="{AFD071FA-0514-4371-9568-86216A1F4658}"/>
          </ac:spMkLst>
        </pc:spChg>
        <pc:spChg chg="add">
          <ac:chgData name="Indra Lukman" userId="8b7aaf62-274c-476e-b4d8-3de84e3d0017" providerId="ADAL" clId="{DAD19633-6220-3F73-BB85-8FD3067DF09E}" dt="2026-06-04T06:21:05.855" v="902" actId="26606"/>
          <ac:spMkLst>
            <pc:docMk/>
            <pc:sldMk cId="1481005895" sldId="261"/>
            <ac:spMk id="15" creationId="{5211DDA4-E7B5-4325-A844-B7F59B084BA7}"/>
          </ac:spMkLst>
        </pc:spChg>
        <pc:picChg chg="add mod">
          <ac:chgData name="Indra Lukman" userId="8b7aaf62-274c-476e-b4d8-3de84e3d0017" providerId="ADAL" clId="{DAD19633-6220-3F73-BB85-8FD3067DF09E}" dt="2026-06-04T06:21:05.855" v="902" actId="26606"/>
          <ac:picMkLst>
            <pc:docMk/>
            <pc:sldMk cId="1481005895" sldId="261"/>
            <ac:picMk id="4" creationId="{23C2EF17-A2DE-2CE1-8D24-5A374DDC6C5A}"/>
          </ac:picMkLst>
        </pc:picChg>
        <pc:picChg chg="add">
          <ac:chgData name="Indra Lukman" userId="8b7aaf62-274c-476e-b4d8-3de84e3d0017" providerId="ADAL" clId="{DAD19633-6220-3F73-BB85-8FD3067DF09E}" dt="2026-06-04T06:21:05.855" v="902" actId="26606"/>
          <ac:picMkLst>
            <pc:docMk/>
            <pc:sldMk cId="1481005895" sldId="261"/>
            <ac:picMk id="11" creationId="{15291D39-6B03-4BB5-BFC6-CBF11E90BFD6}"/>
          </ac:picMkLst>
        </pc:picChg>
        <pc:picChg chg="add">
          <ac:chgData name="Indra Lukman" userId="8b7aaf62-274c-476e-b4d8-3de84e3d0017" providerId="ADAL" clId="{DAD19633-6220-3F73-BB85-8FD3067DF09E}" dt="2026-06-04T06:21:05.855" v="902" actId="26606"/>
          <ac:picMkLst>
            <pc:docMk/>
            <pc:sldMk cId="1481005895" sldId="261"/>
            <ac:picMk id="17" creationId="{0D58E222-6309-4F79-AC20-9D3C69CD9B16}"/>
          </ac:picMkLst>
        </pc:picChg>
      </pc:sldChg>
      <pc:sldChg chg="addSp delSp modSp new mod modClrScheme chgLayout">
        <pc:chgData name="Indra Lukman" userId="8b7aaf62-274c-476e-b4d8-3de84e3d0017" providerId="ADAL" clId="{DAD19633-6220-3F73-BB85-8FD3067DF09E}" dt="2026-06-04T08:48:49.636" v="2107" actId="20577"/>
        <pc:sldMkLst>
          <pc:docMk/>
          <pc:sldMk cId="513706888" sldId="262"/>
        </pc:sldMkLst>
        <pc:spChg chg="mod ord">
          <ac:chgData name="Indra Lukman" userId="8b7aaf62-274c-476e-b4d8-3de84e3d0017" providerId="ADAL" clId="{DAD19633-6220-3F73-BB85-8FD3067DF09E}" dt="2026-06-04T08:48:49.636" v="2107" actId="20577"/>
          <ac:spMkLst>
            <pc:docMk/>
            <pc:sldMk cId="513706888" sldId="262"/>
            <ac:spMk id="2" creationId="{DCD1149E-76B8-CF84-E981-75B8E3E2F527}"/>
          </ac:spMkLst>
        </pc:spChg>
        <pc:spChg chg="del">
          <ac:chgData name="Indra Lukman" userId="8b7aaf62-274c-476e-b4d8-3de84e3d0017" providerId="ADAL" clId="{DAD19633-6220-3F73-BB85-8FD3067DF09E}" dt="2026-06-04T06:19:36.121" v="897" actId="931"/>
          <ac:spMkLst>
            <pc:docMk/>
            <pc:sldMk cId="513706888" sldId="262"/>
            <ac:spMk id="3" creationId="{F493F3A9-D57A-D704-C94B-23D76BB4CA74}"/>
          </ac:spMkLst>
        </pc:spChg>
        <pc:spChg chg="add mod ord">
          <ac:chgData name="Indra Lukman" userId="8b7aaf62-274c-476e-b4d8-3de84e3d0017" providerId="ADAL" clId="{DAD19633-6220-3F73-BB85-8FD3067DF09E}" dt="2026-06-04T08:48:40.422" v="2098" actId="700"/>
          <ac:spMkLst>
            <pc:docMk/>
            <pc:sldMk cId="513706888" sldId="262"/>
            <ac:spMk id="6" creationId="{5265DCB9-2045-B90E-5448-CCEB005F5704}"/>
          </ac:spMkLst>
        </pc:spChg>
        <pc:picChg chg="add del mod ord">
          <ac:chgData name="Indra Lukman" userId="8b7aaf62-274c-476e-b4d8-3de84e3d0017" providerId="ADAL" clId="{DAD19633-6220-3F73-BB85-8FD3067DF09E}" dt="2026-06-04T06:22:04.785" v="906" actId="478"/>
          <ac:picMkLst>
            <pc:docMk/>
            <pc:sldMk cId="513706888" sldId="262"/>
            <ac:picMk id="4" creationId="{1C4778C1-2292-2BDF-F522-70C152668296}"/>
          </ac:picMkLst>
        </pc:picChg>
      </pc:sldChg>
      <pc:sldChg chg="modSp new">
        <pc:chgData name="Indra Lukman" userId="8b7aaf62-274c-476e-b4d8-3de84e3d0017" providerId="ADAL" clId="{DAD19633-6220-3F73-BB85-8FD3067DF09E}" dt="2026-06-04T07:42:41.332" v="1375" actId="20577"/>
        <pc:sldMkLst>
          <pc:docMk/>
          <pc:sldMk cId="3695469496" sldId="263"/>
        </pc:sldMkLst>
        <pc:spChg chg="mod">
          <ac:chgData name="Indra Lukman" userId="8b7aaf62-274c-476e-b4d8-3de84e3d0017" providerId="ADAL" clId="{DAD19633-6220-3F73-BB85-8FD3067DF09E}" dt="2026-06-04T07:37:53.382" v="939" actId="20577"/>
          <ac:spMkLst>
            <pc:docMk/>
            <pc:sldMk cId="3695469496" sldId="263"/>
            <ac:spMk id="2" creationId="{4086E629-1878-1EA7-CEB7-9E4C9C69A10B}"/>
          </ac:spMkLst>
        </pc:spChg>
        <pc:spChg chg="mod">
          <ac:chgData name="Indra Lukman" userId="8b7aaf62-274c-476e-b4d8-3de84e3d0017" providerId="ADAL" clId="{DAD19633-6220-3F73-BB85-8FD3067DF09E}" dt="2026-06-04T07:42:41.332" v="1375" actId="20577"/>
          <ac:spMkLst>
            <pc:docMk/>
            <pc:sldMk cId="3695469496" sldId="263"/>
            <ac:spMk id="3" creationId="{B875E04F-8CCF-F3CE-338B-8D2B9D732EC0}"/>
          </ac:spMkLst>
        </pc:spChg>
      </pc:sldChg>
      <pc:sldChg chg="modSp new">
        <pc:chgData name="Indra Lukman" userId="8b7aaf62-274c-476e-b4d8-3de84e3d0017" providerId="ADAL" clId="{DAD19633-6220-3F73-BB85-8FD3067DF09E}" dt="2026-06-04T08:08:18.234" v="2097" actId="255"/>
        <pc:sldMkLst>
          <pc:docMk/>
          <pc:sldMk cId="2494560731" sldId="264"/>
        </pc:sldMkLst>
        <pc:spChg chg="mod">
          <ac:chgData name="Indra Lukman" userId="8b7aaf62-274c-476e-b4d8-3de84e3d0017" providerId="ADAL" clId="{DAD19633-6220-3F73-BB85-8FD3067DF09E}" dt="2026-06-04T08:02:45.254" v="1529" actId="20577"/>
          <ac:spMkLst>
            <pc:docMk/>
            <pc:sldMk cId="2494560731" sldId="264"/>
            <ac:spMk id="2" creationId="{F879614D-A8D6-9903-CF4E-FE93E3A8BF02}"/>
          </ac:spMkLst>
        </pc:spChg>
        <pc:spChg chg="mod">
          <ac:chgData name="Indra Lukman" userId="8b7aaf62-274c-476e-b4d8-3de84e3d0017" providerId="ADAL" clId="{DAD19633-6220-3F73-BB85-8FD3067DF09E}" dt="2026-06-04T08:08:18.234" v="2097" actId="255"/>
          <ac:spMkLst>
            <pc:docMk/>
            <pc:sldMk cId="2494560731" sldId="264"/>
            <ac:spMk id="3" creationId="{F8BF49D2-FFEC-6944-C9B0-D9239F2573FA}"/>
          </ac:spMkLst>
        </pc:spChg>
      </pc:sldChg>
      <pc:sldChg chg="addSp delSp modSp new mod setBg">
        <pc:chgData name="Indra Lukman" userId="8b7aaf62-274c-476e-b4d8-3de84e3d0017" providerId="ADAL" clId="{DAD19633-6220-3F73-BB85-8FD3067DF09E}" dt="2026-06-04T09:54:32.949" v="2262" actId="20577"/>
        <pc:sldMkLst>
          <pc:docMk/>
          <pc:sldMk cId="1378252523" sldId="265"/>
        </pc:sldMkLst>
        <pc:spChg chg="mod">
          <ac:chgData name="Indra Lukman" userId="8b7aaf62-274c-476e-b4d8-3de84e3d0017" providerId="ADAL" clId="{DAD19633-6220-3F73-BB85-8FD3067DF09E}" dt="2026-06-04T09:51:55.324" v="2140" actId="14100"/>
          <ac:spMkLst>
            <pc:docMk/>
            <pc:sldMk cId="1378252523" sldId="265"/>
            <ac:spMk id="2" creationId="{E71ADABD-9209-3C47-792E-C5AFC68618C7}"/>
          </ac:spMkLst>
        </pc:spChg>
        <pc:spChg chg="del">
          <ac:chgData name="Indra Lukman" userId="8b7aaf62-274c-476e-b4d8-3de84e3d0017" providerId="ADAL" clId="{DAD19633-6220-3F73-BB85-8FD3067DF09E}" dt="2026-06-04T09:51:38.250" v="2138" actId="931"/>
          <ac:spMkLst>
            <pc:docMk/>
            <pc:sldMk cId="1378252523" sldId="265"/>
            <ac:spMk id="3" creationId="{A935F5C6-E5E1-AF09-6544-DE5AFCD850FB}"/>
          </ac:spMkLst>
        </pc:spChg>
        <pc:spChg chg="add mod">
          <ac:chgData name="Indra Lukman" userId="8b7aaf62-274c-476e-b4d8-3de84e3d0017" providerId="ADAL" clId="{DAD19633-6220-3F73-BB85-8FD3067DF09E}" dt="2026-06-04T09:54:32.949" v="2262" actId="20577"/>
          <ac:spMkLst>
            <pc:docMk/>
            <pc:sldMk cId="1378252523" sldId="265"/>
            <ac:spMk id="8" creationId="{35084AC9-5E9B-DFEB-4229-55701409AB71}"/>
          </ac:spMkLst>
        </pc:spChg>
        <pc:spChg chg="add">
          <ac:chgData name="Indra Lukman" userId="8b7aaf62-274c-476e-b4d8-3de84e3d0017" providerId="ADAL" clId="{DAD19633-6220-3F73-BB85-8FD3067DF09E}" dt="2026-06-04T09:51:48.406" v="2139" actId="26606"/>
          <ac:spMkLst>
            <pc:docMk/>
            <pc:sldMk cId="1378252523" sldId="265"/>
            <ac:spMk id="11" creationId="{F4979F40-3A44-4CCB-9EB7-F8318BCE576B}"/>
          </ac:spMkLst>
        </pc:spChg>
        <pc:spChg chg="add">
          <ac:chgData name="Indra Lukman" userId="8b7aaf62-274c-476e-b4d8-3de84e3d0017" providerId="ADAL" clId="{DAD19633-6220-3F73-BB85-8FD3067DF09E}" dt="2026-06-04T09:51:48.406" v="2139" actId="26606"/>
          <ac:spMkLst>
            <pc:docMk/>
            <pc:sldMk cId="1378252523" sldId="265"/>
            <ac:spMk id="15" creationId="{AFD071FA-0514-4371-9568-86216A1F4658}"/>
          </ac:spMkLst>
        </pc:spChg>
        <pc:spChg chg="add">
          <ac:chgData name="Indra Lukman" userId="8b7aaf62-274c-476e-b4d8-3de84e3d0017" providerId="ADAL" clId="{DAD19633-6220-3F73-BB85-8FD3067DF09E}" dt="2026-06-04T09:51:48.406" v="2139" actId="26606"/>
          <ac:spMkLst>
            <pc:docMk/>
            <pc:sldMk cId="1378252523" sldId="265"/>
            <ac:spMk id="17" creationId="{5211DDA4-E7B5-4325-A844-B7F59B084BA7}"/>
          </ac:spMkLst>
        </pc:spChg>
        <pc:picChg chg="add mod ord">
          <ac:chgData name="Indra Lukman" userId="8b7aaf62-274c-476e-b4d8-3de84e3d0017" providerId="ADAL" clId="{DAD19633-6220-3F73-BB85-8FD3067DF09E}" dt="2026-06-04T09:51:48.406" v="2139" actId="26606"/>
          <ac:picMkLst>
            <pc:docMk/>
            <pc:sldMk cId="1378252523" sldId="265"/>
            <ac:picMk id="4" creationId="{4BB043ED-E085-D556-2600-88263C283ADD}"/>
          </ac:picMkLst>
        </pc:picChg>
        <pc:picChg chg="add">
          <ac:chgData name="Indra Lukman" userId="8b7aaf62-274c-476e-b4d8-3de84e3d0017" providerId="ADAL" clId="{DAD19633-6220-3F73-BB85-8FD3067DF09E}" dt="2026-06-04T09:51:48.406" v="2139" actId="26606"/>
          <ac:picMkLst>
            <pc:docMk/>
            <pc:sldMk cId="1378252523" sldId="265"/>
            <ac:picMk id="13" creationId="{15291D39-6B03-4BB5-BFC6-CBF11E90BFD6}"/>
          </ac:picMkLst>
        </pc:picChg>
        <pc:picChg chg="add">
          <ac:chgData name="Indra Lukman" userId="8b7aaf62-274c-476e-b4d8-3de84e3d0017" providerId="ADAL" clId="{DAD19633-6220-3F73-BB85-8FD3067DF09E}" dt="2026-06-04T09:51:48.406" v="2139" actId="26606"/>
          <ac:picMkLst>
            <pc:docMk/>
            <pc:sldMk cId="1378252523" sldId="265"/>
            <ac:picMk id="19" creationId="{0D58E222-6309-4F79-AC20-9D3C69CD9B16}"/>
          </ac:picMkLst>
        </pc:picChg>
      </pc:sldChg>
    </pc:docChg>
  </pc:docChgLst>
  <pc:docChgLst>
    <pc:chgData name="Indra Lukman" userId="8b7aaf62-274c-476e-b4d8-3de84e3d0017" providerId="ADAL" clId="{F55F712B-EB57-4D8C-86C2-4CC90CF1CC69}"/>
    <pc:docChg chg="custSel addSld modSld">
      <pc:chgData name="Indra Lukman" userId="8b7aaf62-274c-476e-b4d8-3de84e3d0017" providerId="ADAL" clId="{F55F712B-EB57-4D8C-86C2-4CC90CF1CC69}" dt="2026-06-05T06:28:45.701" v="1006" actId="1076"/>
      <pc:docMkLst>
        <pc:docMk/>
      </pc:docMkLst>
      <pc:sldChg chg="addSp delSp modSp new mod">
        <pc:chgData name="Indra Lukman" userId="8b7aaf62-274c-476e-b4d8-3de84e3d0017" providerId="ADAL" clId="{F55F712B-EB57-4D8C-86C2-4CC90CF1CC69}" dt="2026-06-05T06:15:45.476" v="844" actId="1076"/>
        <pc:sldMkLst>
          <pc:docMk/>
          <pc:sldMk cId="2549997543" sldId="266"/>
        </pc:sldMkLst>
        <pc:spChg chg="mod">
          <ac:chgData name="Indra Lukman" userId="8b7aaf62-274c-476e-b4d8-3de84e3d0017" providerId="ADAL" clId="{F55F712B-EB57-4D8C-86C2-4CC90CF1CC69}" dt="2026-06-05T06:04:49.365" v="19" actId="20577"/>
          <ac:spMkLst>
            <pc:docMk/>
            <pc:sldMk cId="2549997543" sldId="266"/>
            <ac:spMk id="2" creationId="{29E6C6CA-A50C-9A88-88A1-DF26E4AA2F41}"/>
          </ac:spMkLst>
        </pc:spChg>
        <pc:spChg chg="del">
          <ac:chgData name="Indra Lukman" userId="8b7aaf62-274c-476e-b4d8-3de84e3d0017" providerId="ADAL" clId="{F55F712B-EB57-4D8C-86C2-4CC90CF1CC69}" dt="2026-06-05T06:05:22.073" v="20" actId="3680"/>
          <ac:spMkLst>
            <pc:docMk/>
            <pc:sldMk cId="2549997543" sldId="266"/>
            <ac:spMk id="3" creationId="{9AC3F295-76F5-137B-2766-25A391692EEC}"/>
          </ac:spMkLst>
        </pc:spChg>
        <pc:spChg chg="add mod">
          <ac:chgData name="Indra Lukman" userId="8b7aaf62-274c-476e-b4d8-3de84e3d0017" providerId="ADAL" clId="{F55F712B-EB57-4D8C-86C2-4CC90CF1CC69}" dt="2026-06-05T06:15:45.476" v="844" actId="1076"/>
          <ac:spMkLst>
            <pc:docMk/>
            <pc:sldMk cId="2549997543" sldId="266"/>
            <ac:spMk id="5" creationId="{C5C05F50-A63F-D48C-1E0F-4A1199163A03}"/>
          </ac:spMkLst>
        </pc:spChg>
        <pc:graphicFrameChg chg="add mod ord modGraphic">
          <ac:chgData name="Indra Lukman" userId="8b7aaf62-274c-476e-b4d8-3de84e3d0017" providerId="ADAL" clId="{F55F712B-EB57-4D8C-86C2-4CC90CF1CC69}" dt="2026-06-05T06:09:53.368" v="272" actId="1076"/>
          <ac:graphicFrameMkLst>
            <pc:docMk/>
            <pc:sldMk cId="2549997543" sldId="266"/>
            <ac:graphicFrameMk id="4" creationId="{157E6F93-BE8F-ADC6-7D9E-632DC9449DD4}"/>
          </ac:graphicFrameMkLst>
        </pc:graphicFrameChg>
      </pc:sldChg>
      <pc:sldChg chg="new">
        <pc:chgData name="Indra Lukman" userId="8b7aaf62-274c-476e-b4d8-3de84e3d0017" providerId="ADAL" clId="{F55F712B-EB57-4D8C-86C2-4CC90CF1CC69}" dt="2026-06-05T06:22:29.172" v="845" actId="680"/>
        <pc:sldMkLst>
          <pc:docMk/>
          <pc:sldMk cId="3180570460" sldId="267"/>
        </pc:sldMkLst>
      </pc:sldChg>
      <pc:sldChg chg="addSp delSp modSp new mod">
        <pc:chgData name="Indra Lukman" userId="8b7aaf62-274c-476e-b4d8-3de84e3d0017" providerId="ADAL" clId="{F55F712B-EB57-4D8C-86C2-4CC90CF1CC69}" dt="2026-06-05T06:28:45.701" v="1006" actId="1076"/>
        <pc:sldMkLst>
          <pc:docMk/>
          <pc:sldMk cId="1766170421" sldId="268"/>
        </pc:sldMkLst>
        <pc:spChg chg="del">
          <ac:chgData name="Indra Lukman" userId="8b7aaf62-274c-476e-b4d8-3de84e3d0017" providerId="ADAL" clId="{F55F712B-EB57-4D8C-86C2-4CC90CF1CC69}" dt="2026-06-05T06:22:44.314" v="849" actId="26606"/>
          <ac:spMkLst>
            <pc:docMk/>
            <pc:sldMk cId="1766170421" sldId="268"/>
            <ac:spMk id="2" creationId="{6246EE43-2B09-4060-5732-556078247D89}"/>
          </ac:spMkLst>
        </pc:spChg>
        <pc:spChg chg="del">
          <ac:chgData name="Indra Lukman" userId="8b7aaf62-274c-476e-b4d8-3de84e3d0017" providerId="ADAL" clId="{F55F712B-EB57-4D8C-86C2-4CC90CF1CC69}" dt="2026-06-05T06:22:38.441" v="848"/>
          <ac:spMkLst>
            <pc:docMk/>
            <pc:sldMk cId="1766170421" sldId="268"/>
            <ac:spMk id="3" creationId="{BF3BDDA2-F048-774C-AB72-978BD2F954A9}"/>
          </ac:spMkLst>
        </pc:spChg>
        <pc:spChg chg="add mod">
          <ac:chgData name="Indra Lukman" userId="8b7aaf62-274c-476e-b4d8-3de84e3d0017" providerId="ADAL" clId="{F55F712B-EB57-4D8C-86C2-4CC90CF1CC69}" dt="2026-06-05T06:28:45.701" v="1006" actId="1076"/>
          <ac:spMkLst>
            <pc:docMk/>
            <pc:sldMk cId="1766170421" sldId="268"/>
            <ac:spMk id="8" creationId="{243D74CF-E884-BDCD-61EF-6E50BB0E4D13}"/>
          </ac:spMkLst>
        </pc:spChg>
        <pc:spChg chg="add del">
          <ac:chgData name="Indra Lukman" userId="8b7aaf62-274c-476e-b4d8-3de84e3d0017" providerId="ADAL" clId="{F55F712B-EB57-4D8C-86C2-4CC90CF1CC69}" dt="2026-06-05T06:23:36.475" v="854" actId="478"/>
          <ac:spMkLst>
            <pc:docMk/>
            <pc:sldMk cId="1766170421" sldId="268"/>
            <ac:spMk id="10" creationId="{281FCCF5-4090-4090-82E4-3A0B8B394EEB}"/>
          </ac:spMkLst>
        </pc:spChg>
        <pc:spChg chg="add del">
          <ac:chgData name="Indra Lukman" userId="8b7aaf62-274c-476e-b4d8-3de84e3d0017" providerId="ADAL" clId="{F55F712B-EB57-4D8C-86C2-4CC90CF1CC69}" dt="2026-06-05T06:23:39.491" v="855" actId="478"/>
          <ac:spMkLst>
            <pc:docMk/>
            <pc:sldMk cId="1766170421" sldId="268"/>
            <ac:spMk id="12" creationId="{E039C220-83D8-6761-075A-0D4454A0BAD3}"/>
          </ac:spMkLst>
        </pc:spChg>
        <pc:spChg chg="add">
          <ac:chgData name="Indra Lukman" userId="8b7aaf62-274c-476e-b4d8-3de84e3d0017" providerId="ADAL" clId="{F55F712B-EB57-4D8C-86C2-4CC90CF1CC69}" dt="2026-06-05T06:22:44.314" v="849" actId="26606"/>
          <ac:spMkLst>
            <pc:docMk/>
            <pc:sldMk cId="1766170421" sldId="268"/>
            <ac:spMk id="14" creationId="{73FDE0E7-2376-80DF-FB98-40B8CA2FD567}"/>
          </ac:spMkLst>
        </pc:spChg>
        <pc:spChg chg="add">
          <ac:chgData name="Indra Lukman" userId="8b7aaf62-274c-476e-b4d8-3de84e3d0017" providerId="ADAL" clId="{F55F712B-EB57-4D8C-86C2-4CC90CF1CC69}" dt="2026-06-05T06:22:44.314" v="849" actId="26606"/>
          <ac:spMkLst>
            <pc:docMk/>
            <pc:sldMk cId="1766170421" sldId="268"/>
            <ac:spMk id="16" creationId="{935FE150-6CB2-392F-A0EA-0F5374431269}"/>
          </ac:spMkLst>
        </pc:spChg>
        <pc:spChg chg="add">
          <ac:chgData name="Indra Lukman" userId="8b7aaf62-274c-476e-b4d8-3de84e3d0017" providerId="ADAL" clId="{F55F712B-EB57-4D8C-86C2-4CC90CF1CC69}" dt="2026-06-05T06:22:44.314" v="849" actId="26606"/>
          <ac:spMkLst>
            <pc:docMk/>
            <pc:sldMk cId="1766170421" sldId="268"/>
            <ac:spMk id="18" creationId="{E1FB790F-6A2E-AB5A-8284-2686E2545872}"/>
          </ac:spMkLst>
        </pc:spChg>
        <pc:picChg chg="add mod ord modCrop">
          <ac:chgData name="Indra Lukman" userId="8b7aaf62-274c-476e-b4d8-3de84e3d0017" providerId="ADAL" clId="{F55F712B-EB57-4D8C-86C2-4CC90CF1CC69}" dt="2026-06-05T06:24:42.311" v="867" actId="1076"/>
          <ac:picMkLst>
            <pc:docMk/>
            <pc:sldMk cId="1766170421" sldId="268"/>
            <ac:picMk id="5" creationId="{542C7291-A4D6-A2EB-79AB-08769BB55054}"/>
          </ac:picMkLst>
        </pc:picChg>
        <pc:picChg chg="add mod modCrop">
          <ac:chgData name="Indra Lukman" userId="8b7aaf62-274c-476e-b4d8-3de84e3d0017" providerId="ADAL" clId="{F55F712B-EB57-4D8C-86C2-4CC90CF1CC69}" dt="2026-06-05T06:24:38.237" v="866" actId="1076"/>
          <ac:picMkLst>
            <pc:docMk/>
            <pc:sldMk cId="1766170421" sldId="268"/>
            <ac:picMk id="7" creationId="{C77AC8D6-FE2F-2A85-E76E-45BA99C8D136}"/>
          </ac:picMkLst>
        </pc:picChg>
      </pc:sldChg>
      <pc:sldChg chg="addSp delSp modSp new mod">
        <pc:chgData name="Indra Lukman" userId="8b7aaf62-274c-476e-b4d8-3de84e3d0017" providerId="ADAL" clId="{F55F712B-EB57-4D8C-86C2-4CC90CF1CC69}" dt="2026-06-05T06:28:07.521" v="986" actId="20577"/>
        <pc:sldMkLst>
          <pc:docMk/>
          <pc:sldMk cId="2995919517" sldId="269"/>
        </pc:sldMkLst>
        <pc:spChg chg="mod">
          <ac:chgData name="Indra Lukman" userId="8b7aaf62-274c-476e-b4d8-3de84e3d0017" providerId="ADAL" clId="{F55F712B-EB57-4D8C-86C2-4CC90CF1CC69}" dt="2026-06-05T06:28:07.521" v="986" actId="20577"/>
          <ac:spMkLst>
            <pc:docMk/>
            <pc:sldMk cId="2995919517" sldId="269"/>
            <ac:spMk id="2" creationId="{C8669888-E44A-2160-DE62-60B4F476D3AD}"/>
          </ac:spMkLst>
        </pc:spChg>
        <pc:spChg chg="del">
          <ac:chgData name="Indra Lukman" userId="8b7aaf62-274c-476e-b4d8-3de84e3d0017" providerId="ADAL" clId="{F55F712B-EB57-4D8C-86C2-4CC90CF1CC69}" dt="2026-06-05T06:25:01.924" v="870"/>
          <ac:spMkLst>
            <pc:docMk/>
            <pc:sldMk cId="2995919517" sldId="269"/>
            <ac:spMk id="3" creationId="{5EC940CD-0151-031C-5D67-A479FDAE77F9}"/>
          </ac:spMkLst>
        </pc:spChg>
        <pc:picChg chg="add mod ord modCrop">
          <ac:chgData name="Indra Lukman" userId="8b7aaf62-274c-476e-b4d8-3de84e3d0017" providerId="ADAL" clId="{F55F712B-EB57-4D8C-86C2-4CC90CF1CC69}" dt="2026-06-05T06:26:53.428" v="938" actId="1038"/>
          <ac:picMkLst>
            <pc:docMk/>
            <pc:sldMk cId="2995919517" sldId="269"/>
            <ac:picMk id="5" creationId="{F2C74CCB-DA1F-0360-5052-DA57E2DD50AD}"/>
          </ac:picMkLst>
        </pc:picChg>
        <pc:picChg chg="add mod modCrop">
          <ac:chgData name="Indra Lukman" userId="8b7aaf62-274c-476e-b4d8-3de84e3d0017" providerId="ADAL" clId="{F55F712B-EB57-4D8C-86C2-4CC90CF1CC69}" dt="2026-06-05T06:26:46.531" v="898" actId="1038"/>
          <ac:picMkLst>
            <pc:docMk/>
            <pc:sldMk cId="2995919517" sldId="269"/>
            <ac:picMk id="7" creationId="{A3CE5AE4-2D69-374E-7D5E-1C88A78E191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D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D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21EF8-37F9-5390-AABB-0F230BAD37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Casing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8AE6C-292D-3932-F6A6-CCA0DB0A3E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Casing Setting Depth and Well Sizing</a:t>
            </a:r>
          </a:p>
        </p:txBody>
      </p:sp>
    </p:spTree>
    <p:extLst>
      <p:ext uri="{BB962C8B-B14F-4D97-AF65-F5344CB8AC3E}">
        <p14:creationId xmlns:p14="http://schemas.microsoft.com/office/powerpoint/2010/main" val="2660058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6E629-1878-1EA7-CEB7-9E4C9C69A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5E04F-8CCF-F3CE-338B-8D2B9D732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11112536" cy="3599316"/>
          </a:xfrm>
        </p:spPr>
        <p:txBody>
          <a:bodyPr/>
          <a:lstStyle/>
          <a:p>
            <a:r>
              <a:rPr lang="en-US" dirty="0"/>
              <a:t>Identify the principal function of casing in a well</a:t>
            </a:r>
          </a:p>
          <a:p>
            <a:r>
              <a:rPr lang="en-US" dirty="0"/>
              <a:t>Identify the casing string that provide structural support the wells and how loads are spread across the casing string</a:t>
            </a:r>
          </a:p>
          <a:p>
            <a:r>
              <a:rPr lang="en-US" dirty="0"/>
              <a:t>Identify the factors that determine the minimum setting depth of casing</a:t>
            </a:r>
          </a:p>
          <a:p>
            <a:r>
              <a:rPr lang="en-US" dirty="0"/>
              <a:t>Highlight the differences between top down and bottom-up casing seat selection</a:t>
            </a:r>
          </a:p>
          <a:p>
            <a:r>
              <a:rPr lang="en-US" dirty="0"/>
              <a:t>Perform top down casing seat selection given information about formation strength and pore pressure</a:t>
            </a:r>
          </a:p>
        </p:txBody>
      </p:sp>
    </p:spTree>
    <p:extLst>
      <p:ext uri="{BB962C8B-B14F-4D97-AF65-F5344CB8AC3E}">
        <p14:creationId xmlns:p14="http://schemas.microsoft.com/office/powerpoint/2010/main" val="36954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FECAD23-900F-4F1B-A441-6A68749F8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943801-CAEC-4F98-9332-2A4D91284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A233090-6C39-4F59-8A0F-86F011A7E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4DCAA0-4BF1-4FB9-97BA-D6BA63041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876030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C1DD3C-E11A-8132-76AA-DCE3F3AC5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7087552" cy="1080938"/>
          </a:xfrm>
        </p:spPr>
        <p:txBody>
          <a:bodyPr/>
          <a:lstStyle/>
          <a:p>
            <a:r>
              <a:rPr lang="en-US" dirty="0"/>
              <a:t>Casing Design Overview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BC2FEA5-B399-458A-8393-E06CE40DB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650C45A-E6BB-865D-9653-A2CA2E2F3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53" y="2336873"/>
            <a:ext cx="6728580" cy="3599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Preliminary casing design has two principal deliverables:</a:t>
            </a:r>
          </a:p>
          <a:p>
            <a:pPr>
              <a:buFontTx/>
              <a:buChar char="-"/>
            </a:pPr>
            <a:r>
              <a:rPr lang="en-US" sz="2000" dirty="0"/>
              <a:t>Casing Sizes (</a:t>
            </a:r>
            <a:r>
              <a:rPr lang="en-US" sz="2000" dirty="0" err="1"/>
              <a:t>Ods</a:t>
            </a:r>
            <a:r>
              <a:rPr lang="en-US" sz="2000" dirty="0"/>
              <a:t>)</a:t>
            </a:r>
          </a:p>
          <a:p>
            <a:pPr>
              <a:buFontTx/>
              <a:buChar char="-"/>
            </a:pPr>
            <a:r>
              <a:rPr lang="en-US" sz="2000" dirty="0"/>
              <a:t>Casing Setting depths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Key important data for casing design</a:t>
            </a:r>
          </a:p>
          <a:p>
            <a:r>
              <a:rPr lang="en-US" sz="2000" dirty="0"/>
              <a:t>Location </a:t>
            </a:r>
            <a:r>
              <a:rPr lang="en-US" sz="2000" dirty="0">
                <a:sym typeface="Wingdings" pitchFamily="2" charset="2"/>
              </a:rPr>
              <a:t> Onshore, Offshore, Swamp, Deep water</a:t>
            </a:r>
          </a:p>
          <a:p>
            <a:r>
              <a:rPr lang="en-US" sz="2000" dirty="0">
                <a:sym typeface="Wingdings" pitchFamily="2" charset="2"/>
              </a:rPr>
              <a:t>Formation type and </a:t>
            </a:r>
            <a:r>
              <a:rPr lang="en-US" sz="2000" dirty="0" err="1">
                <a:sym typeface="Wingdings" pitchFamily="2" charset="2"/>
              </a:rPr>
              <a:t>behaviour</a:t>
            </a:r>
            <a:endParaRPr lang="en-US" sz="2000" dirty="0">
              <a:sym typeface="Wingdings" pitchFamily="2" charset="2"/>
            </a:endParaRPr>
          </a:p>
          <a:p>
            <a:r>
              <a:rPr lang="en-US" sz="2000" dirty="0">
                <a:sym typeface="Wingdings" pitchFamily="2" charset="2"/>
              </a:rPr>
              <a:t>Pore Pressure &amp; </a:t>
            </a:r>
            <a:r>
              <a:rPr lang="en-US" sz="2000" dirty="0" err="1">
                <a:sym typeface="Wingdings" pitchFamily="2" charset="2"/>
              </a:rPr>
              <a:t>Fract</a:t>
            </a:r>
            <a:r>
              <a:rPr lang="en-US" sz="2000" dirty="0">
                <a:sym typeface="Wingdings" pitchFamily="2" charset="2"/>
              </a:rPr>
              <a:t> Pressure</a:t>
            </a:r>
          </a:p>
          <a:p>
            <a:r>
              <a:rPr lang="en-US" sz="2000" dirty="0">
                <a:sym typeface="Wingdings" pitchFamily="2" charset="2"/>
              </a:rPr>
              <a:t>Temperature Profile</a:t>
            </a:r>
          </a:p>
          <a:p>
            <a:endParaRPr lang="en-US" sz="20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0602E86-4EB3-0AAC-3272-8C5ACD801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091" y="1573487"/>
            <a:ext cx="3358478" cy="3711025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8053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9614D-A8D6-9903-CF4E-FE93E3A8B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Casing-shoe setting depth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F49D2-FFEC-6944-C9B0-D9239F257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10991584" cy="4121984"/>
          </a:xfrm>
        </p:spPr>
        <p:txBody>
          <a:bodyPr>
            <a:noAutofit/>
          </a:bodyPr>
          <a:lstStyle/>
          <a:p>
            <a:r>
              <a:rPr lang="en-US" dirty="0"/>
              <a:t>To isolate overlying unstable formations</a:t>
            </a:r>
          </a:p>
          <a:p>
            <a:r>
              <a:rPr lang="en-US" dirty="0"/>
              <a:t>To isolate overlying shallow hydrocarbons</a:t>
            </a:r>
          </a:p>
          <a:p>
            <a:r>
              <a:rPr lang="en-US" dirty="0"/>
              <a:t>To isolate overlying lost-circulations zones</a:t>
            </a:r>
          </a:p>
          <a:p>
            <a:r>
              <a:rPr lang="en-US" dirty="0"/>
              <a:t>To isolate overlying freshwater horizons</a:t>
            </a:r>
          </a:p>
          <a:p>
            <a:r>
              <a:rPr lang="en-US" dirty="0"/>
              <a:t>To prevent borehole failure by time-dependent chemical instability from prolonged exposure to drilling fluid</a:t>
            </a:r>
          </a:p>
          <a:p>
            <a:r>
              <a:rPr lang="en-US" dirty="0"/>
              <a:t>To prevent failure of formations by induced circulating pressure during drilling operation such as circulating, drilling, and tripping</a:t>
            </a:r>
          </a:p>
          <a:p>
            <a:r>
              <a:rPr lang="en-US" dirty="0"/>
              <a:t>To prevent failure of formations by induced circulating pressure during well control operations when closing in and circulating out an influx</a:t>
            </a:r>
          </a:p>
        </p:txBody>
      </p:sp>
    </p:spTree>
    <p:extLst>
      <p:ext uri="{BB962C8B-B14F-4D97-AF65-F5344CB8AC3E}">
        <p14:creationId xmlns:p14="http://schemas.microsoft.com/office/powerpoint/2010/main" val="2494560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B8C3F18-2A17-4372-BAE1-DB295E2AC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BB5819-B198-483A-901B-E94678953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C0814F6-DCDA-4612-801B-FEB1C2B81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98325" y="0"/>
            <a:ext cx="46360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4CF788-1E16-4F1F-AAF8-5644BBA94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876030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E69F-03ED-9BA8-4C48-B72CD3203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7087552" cy="1080938"/>
          </a:xfrm>
        </p:spPr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Type and Function of Casing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84AEBEF-EF01-44A6-A9AC-E21D52665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0C6B288-1CFE-5059-2026-37C2FDD3A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6423211" cy="359931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Conductor/Foundation</a:t>
            </a:r>
          </a:p>
          <a:p>
            <a:r>
              <a:rPr lang="en-US" sz="2800" dirty="0">
                <a:solidFill>
                  <a:srgbClr val="FFFFFF"/>
                </a:solidFill>
              </a:rPr>
              <a:t>Surface Casing</a:t>
            </a:r>
          </a:p>
          <a:p>
            <a:r>
              <a:rPr lang="en-US" sz="2800" dirty="0">
                <a:solidFill>
                  <a:srgbClr val="FFFFFF"/>
                </a:solidFill>
              </a:rPr>
              <a:t>Intermediate Casing</a:t>
            </a:r>
          </a:p>
          <a:p>
            <a:r>
              <a:rPr lang="en-US" sz="2800" dirty="0">
                <a:solidFill>
                  <a:srgbClr val="FFFFFF"/>
                </a:solidFill>
              </a:rPr>
              <a:t>Production Casing</a:t>
            </a:r>
          </a:p>
          <a:p>
            <a:r>
              <a:rPr lang="en-US" sz="2800" dirty="0">
                <a:solidFill>
                  <a:srgbClr val="FFFFFF"/>
                </a:solidFill>
              </a:rPr>
              <a:t>Production Liner</a:t>
            </a:r>
          </a:p>
          <a:p>
            <a:r>
              <a:rPr lang="en-US" sz="2800" dirty="0">
                <a:solidFill>
                  <a:srgbClr val="FFFFFF"/>
                </a:solidFill>
              </a:rPr>
              <a:t>Production String/Tubing</a:t>
            </a: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1D6DEA9-466D-4CF0-B302-39178915E1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46423" y="642795"/>
            <a:ext cx="3347830" cy="5575125"/>
          </a:xfrm>
          <a:prstGeom prst="rect">
            <a:avLst/>
          </a:prstGeom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81795F-CA9B-6908-31E3-6CC4E74F1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3287" y="1424744"/>
            <a:ext cx="2731172" cy="4001717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973575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B3F9E774-F054-4892-8E69-C76B2C854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EF6A099-2A38-4C66-88FF-FDBCB564E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D0D98427-7B26-46E2-93FE-CB8CD3854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15A4233-F980-4EF6-B2C0-D7C63E752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6E9CC7-E571-B1A1-9402-321AE4D07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Casing Design Process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3B7E3E62-AACE-4D18-93B3-B4C452E28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BDAD412-3291-5D65-C7A3-C7CD6370E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3656289" cy="3599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</a:rPr>
              <a:t>Key Design Process:</a:t>
            </a:r>
          </a:p>
          <a:p>
            <a:r>
              <a:rPr lang="en-US" sz="2800" dirty="0">
                <a:solidFill>
                  <a:srgbClr val="FFFFFF"/>
                </a:solidFill>
              </a:rPr>
              <a:t>Design Parameter</a:t>
            </a:r>
          </a:p>
          <a:p>
            <a:r>
              <a:rPr lang="en-US" sz="2800" dirty="0">
                <a:solidFill>
                  <a:srgbClr val="FFFFFF"/>
                </a:solidFill>
              </a:rPr>
              <a:t>Load Case</a:t>
            </a:r>
          </a:p>
          <a:p>
            <a:r>
              <a:rPr lang="en-US" sz="2800" dirty="0">
                <a:solidFill>
                  <a:srgbClr val="FFFFFF"/>
                </a:solidFill>
              </a:rPr>
              <a:t>Wellbore Strength</a:t>
            </a:r>
          </a:p>
          <a:p>
            <a:r>
              <a:rPr lang="en-US" sz="2800" dirty="0">
                <a:solidFill>
                  <a:srgbClr val="FFFFFF"/>
                </a:solidFill>
              </a:rPr>
              <a:t>Development Plan</a:t>
            </a:r>
          </a:p>
        </p:txBody>
      </p: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421B5709-714B-4EA8-8C75-C105D9B4D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F858AF3-5E69-3B3B-A61B-813082A98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085" y="1392030"/>
            <a:ext cx="5629268" cy="4067146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739598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4979F40-3A44-4CCB-9EB7-F8318BCE5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5291D39-6B03-4BB5-BFC6-CBF11E90B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FD071FA-0514-4371-9568-86216A1F4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211DDA4-E7B5-4325-A844-B7F59B084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36F72C-6DED-A551-1E57-A1DDCBB55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lang="en-US" sz="2800" dirty="0"/>
              <a:t>Casing Scheme Selection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D58E222-6309-4F79-AC20-9D3C69CD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2" name="Content Placeholder 7">
            <a:extLst>
              <a:ext uri="{FF2B5EF4-FFF2-40B4-BE49-F238E27FC236}">
                <a16:creationId xmlns:a16="http://schemas.microsoft.com/office/drawing/2014/main" id="{CED773FF-6262-D08E-388D-6CA56C6C9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3656289" cy="4230841"/>
          </a:xfrm>
        </p:spPr>
        <p:txBody>
          <a:bodyPr>
            <a:normAutofit/>
          </a:bodyPr>
          <a:lstStyle/>
          <a:p>
            <a:r>
              <a:rPr lang="en-US" sz="2000" dirty="0"/>
              <a:t>Locate either the final hole size or final casing size for completion</a:t>
            </a:r>
          </a:p>
          <a:p>
            <a:r>
              <a:rPr lang="en-US" sz="2000" dirty="0"/>
              <a:t>From each casing and hole size, follow solid line for conventional size or dash line for special size and clearance</a:t>
            </a:r>
          </a:p>
          <a:p>
            <a:r>
              <a:rPr lang="en-US" sz="2000" dirty="0"/>
              <a:t>Ensure the requirement of hole enlargement or bi-center for special clearance to accommodate cementing annulus quality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4936B98-AC64-6D2E-1868-4D059FD840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189" y="640080"/>
            <a:ext cx="5215280" cy="5577840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5875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2C7291-A4D6-A2EB-79AB-08769BB550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0631" t="3001" r="8075" b="14052"/>
          <a:stretch>
            <a:fillRect/>
          </a:stretch>
        </p:blipFill>
        <p:spPr>
          <a:xfrm>
            <a:off x="2150532" y="95771"/>
            <a:ext cx="4953000" cy="6738247"/>
          </a:xfrm>
          <a:prstGeom prst="rect">
            <a:avLst/>
          </a:prstGeom>
          <a:noFill/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FDE0E7-2376-80DF-FB98-40B8CA2FD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423211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Sample Footer Text Element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935FE150-6CB2-392F-A0EA-0F5374431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67873" y="5936188"/>
            <a:ext cx="252630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2C6A528F-AA73-F245-8B3F-70604FD152C4}" type="datetime1">
              <a:rPr kumimoji="0" lang="x-none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6/5/2026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tint val="75000"/>
                </a:prstClr>
              </a:solidFill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E1FB790F-6A2E-AB5A-8284-2686E2545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5936189"/>
            <a:ext cx="914400" cy="365122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lang="en-US" sz="1050">
                <a:solidFill>
                  <a:prstClr val="white">
                    <a:tint val="75000"/>
                  </a:prst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  <a:latin typeface="Trebuchet MS" panose="020B0603020202020204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lang="en-US" sz="1050" dirty="0">
              <a:solidFill>
                <a:prstClr val="white">
                  <a:tint val="75000"/>
                </a:prstClr>
              </a:solidFill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  <a:latin typeface="Trebuchet MS" panose="020B060302020202020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7AC8D6-FE2F-2A85-E76E-45BA99C8D1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17" t="2858" r="11885" b="15079"/>
          <a:stretch>
            <a:fillRect/>
          </a:stretch>
        </p:blipFill>
        <p:spPr>
          <a:xfrm>
            <a:off x="7467057" y="95771"/>
            <a:ext cx="4685172" cy="66664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3D74CF-E884-BDCD-61EF-6E50BB0E4D13}"/>
              </a:ext>
            </a:extLst>
          </p:cNvPr>
          <p:cNvSpPr txBox="1"/>
          <p:nvPr/>
        </p:nvSpPr>
        <p:spPr>
          <a:xfrm>
            <a:off x="139701" y="384491"/>
            <a:ext cx="2133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Top Down Methode</a:t>
            </a:r>
            <a:endParaRPr lang="en-ID" sz="3600" dirty="0"/>
          </a:p>
        </p:txBody>
      </p:sp>
    </p:spTree>
    <p:extLst>
      <p:ext uri="{BB962C8B-B14F-4D97-AF65-F5344CB8AC3E}">
        <p14:creationId xmlns:p14="http://schemas.microsoft.com/office/powerpoint/2010/main" val="1766170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69888-E44A-2160-DE62-60B4F476D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590801" cy="4161672"/>
          </a:xfrm>
        </p:spPr>
        <p:txBody>
          <a:bodyPr/>
          <a:lstStyle/>
          <a:p>
            <a:r>
              <a:rPr lang="en-US" dirty="0"/>
              <a:t>Bottom Up / </a:t>
            </a:r>
            <a:br>
              <a:rPr lang="en-US" dirty="0"/>
            </a:br>
            <a:r>
              <a:rPr lang="en-US" dirty="0"/>
              <a:t>Unlimited</a:t>
            </a:r>
            <a:br>
              <a:rPr lang="en-US" dirty="0"/>
            </a:br>
            <a:r>
              <a:rPr lang="en-US" dirty="0"/>
              <a:t>Kick </a:t>
            </a:r>
            <a:br>
              <a:rPr lang="en-US" dirty="0"/>
            </a:br>
            <a:r>
              <a:rPr lang="en-US" dirty="0"/>
              <a:t>Methode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C74CCB-DA1F-0360-5052-DA57E2DD50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699" t="9195" r="9206" b="6996"/>
          <a:stretch>
            <a:fillRect/>
          </a:stretch>
        </p:blipFill>
        <p:spPr>
          <a:xfrm rot="5400000">
            <a:off x="1633130" y="997583"/>
            <a:ext cx="6672944" cy="47612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CE5AE4-2D69-374E-7D5E-1C88A78E19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95" t="9365" r="8056" b="9365"/>
          <a:stretch>
            <a:fillRect/>
          </a:stretch>
        </p:blipFill>
        <p:spPr>
          <a:xfrm rot="5400000">
            <a:off x="6438896" y="1103082"/>
            <a:ext cx="6672943" cy="458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919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4979F40-3A44-4CCB-9EB7-F8318BCE5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291D39-6B03-4BB5-BFC6-CBF11E90B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FD071FA-0514-4371-9568-86216A1F4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11DDA4-E7B5-4325-A844-B7F59B084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64FED7-7FBD-D132-4065-4E421D9D5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lang="en-US" sz="3200"/>
              <a:t>Casing Seat Selection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D58E222-6309-4F79-AC20-9D3C69CD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EBA08-6087-9B26-2BED-AA10E77E1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049" y="2336873"/>
            <a:ext cx="4076562" cy="3599316"/>
          </a:xfrm>
        </p:spPr>
        <p:txBody>
          <a:bodyPr>
            <a:noAutofit/>
          </a:bodyPr>
          <a:lstStyle/>
          <a:p>
            <a:r>
              <a:rPr lang="en-US" dirty="0"/>
              <a:t>Pressure Plot </a:t>
            </a:r>
            <a:r>
              <a:rPr lang="en-US" dirty="0">
                <a:sym typeface="Wingdings" pitchFamily="2" charset="2"/>
              </a:rPr>
              <a:t> Pore &amp; </a:t>
            </a:r>
            <a:r>
              <a:rPr lang="en-US" dirty="0" err="1">
                <a:sym typeface="Wingdings" pitchFamily="2" charset="2"/>
              </a:rPr>
              <a:t>Frac</a:t>
            </a:r>
            <a:r>
              <a:rPr lang="en-US" dirty="0">
                <a:sym typeface="Wingdings" pitchFamily="2" charset="2"/>
              </a:rPr>
              <a:t> Pressure vs Depth</a:t>
            </a:r>
          </a:p>
          <a:p>
            <a:r>
              <a:rPr lang="en-US" dirty="0">
                <a:sym typeface="Wingdings" pitchFamily="2" charset="2"/>
              </a:rPr>
              <a:t>Full evacuation (kick)</a:t>
            </a:r>
          </a:p>
          <a:p>
            <a:r>
              <a:rPr lang="en-US" dirty="0">
                <a:sym typeface="Wingdings" pitchFamily="2" charset="2"/>
              </a:rPr>
              <a:t>Trip Margin</a:t>
            </a:r>
          </a:p>
          <a:p>
            <a:r>
              <a:rPr lang="en-US" dirty="0">
                <a:sym typeface="Wingdings" pitchFamily="2" charset="2"/>
              </a:rPr>
              <a:t>Formation type</a:t>
            </a:r>
          </a:p>
          <a:p>
            <a:r>
              <a:rPr lang="en-US" dirty="0">
                <a:sym typeface="Wingdings" pitchFamily="2" charset="2"/>
              </a:rPr>
              <a:t>Subsurface risk</a:t>
            </a:r>
          </a:p>
          <a:p>
            <a:r>
              <a:rPr lang="en-US" dirty="0">
                <a:sym typeface="Wingdings" pitchFamily="2" charset="2"/>
              </a:rPr>
              <a:t>Offset Wells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C2EF17-A2DE-2CE1-8D24-5A374DDC6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909" y="640080"/>
            <a:ext cx="5577840" cy="5577840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1005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4979F40-3A44-4CCB-9EB7-F8318BCE5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291D39-6B03-4BB5-BFC6-CBF11E90B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FD071FA-0514-4371-9568-86216A1F4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11DDA4-E7B5-4325-A844-B7F59B084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1ADABD-9209-3C47-792E-C5AFC6861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857" y="753228"/>
            <a:ext cx="4580587" cy="1080938"/>
          </a:xfrm>
        </p:spPr>
        <p:txBody>
          <a:bodyPr>
            <a:normAutofit/>
          </a:bodyPr>
          <a:lstStyle/>
          <a:p>
            <a:r>
              <a:rPr lang="en-US" sz="2400" dirty="0"/>
              <a:t>Casing Expandable Application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D58E222-6309-4F79-AC20-9D3C69CD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5084AC9-5E9B-DFEB-4229-55701409A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3656289" cy="3599316"/>
          </a:xfrm>
        </p:spPr>
        <p:txBody>
          <a:bodyPr>
            <a:normAutofit/>
          </a:bodyPr>
          <a:lstStyle/>
          <a:p>
            <a:r>
              <a:rPr lang="en-US" sz="2000" dirty="0"/>
              <a:t>Contingency String</a:t>
            </a:r>
          </a:p>
          <a:p>
            <a:r>
              <a:rPr lang="en-US" sz="2000" dirty="0"/>
              <a:t>Keep the final hole/casing size as per plan</a:t>
            </a:r>
          </a:p>
          <a:p>
            <a:r>
              <a:rPr lang="en-US" sz="2000" dirty="0"/>
              <a:t>Tight tolerance for next section</a:t>
            </a:r>
          </a:p>
          <a:p>
            <a:r>
              <a:rPr lang="en-US" sz="2000" dirty="0"/>
              <a:t>Required hole enlargement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B043ED-E085-D556-2600-88263C283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090" y="1132803"/>
            <a:ext cx="6269479" cy="4592393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78252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6C6CA-A50C-9A88-88A1-DF26E4AA2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Calculation Example</a:t>
            </a:r>
            <a:endParaRPr lang="en-ID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7E6F93-BE8F-ADC6-7D9E-632DC9449D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0521289"/>
              </p:ext>
            </p:extLst>
          </p:nvPr>
        </p:nvGraphicFramePr>
        <p:xfrm>
          <a:off x="6298224" y="272932"/>
          <a:ext cx="5754931" cy="583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793">
                  <a:extLst>
                    <a:ext uri="{9D8B030D-6E8A-4147-A177-3AD203B41FA5}">
                      <a16:colId xmlns:a16="http://schemas.microsoft.com/office/drawing/2014/main" val="95790120"/>
                    </a:ext>
                  </a:extLst>
                </a:gridCol>
                <a:gridCol w="1978269">
                  <a:extLst>
                    <a:ext uri="{9D8B030D-6E8A-4147-A177-3AD203B41FA5}">
                      <a16:colId xmlns:a16="http://schemas.microsoft.com/office/drawing/2014/main" val="136388236"/>
                    </a:ext>
                  </a:extLst>
                </a:gridCol>
                <a:gridCol w="2206869">
                  <a:extLst>
                    <a:ext uri="{9D8B030D-6E8A-4147-A177-3AD203B41FA5}">
                      <a16:colId xmlns:a16="http://schemas.microsoft.com/office/drawing/2014/main" val="21723239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TVD </a:t>
                      </a:r>
                    </a:p>
                    <a:p>
                      <a:pPr algn="ctr"/>
                      <a:r>
                        <a:rPr lang="en-US" dirty="0"/>
                        <a:t>(ft)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Pore Pressure</a:t>
                      </a:r>
                    </a:p>
                    <a:p>
                      <a:pPr algn="ctr"/>
                      <a:r>
                        <a:rPr lang="en-US" dirty="0"/>
                        <a:t>(psi)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Fracture Pressure</a:t>
                      </a:r>
                    </a:p>
                    <a:p>
                      <a:pPr algn="ctr"/>
                      <a:r>
                        <a:rPr lang="en-US" dirty="0"/>
                        <a:t>(psi)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820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442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530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414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1300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588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693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243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2200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1030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1236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435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1420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1700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576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3300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1579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1973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578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4500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2176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2995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996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6200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3063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4352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669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7000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3822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4732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242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8200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4477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6396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251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8200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5202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6396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772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12000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7675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9984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61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12000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8798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9984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599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12800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9452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10783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784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13000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9667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11019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81432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5C05F50-A63F-D48C-1E0F-4A1199163A03}"/>
              </a:ext>
            </a:extLst>
          </p:cNvPr>
          <p:cNvSpPr txBox="1"/>
          <p:nvPr/>
        </p:nvSpPr>
        <p:spPr>
          <a:xfrm>
            <a:off x="404446" y="2215662"/>
            <a:ext cx="569155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Determine the casing setting depth that would be required when performing a top down casing seat selection process. Maintain 0.5 ppg margin above the pore pressure and a 0.75 ppg margin below the formation strength pressure</a:t>
            </a:r>
          </a:p>
          <a:p>
            <a:pPr marL="342900" indent="-342900">
              <a:buAutoNum type="arabicPeriod"/>
            </a:pPr>
            <a:r>
              <a:rPr lang="en-US" dirty="0"/>
              <a:t>Determine the casing setting depth if performing a bottom-up casing seat selection process. Apply a degree of kick tolerance by maintaining a margin of 200 psi above the expected pore pressure and a 100 psi margin below the formation strength pressure</a:t>
            </a:r>
          </a:p>
          <a:p>
            <a:pPr marL="342900" indent="-342900">
              <a:buAutoNum type="arabicPeriod"/>
            </a:pPr>
            <a:r>
              <a:rPr lang="en-US" dirty="0"/>
              <a:t>What is the casing scheme if the final section in the reservoir required 7” liner casing and cemented (used the conventional sized as much as possible)</a:t>
            </a:r>
          </a:p>
        </p:txBody>
      </p:sp>
    </p:spTree>
    <p:extLst>
      <p:ext uri="{BB962C8B-B14F-4D97-AF65-F5344CB8AC3E}">
        <p14:creationId xmlns:p14="http://schemas.microsoft.com/office/powerpoint/2010/main" val="2549997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1149E-76B8-CF84-E981-75B8E3E2F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65DCB9-2045-B90E-5448-CCEB005F5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706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F8749-7DA5-B493-E49B-DA35F3947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9A54D-DB53-A30C-EA29-C741E89FF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80570460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4033917[[fn=Berlin]]_novariants" id="{309C13C0-3BE0-4E8F-8916-1D5516B3B5DD}" vid="{18E1BE87-7240-45DF-8788-3CAEB7F17AB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520</Words>
  <Application>Microsoft Office PowerPoint</Application>
  <PresentationFormat>Widescreen</PresentationFormat>
  <Paragraphs>113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</vt:lpstr>
      <vt:lpstr>Berlin</vt:lpstr>
      <vt:lpstr>Casing Design</vt:lpstr>
      <vt:lpstr>Course Objectives</vt:lpstr>
      <vt:lpstr>Casing Design Overview</vt:lpstr>
      <vt:lpstr>Casing-shoe setting depth considerations</vt:lpstr>
      <vt:lpstr>Type and Function of Casing</vt:lpstr>
      <vt:lpstr>Casing Design Process</vt:lpstr>
      <vt:lpstr>Casing Scheme Selection</vt:lpstr>
      <vt:lpstr>PowerPoint Presentation</vt:lpstr>
      <vt:lpstr>Bottom Up /  Unlimited Kick  Methode</vt:lpstr>
      <vt:lpstr>Casing Seat Selection</vt:lpstr>
      <vt:lpstr>Casing Expandable Application</vt:lpstr>
      <vt:lpstr>Calculation Example</vt:lpstr>
      <vt:lpstr>Thank You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Casing Design</dc:title>
  <dc:creator>Indra Lukman</dc:creator>
  <cp:lastModifiedBy>Indra Lukman</cp:lastModifiedBy>
  <cp:revision>2</cp:revision>
  <dcterms:created xsi:type="dcterms:W3CDTF">2026-06-04T01:45:19Z</dcterms:created>
  <dcterms:modified xsi:type="dcterms:W3CDTF">2026-06-05T06:28:49Z</dcterms:modified>
</cp:coreProperties>
</file>