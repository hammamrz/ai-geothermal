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31"/>
  </p:notesMasterIdLst>
  <p:sldIdLst>
    <p:sldId id="1346" r:id="rId5"/>
    <p:sldId id="2701" r:id="rId6"/>
    <p:sldId id="2761" r:id="rId7"/>
    <p:sldId id="2762" r:id="rId8"/>
    <p:sldId id="2763" r:id="rId9"/>
    <p:sldId id="2764" r:id="rId10"/>
    <p:sldId id="2765" r:id="rId11"/>
    <p:sldId id="2780" r:id="rId12"/>
    <p:sldId id="2768" r:id="rId13"/>
    <p:sldId id="2766" r:id="rId14"/>
    <p:sldId id="2769" r:id="rId15"/>
    <p:sldId id="2770" r:id="rId16"/>
    <p:sldId id="2779" r:id="rId17"/>
    <p:sldId id="2782" r:id="rId18"/>
    <p:sldId id="2771" r:id="rId19"/>
    <p:sldId id="2778" r:id="rId20"/>
    <p:sldId id="2772" r:id="rId21"/>
    <p:sldId id="2781" r:id="rId22"/>
    <p:sldId id="2775" r:id="rId23"/>
    <p:sldId id="2774" r:id="rId24"/>
    <p:sldId id="2776" r:id="rId25"/>
    <p:sldId id="2785" r:id="rId26"/>
    <p:sldId id="2783" r:id="rId27"/>
    <p:sldId id="2784" r:id="rId28"/>
    <p:sldId id="2786" r:id="rId29"/>
    <p:sldId id="2767" r:id="rId30"/>
  </p:sldIdLst>
  <p:sldSz cx="9144000" cy="6858000" type="screen4x3"/>
  <p:notesSz cx="6858000" cy="9926638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6A6208-4CB3-D371-85C5-56A4B9FBECF2}" name="kiyotaka okuma" initials="ko" userId="S::kiyotaka.okuma@sarulla-geothermal.com::b5b3fce9-d7b1-4701-9b6d-3e511b6fe106" providerId="AD"/>
  <p188:author id="{4FC46709-D622-BA24-9C10-38B16A4B9782}" name="shuji tsubota" initials="st" userId="S::shuji.tsubota@sarulla-geothermal.com::d0ab3e43-18cb-4fec-a9f3-e0ef7dcd1b41" providerId="AD"/>
  <p188:author id="{FF2CB41D-96E8-8B6E-B39C-F81F5A690A08}" name="noppie setiarto" initials="ns" userId="S::noppie.setiarto@sarulla-geothermal.com::4c963c8d-90cf-4e46-9b87-8f409463d34b" providerId="AD"/>
  <p188:author id="{2D257C26-00D1-C6A9-723D-A795203139D1}" name="hisao nakano" initials="hn" userId="S::hisao.nakano@sarulla-geothermal.com::8949d671-e2dc-431e-ac5e-8bfd4ef08c89" providerId="AD"/>
  <p188:author id="{3A4F4998-24B1-BA24-5610-28E1AFA9FBB5}" name="kotaro komori" initials="KK" userId="kotaro komori" providerId="None"/>
  <p188:author id="{ADE89C98-FB2E-926F-9CA7-A31CC4DDF3B7}" name="hisao nakano" initials="hn" userId="hisao nakano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kaue jumpei" initials="sj" lastIdx="2" clrIdx="0"/>
  <p:cmAuthor id="2" name="david kaparang" initials="dk" lastIdx="2" clrIdx="1"/>
  <p:cmAuthor id="3" name="Masashi Nishimoto" initials="M. N." lastIdx="3" clrIdx="2"/>
  <p:cmAuthor id="4" name="putri sari" initials="ps" lastIdx="2" clrIdx="3"/>
  <p:cmAuthor id="5" name="hisao nakano" initials="hn" lastIdx="4" clrIdx="4">
    <p:extLst>
      <p:ext uri="{19B8F6BF-5375-455C-9EA6-DF929625EA0E}">
        <p15:presenceInfo xmlns:p15="http://schemas.microsoft.com/office/powerpoint/2012/main" userId="S-1-5-21-1493357051-12451829-1246930324-3642" providerId="AD"/>
      </p:ext>
    </p:extLst>
  </p:cmAuthor>
  <p:cmAuthor id="6" name="kotaro komori" initials="kk" lastIdx="0" clrIdx="5">
    <p:extLst>
      <p:ext uri="{19B8F6BF-5375-455C-9EA6-DF929625EA0E}">
        <p15:presenceInfo xmlns:p15="http://schemas.microsoft.com/office/powerpoint/2012/main" userId="S::kotaro.komori@sarulla-geothermal.com::33a9ac2d-6a90-4ce6-8f81-3d9581a32de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CCCC"/>
    <a:srgbClr val="FFFFFF"/>
    <a:srgbClr val="FFFF99"/>
    <a:srgbClr val="FFFF00"/>
    <a:srgbClr val="FFFF66"/>
    <a:srgbClr val="C7E7A3"/>
    <a:srgbClr val="ABDB77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9E3BF-0778-4A50-A29B-D2A5BA4272A6}" v="1326" dt="2024-12-12T01:27:19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76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fathurrahmansyah" userId="95236daa-9df4-4c0e-9349-d8ba9c3efb24" providerId="ADAL" clId="{2B13DA72-79AD-4935-961A-433C270FF1E9}"/>
    <pc:docChg chg="undo custSel modSld">
      <pc:chgData name="axel fathurrahmansyah" userId="95236daa-9df4-4c0e-9349-d8ba9c3efb24" providerId="ADAL" clId="{2B13DA72-79AD-4935-961A-433C270FF1E9}" dt="2024-12-09T08:21:32.527" v="639" actId="113"/>
      <pc:docMkLst>
        <pc:docMk/>
      </pc:docMkLst>
      <pc:sldChg chg="addSp modSp mod">
        <pc:chgData name="axel fathurrahmansyah" userId="95236daa-9df4-4c0e-9349-d8ba9c3efb24" providerId="ADAL" clId="{2B13DA72-79AD-4935-961A-433C270FF1E9}" dt="2024-12-09T08:18:26.508" v="517" actId="1076"/>
        <pc:sldMkLst>
          <pc:docMk/>
          <pc:sldMk cId="2764028016" sldId="2770"/>
        </pc:sldMkLst>
        <pc:spChg chg="add mod">
          <ac:chgData name="axel fathurrahmansyah" userId="95236daa-9df4-4c0e-9349-d8ba9c3efb24" providerId="ADAL" clId="{2B13DA72-79AD-4935-961A-433C270FF1E9}" dt="2024-12-09T08:18:26.508" v="517" actId="1076"/>
          <ac:spMkLst>
            <pc:docMk/>
            <pc:sldMk cId="2764028016" sldId="2770"/>
            <ac:spMk id="9" creationId="{D3D69F9E-4ED4-D7FF-FE1F-910A73BAB898}"/>
          </ac:spMkLst>
        </pc:spChg>
        <pc:graphicFrameChg chg="add mod">
          <ac:chgData name="axel fathurrahmansyah" userId="95236daa-9df4-4c0e-9349-d8ba9c3efb24" providerId="ADAL" clId="{2B13DA72-79AD-4935-961A-433C270FF1E9}" dt="2024-12-09T07:54:44.647" v="31"/>
          <ac:graphicFrameMkLst>
            <pc:docMk/>
            <pc:sldMk cId="2764028016" sldId="2770"/>
            <ac:graphicFrameMk id="6" creationId="{4E9AD5EB-7A39-4C79-B066-FF8EFD6EF8D8}"/>
          </ac:graphicFrameMkLst>
        </pc:graphicFrameChg>
        <pc:graphicFrameChg chg="add mod">
          <ac:chgData name="axel fathurrahmansyah" userId="95236daa-9df4-4c0e-9349-d8ba9c3efb24" providerId="ADAL" clId="{2B13DA72-79AD-4935-961A-433C270FF1E9}" dt="2024-12-09T08:18:20.540" v="516" actId="1076"/>
          <ac:graphicFrameMkLst>
            <pc:docMk/>
            <pc:sldMk cId="2764028016" sldId="2770"/>
            <ac:graphicFrameMk id="8" creationId="{4E9AD5EB-7A39-4C79-B066-FF8EFD6EF8D8}"/>
          </ac:graphicFrameMkLst>
        </pc:graphicFrameChg>
      </pc:sldChg>
      <pc:sldChg chg="addSp delSp modSp mod">
        <pc:chgData name="axel fathurrahmansyah" userId="95236daa-9df4-4c0e-9349-d8ba9c3efb24" providerId="ADAL" clId="{2B13DA72-79AD-4935-961A-433C270FF1E9}" dt="2024-12-09T08:20:04.423" v="633" actId="1076"/>
        <pc:sldMkLst>
          <pc:docMk/>
          <pc:sldMk cId="1342380571" sldId="2771"/>
        </pc:sldMkLst>
        <pc:spChg chg="add mod">
          <ac:chgData name="axel fathurrahmansyah" userId="95236daa-9df4-4c0e-9349-d8ba9c3efb24" providerId="ADAL" clId="{2B13DA72-79AD-4935-961A-433C270FF1E9}" dt="2024-12-09T08:20:04.423" v="633" actId="1076"/>
          <ac:spMkLst>
            <pc:docMk/>
            <pc:sldMk cId="1342380571" sldId="2771"/>
            <ac:spMk id="12" creationId="{8FFB96F4-EA56-38DB-3B43-4D6911EDC1C0}"/>
          </ac:spMkLst>
        </pc:spChg>
        <pc:graphicFrameChg chg="add mod">
          <ac:chgData name="axel fathurrahmansyah" userId="95236daa-9df4-4c0e-9349-d8ba9c3efb24" providerId="ADAL" clId="{2B13DA72-79AD-4935-961A-433C270FF1E9}" dt="2024-12-09T08:04:37.072" v="40"/>
          <ac:graphicFrameMkLst>
            <pc:docMk/>
            <pc:sldMk cId="1342380571" sldId="2771"/>
            <ac:graphicFrameMk id="4" creationId="{38143B28-E1A1-4451-BBB7-B3C39A056DDE}"/>
          </ac:graphicFrameMkLst>
        </pc:graphicFrameChg>
        <pc:graphicFrameChg chg="add del mod">
          <ac:chgData name="axel fathurrahmansyah" userId="95236daa-9df4-4c0e-9349-d8ba9c3efb24" providerId="ADAL" clId="{2B13DA72-79AD-4935-961A-433C270FF1E9}" dt="2024-12-09T08:05:28.874" v="51" actId="478"/>
          <ac:graphicFrameMkLst>
            <pc:docMk/>
            <pc:sldMk cId="1342380571" sldId="2771"/>
            <ac:graphicFrameMk id="8" creationId="{38143B28-E1A1-4451-BBB7-B3C39A056DDE}"/>
          </ac:graphicFrameMkLst>
        </pc:graphicFrameChg>
        <pc:graphicFrameChg chg="add mod">
          <ac:chgData name="axel fathurrahmansyah" userId="95236daa-9df4-4c0e-9349-d8ba9c3efb24" providerId="ADAL" clId="{2B13DA72-79AD-4935-961A-433C270FF1E9}" dt="2024-12-09T08:06:09.288" v="57"/>
          <ac:graphicFrameMkLst>
            <pc:docMk/>
            <pc:sldMk cId="1342380571" sldId="2771"/>
            <ac:graphicFrameMk id="9" creationId="{38143B28-E1A1-4451-BBB7-B3C39A056DDE}"/>
          </ac:graphicFrameMkLst>
        </pc:graphicFrameChg>
        <pc:graphicFrameChg chg="add mod">
          <ac:chgData name="axel fathurrahmansyah" userId="95236daa-9df4-4c0e-9349-d8ba9c3efb24" providerId="ADAL" clId="{2B13DA72-79AD-4935-961A-433C270FF1E9}" dt="2024-12-09T08:14:19.355" v="249" actId="14100"/>
          <ac:graphicFrameMkLst>
            <pc:docMk/>
            <pc:sldMk cId="1342380571" sldId="2771"/>
            <ac:graphicFrameMk id="10" creationId="{38143B28-E1A1-4451-BBB7-B3C39A056DDE}"/>
          </ac:graphicFrameMkLst>
        </pc:graphicFrameChg>
      </pc:sldChg>
      <pc:sldChg chg="addSp delSp modSp mod">
        <pc:chgData name="axel fathurrahmansyah" userId="95236daa-9df4-4c0e-9349-d8ba9c3efb24" providerId="ADAL" clId="{2B13DA72-79AD-4935-961A-433C270FF1E9}" dt="2024-12-09T08:21:32.527" v="639" actId="113"/>
        <pc:sldMkLst>
          <pc:docMk/>
          <pc:sldMk cId="686053173" sldId="2780"/>
        </pc:sldMkLst>
        <pc:spChg chg="add mod">
          <ac:chgData name="axel fathurrahmansyah" userId="95236daa-9df4-4c0e-9349-d8ba9c3efb24" providerId="ADAL" clId="{2B13DA72-79AD-4935-961A-433C270FF1E9}" dt="2024-12-09T08:21:32.527" v="639" actId="113"/>
          <ac:spMkLst>
            <pc:docMk/>
            <pc:sldMk cId="686053173" sldId="2780"/>
            <ac:spMk id="10" creationId="{961BDBA6-379F-5004-3EF6-897CBC4FB946}"/>
          </ac:spMkLst>
        </pc:spChg>
        <pc:graphicFrameChg chg="add mod">
          <ac:chgData name="axel fathurrahmansyah" userId="95236daa-9df4-4c0e-9349-d8ba9c3efb24" providerId="ADAL" clId="{2B13DA72-79AD-4935-961A-433C270FF1E9}" dt="2024-12-09T07:51:48.233" v="5"/>
          <ac:graphicFrameMkLst>
            <pc:docMk/>
            <pc:sldMk cId="686053173" sldId="2780"/>
            <ac:graphicFrameMk id="2" creationId="{66CC5CCB-0A52-2514-BC10-E5C64B187DE1}"/>
          </ac:graphicFrameMkLst>
        </pc:graphicFrameChg>
        <pc:graphicFrameChg chg="add del mod">
          <ac:chgData name="axel fathurrahmansyah" userId="95236daa-9df4-4c0e-9349-d8ba9c3efb24" providerId="ADAL" clId="{2B13DA72-79AD-4935-961A-433C270FF1E9}" dt="2024-12-09T07:51:52.303" v="8" actId="478"/>
          <ac:graphicFrameMkLst>
            <pc:docMk/>
            <pc:sldMk cId="686053173" sldId="2780"/>
            <ac:graphicFrameMk id="6" creationId="{66CC5CCB-0A52-2514-BC10-E5C64B187DE1}"/>
          </ac:graphicFrameMkLst>
        </pc:graphicFrameChg>
        <pc:graphicFrameChg chg="add mod">
          <ac:chgData name="axel fathurrahmansyah" userId="95236daa-9df4-4c0e-9349-d8ba9c3efb24" providerId="ADAL" clId="{2B13DA72-79AD-4935-961A-433C270FF1E9}" dt="2024-12-09T07:52:02.869" v="24"/>
          <ac:graphicFrameMkLst>
            <pc:docMk/>
            <pc:sldMk cId="686053173" sldId="2780"/>
            <ac:graphicFrameMk id="8" creationId="{66CC5CCB-0A52-2514-BC10-E5C64B187DE1}"/>
          </ac:graphicFrameMkLst>
        </pc:graphicFrameChg>
        <pc:graphicFrameChg chg="add mod">
          <ac:chgData name="axel fathurrahmansyah" userId="95236daa-9df4-4c0e-9349-d8ba9c3efb24" providerId="ADAL" clId="{2B13DA72-79AD-4935-961A-433C270FF1E9}" dt="2024-12-09T07:52:09.035" v="27" actId="1076"/>
          <ac:graphicFrameMkLst>
            <pc:docMk/>
            <pc:sldMk cId="686053173" sldId="2780"/>
            <ac:graphicFrameMk id="9" creationId="{66CC5CCB-0A52-2514-BC10-E5C64B187DE1}"/>
          </ac:graphicFrameMkLst>
        </pc:graphicFrameChg>
      </pc:sldChg>
    </pc:docChg>
  </pc:docChgLst>
  <pc:docChgLst>
    <pc:chgData name="yudi hartono" userId="51e890e3-9e5c-4b43-a66b-71a0049fc009" providerId="ADAL" clId="{C0F9E3BF-0778-4A50-A29B-D2A5BA4272A6}"/>
    <pc:docChg chg="undo custSel addSld delSld modSld sldOrd">
      <pc:chgData name="yudi hartono" userId="51e890e3-9e5c-4b43-a66b-71a0049fc009" providerId="ADAL" clId="{C0F9E3BF-0778-4A50-A29B-D2A5BA4272A6}" dt="2024-12-12T01:28:41.505" v="4138" actId="14861"/>
      <pc:docMkLst>
        <pc:docMk/>
      </pc:docMkLst>
      <pc:sldChg chg="modSp mod">
        <pc:chgData name="yudi hartono" userId="51e890e3-9e5c-4b43-a66b-71a0049fc009" providerId="ADAL" clId="{C0F9E3BF-0778-4A50-A29B-D2A5BA4272A6}" dt="2024-12-09T09:59:19.387" v="1540" actId="20577"/>
        <pc:sldMkLst>
          <pc:docMk/>
          <pc:sldMk cId="3011293854" sldId="1346"/>
        </pc:sldMkLst>
        <pc:spChg chg="mod">
          <ac:chgData name="yudi hartono" userId="51e890e3-9e5c-4b43-a66b-71a0049fc009" providerId="ADAL" clId="{C0F9E3BF-0778-4A50-A29B-D2A5BA4272A6}" dt="2024-12-09T06:31:17.981" v="39" actId="20577"/>
          <ac:spMkLst>
            <pc:docMk/>
            <pc:sldMk cId="3011293854" sldId="1346"/>
            <ac:spMk id="2" creationId="{00000000-0000-0000-0000-000000000000}"/>
          </ac:spMkLst>
        </pc:spChg>
        <pc:graphicFrameChg chg="modGraphic">
          <ac:chgData name="yudi hartono" userId="51e890e3-9e5c-4b43-a66b-71a0049fc009" providerId="ADAL" clId="{C0F9E3BF-0778-4A50-A29B-D2A5BA4272A6}" dt="2024-12-09T09:59:19.387" v="1540" actId="20577"/>
          <ac:graphicFrameMkLst>
            <pc:docMk/>
            <pc:sldMk cId="3011293854" sldId="1346"/>
            <ac:graphicFrameMk id="3" creationId="{00000000-0000-0000-0000-000000000000}"/>
          </ac:graphicFrameMkLst>
        </pc:graphicFrameChg>
      </pc:sldChg>
      <pc:sldChg chg="addSp delSp modSp mod">
        <pc:chgData name="yudi hartono" userId="51e890e3-9e5c-4b43-a66b-71a0049fc009" providerId="ADAL" clId="{C0F9E3BF-0778-4A50-A29B-D2A5BA4272A6}" dt="2024-12-09T07:17:42.621" v="232" actId="20577"/>
        <pc:sldMkLst>
          <pc:docMk/>
          <pc:sldMk cId="1820357285" sldId="2701"/>
        </pc:sldMkLst>
        <pc:spChg chg="mod">
          <ac:chgData name="yudi hartono" userId="51e890e3-9e5c-4b43-a66b-71a0049fc009" providerId="ADAL" clId="{C0F9E3BF-0778-4A50-A29B-D2A5BA4272A6}" dt="2024-12-09T07:17:42.621" v="232" actId="20577"/>
          <ac:spMkLst>
            <pc:docMk/>
            <pc:sldMk cId="1820357285" sldId="2701"/>
            <ac:spMk id="3" creationId="{DB279393-D92C-8865-3468-3449DDECBA5E}"/>
          </ac:spMkLst>
        </pc:spChg>
        <pc:spChg chg="add mod">
          <ac:chgData name="yudi hartono" userId="51e890e3-9e5c-4b43-a66b-71a0049fc009" providerId="ADAL" clId="{C0F9E3BF-0778-4A50-A29B-D2A5BA4272A6}" dt="2024-12-09T06:34:40.103" v="62" actId="1076"/>
          <ac:spMkLst>
            <pc:docMk/>
            <pc:sldMk cId="1820357285" sldId="2701"/>
            <ac:spMk id="4" creationId="{BA14CC18-6F70-CB15-FBE8-E6336DB1BD74}"/>
          </ac:spMkLst>
        </pc:spChg>
        <pc:spChg chg="del">
          <ac:chgData name="yudi hartono" userId="51e890e3-9e5c-4b43-a66b-71a0049fc009" providerId="ADAL" clId="{C0F9E3BF-0778-4A50-A29B-D2A5BA4272A6}" dt="2024-12-09T06:31:42.547" v="41" actId="478"/>
          <ac:spMkLst>
            <pc:docMk/>
            <pc:sldMk cId="1820357285" sldId="2701"/>
            <ac:spMk id="77" creationId="{FF98EF56-7BC1-1D4C-370D-29383B02AF26}"/>
          </ac:spMkLst>
        </pc:spChg>
        <pc:picChg chg="add del mod">
          <ac:chgData name="yudi hartono" userId="51e890e3-9e5c-4b43-a66b-71a0049fc009" providerId="ADAL" clId="{C0F9E3BF-0778-4A50-A29B-D2A5BA4272A6}" dt="2024-12-09T06:33:42.948" v="46" actId="478"/>
          <ac:picMkLst>
            <pc:docMk/>
            <pc:sldMk cId="1820357285" sldId="2701"/>
            <ac:picMk id="2" creationId="{FFC63260-C9A0-FF2D-C3DF-7C1EF23DFEDF}"/>
          </ac:picMkLst>
        </pc:picChg>
        <pc:picChg chg="add mod ord">
          <ac:chgData name="yudi hartono" userId="51e890e3-9e5c-4b43-a66b-71a0049fc009" providerId="ADAL" clId="{C0F9E3BF-0778-4A50-A29B-D2A5BA4272A6}" dt="2024-12-09T06:34:26.031" v="57" actId="1076"/>
          <ac:picMkLst>
            <pc:docMk/>
            <pc:sldMk cId="1820357285" sldId="2701"/>
            <ac:picMk id="5" creationId="{D055CB1A-0178-0CF9-6AD7-CEAE34EF01B5}"/>
          </ac:picMkLst>
        </pc:picChg>
      </pc:sldChg>
      <pc:sldChg chg="del">
        <pc:chgData name="yudi hartono" userId="51e890e3-9e5c-4b43-a66b-71a0049fc009" providerId="ADAL" clId="{C0F9E3BF-0778-4A50-A29B-D2A5BA4272A6}" dt="2024-12-09T07:42:22.767" v="952" actId="47"/>
        <pc:sldMkLst>
          <pc:docMk/>
          <pc:sldMk cId="1263133333" sldId="2758"/>
        </pc:sldMkLst>
      </pc:sldChg>
      <pc:sldChg chg="del">
        <pc:chgData name="yudi hartono" userId="51e890e3-9e5c-4b43-a66b-71a0049fc009" providerId="ADAL" clId="{C0F9E3BF-0778-4A50-A29B-D2A5BA4272A6}" dt="2024-12-09T07:42:22.767" v="952" actId="47"/>
        <pc:sldMkLst>
          <pc:docMk/>
          <pc:sldMk cId="3846914150" sldId="2759"/>
        </pc:sldMkLst>
      </pc:sldChg>
      <pc:sldChg chg="del">
        <pc:chgData name="yudi hartono" userId="51e890e3-9e5c-4b43-a66b-71a0049fc009" providerId="ADAL" clId="{C0F9E3BF-0778-4A50-A29B-D2A5BA4272A6}" dt="2024-12-09T07:42:22.767" v="952" actId="47"/>
        <pc:sldMkLst>
          <pc:docMk/>
          <pc:sldMk cId="87474974" sldId="2760"/>
        </pc:sldMkLst>
      </pc:sldChg>
      <pc:sldChg chg="addSp modSp add mod">
        <pc:chgData name="yudi hartono" userId="51e890e3-9e5c-4b43-a66b-71a0049fc009" providerId="ADAL" clId="{C0F9E3BF-0778-4A50-A29B-D2A5BA4272A6}" dt="2024-12-09T08:51:35.285" v="1326" actId="1076"/>
        <pc:sldMkLst>
          <pc:docMk/>
          <pc:sldMk cId="1577146766" sldId="2761"/>
        </pc:sldMkLst>
        <pc:spChg chg="mod">
          <ac:chgData name="yudi hartono" userId="51e890e3-9e5c-4b43-a66b-71a0049fc009" providerId="ADAL" clId="{C0F9E3BF-0778-4A50-A29B-D2A5BA4272A6}" dt="2024-12-09T07:17:54.458" v="245" actId="20577"/>
          <ac:spMkLst>
            <pc:docMk/>
            <pc:sldMk cId="1577146766" sldId="2761"/>
            <ac:spMk id="3" creationId="{12F210A8-A22A-ABA9-E63B-7EA66E4483D4}"/>
          </ac:spMkLst>
        </pc:spChg>
        <pc:picChg chg="add mod modCrop">
          <ac:chgData name="yudi hartono" userId="51e890e3-9e5c-4b43-a66b-71a0049fc009" providerId="ADAL" clId="{C0F9E3BF-0778-4A50-A29B-D2A5BA4272A6}" dt="2024-12-09T08:51:35.285" v="1326" actId="1076"/>
          <ac:picMkLst>
            <pc:docMk/>
            <pc:sldMk cId="1577146766" sldId="2761"/>
            <ac:picMk id="2" creationId="{B8094658-F96D-D0A6-6CC4-8218F711378A}"/>
          </ac:picMkLst>
        </pc:picChg>
        <pc:picChg chg="add mod">
          <ac:chgData name="yudi hartono" userId="51e890e3-9e5c-4b43-a66b-71a0049fc009" providerId="ADAL" clId="{C0F9E3BF-0778-4A50-A29B-D2A5BA4272A6}" dt="2024-12-09T08:51:35.285" v="1326" actId="1076"/>
          <ac:picMkLst>
            <pc:docMk/>
            <pc:sldMk cId="1577146766" sldId="2761"/>
            <ac:picMk id="4" creationId="{3E072F6E-2ACC-5E07-19FC-B70F2F9B1DA6}"/>
          </ac:picMkLst>
        </pc:picChg>
      </pc:sldChg>
      <pc:sldChg chg="addSp modSp add mod">
        <pc:chgData name="yudi hartono" userId="51e890e3-9e5c-4b43-a66b-71a0049fc009" providerId="ADAL" clId="{C0F9E3BF-0778-4A50-A29B-D2A5BA4272A6}" dt="2024-12-09T08:48:08.485" v="1240" actId="113"/>
        <pc:sldMkLst>
          <pc:docMk/>
          <pc:sldMk cId="3554007129" sldId="2762"/>
        </pc:sldMkLst>
        <pc:spChg chg="mod">
          <ac:chgData name="yudi hartono" userId="51e890e3-9e5c-4b43-a66b-71a0049fc009" providerId="ADAL" clId="{C0F9E3BF-0778-4A50-A29B-D2A5BA4272A6}" dt="2024-12-09T07:19:33.833" v="309" actId="20577"/>
          <ac:spMkLst>
            <pc:docMk/>
            <pc:sldMk cId="3554007129" sldId="2762"/>
            <ac:spMk id="3" creationId="{90B0CADB-835F-AAB3-793B-1680518BBC23}"/>
          </ac:spMkLst>
        </pc:spChg>
        <pc:spChg chg="add mod">
          <ac:chgData name="yudi hartono" userId="51e890e3-9e5c-4b43-a66b-71a0049fc009" providerId="ADAL" clId="{C0F9E3BF-0778-4A50-A29B-D2A5BA4272A6}" dt="2024-12-09T08:48:08.485" v="1240" actId="113"/>
          <ac:spMkLst>
            <pc:docMk/>
            <pc:sldMk cId="3554007129" sldId="2762"/>
            <ac:spMk id="4" creationId="{7BB5B42B-CD31-64D9-F886-0E78F55FE106}"/>
          </ac:spMkLst>
        </pc:spChg>
        <pc:picChg chg="add mod">
          <ac:chgData name="yudi hartono" userId="51e890e3-9e5c-4b43-a66b-71a0049fc009" providerId="ADAL" clId="{C0F9E3BF-0778-4A50-A29B-D2A5BA4272A6}" dt="2024-12-09T06:40:32.988" v="74" actId="1076"/>
          <ac:picMkLst>
            <pc:docMk/>
            <pc:sldMk cId="3554007129" sldId="2762"/>
            <ac:picMk id="2" creationId="{89D89F3C-B150-BC17-2BE5-3D7F58C9BF98}"/>
          </ac:picMkLst>
        </pc:picChg>
      </pc:sldChg>
      <pc:sldChg chg="addSp modSp add mod ord replId">
        <pc:chgData name="yudi hartono" userId="51e890e3-9e5c-4b43-a66b-71a0049fc009" providerId="ADAL" clId="{C0F9E3BF-0778-4A50-A29B-D2A5BA4272A6}" dt="2024-12-10T06:33:53.375" v="3449"/>
        <pc:sldMkLst>
          <pc:docMk/>
          <pc:sldMk cId="3645076826" sldId="2763"/>
        </pc:sldMkLst>
        <pc:spChg chg="mod">
          <ac:chgData name="yudi hartono" userId="51e890e3-9e5c-4b43-a66b-71a0049fc009" providerId="ADAL" clId="{C0F9E3BF-0778-4A50-A29B-D2A5BA4272A6}" dt="2024-12-09T07:20:31.959" v="357" actId="20577"/>
          <ac:spMkLst>
            <pc:docMk/>
            <pc:sldMk cId="3645076826" sldId="2763"/>
            <ac:spMk id="3" creationId="{524241D0-62AB-A99D-34F9-27FD7A909BDD}"/>
          </ac:spMkLst>
        </pc:spChg>
        <pc:spChg chg="add mod">
          <ac:chgData name="yudi hartono" userId="51e890e3-9e5c-4b43-a66b-71a0049fc009" providerId="ADAL" clId="{C0F9E3BF-0778-4A50-A29B-D2A5BA4272A6}" dt="2024-12-09T06:42:01.997" v="86" actId="1076"/>
          <ac:spMkLst>
            <pc:docMk/>
            <pc:sldMk cId="3645076826" sldId="2763"/>
            <ac:spMk id="6" creationId="{C8BF83EC-188E-C246-F5AA-561069AEA973}"/>
          </ac:spMkLst>
        </pc:spChg>
        <pc:spChg chg="add mod">
          <ac:chgData name="yudi hartono" userId="51e890e3-9e5c-4b43-a66b-71a0049fc009" providerId="ADAL" clId="{C0F9E3BF-0778-4A50-A29B-D2A5BA4272A6}" dt="2024-12-09T06:41:11.464" v="75"/>
          <ac:spMkLst>
            <pc:docMk/>
            <pc:sldMk cId="3645076826" sldId="2763"/>
            <ac:spMk id="8" creationId="{38DE395C-2D5B-CCB8-9768-5F443AD94823}"/>
          </ac:spMkLst>
        </pc:spChg>
        <pc:picChg chg="add mod">
          <ac:chgData name="yudi hartono" userId="51e890e3-9e5c-4b43-a66b-71a0049fc009" providerId="ADAL" clId="{C0F9E3BF-0778-4A50-A29B-D2A5BA4272A6}" dt="2024-12-09T06:41:28.159" v="76" actId="14100"/>
          <ac:picMkLst>
            <pc:docMk/>
            <pc:sldMk cId="3645076826" sldId="2763"/>
            <ac:picMk id="2" creationId="{EDA7EEEA-B93F-F70E-8632-6709CAF811E7}"/>
          </ac:picMkLst>
        </pc:picChg>
        <pc:picChg chg="add mod">
          <ac:chgData name="yudi hartono" userId="51e890e3-9e5c-4b43-a66b-71a0049fc009" providerId="ADAL" clId="{C0F9E3BF-0778-4A50-A29B-D2A5BA4272A6}" dt="2024-12-09T06:41:32.829" v="78" actId="1076"/>
          <ac:picMkLst>
            <pc:docMk/>
            <pc:sldMk cId="3645076826" sldId="2763"/>
            <ac:picMk id="4" creationId="{DACEB93A-D3EC-CF89-9612-3360F6D197DA}"/>
          </ac:picMkLst>
        </pc:picChg>
        <pc:picChg chg="add mod">
          <ac:chgData name="yudi hartono" userId="51e890e3-9e5c-4b43-a66b-71a0049fc009" providerId="ADAL" clId="{C0F9E3BF-0778-4A50-A29B-D2A5BA4272A6}" dt="2024-12-09T06:41:36.333" v="79" actId="1076"/>
          <ac:picMkLst>
            <pc:docMk/>
            <pc:sldMk cId="3645076826" sldId="2763"/>
            <ac:picMk id="5" creationId="{5C535613-C9E2-ED7F-826F-B5C0DF09566C}"/>
          </ac:picMkLst>
        </pc:picChg>
      </pc:sldChg>
      <pc:sldChg chg="addSp modSp add mod ord">
        <pc:chgData name="yudi hartono" userId="51e890e3-9e5c-4b43-a66b-71a0049fc009" providerId="ADAL" clId="{C0F9E3BF-0778-4A50-A29B-D2A5BA4272A6}" dt="2024-12-10T06:33:55.586" v="3451"/>
        <pc:sldMkLst>
          <pc:docMk/>
          <pc:sldMk cId="2936736357" sldId="2764"/>
        </pc:sldMkLst>
        <pc:spChg chg="mod">
          <ac:chgData name="yudi hartono" userId="51e890e3-9e5c-4b43-a66b-71a0049fc009" providerId="ADAL" clId="{C0F9E3BF-0778-4A50-A29B-D2A5BA4272A6}" dt="2024-12-09T07:20:57.019" v="379" actId="20577"/>
          <ac:spMkLst>
            <pc:docMk/>
            <pc:sldMk cId="2936736357" sldId="2764"/>
            <ac:spMk id="3" creationId="{9ECBB93B-90B2-A3E2-67EA-A47922C45010}"/>
          </ac:spMkLst>
        </pc:spChg>
        <pc:spChg chg="add mod">
          <ac:chgData name="yudi hartono" userId="51e890e3-9e5c-4b43-a66b-71a0049fc009" providerId="ADAL" clId="{C0F9E3BF-0778-4A50-A29B-D2A5BA4272A6}" dt="2024-12-09T06:43:44.440" v="101" actId="1076"/>
          <ac:spMkLst>
            <pc:docMk/>
            <pc:sldMk cId="2936736357" sldId="2764"/>
            <ac:spMk id="5" creationId="{917DF267-4C7B-155E-D7CF-6E0717BAE5F6}"/>
          </ac:spMkLst>
        </pc:spChg>
        <pc:picChg chg="add mod">
          <ac:chgData name="yudi hartono" userId="51e890e3-9e5c-4b43-a66b-71a0049fc009" providerId="ADAL" clId="{C0F9E3BF-0778-4A50-A29B-D2A5BA4272A6}" dt="2024-12-09T06:43:40.557" v="100" actId="14100"/>
          <ac:picMkLst>
            <pc:docMk/>
            <pc:sldMk cId="2936736357" sldId="2764"/>
            <ac:picMk id="2" creationId="{8AB6C913-0ECB-E62D-5A7A-4ABA8F251310}"/>
          </ac:picMkLst>
        </pc:picChg>
        <pc:picChg chg="add mod">
          <ac:chgData name="yudi hartono" userId="51e890e3-9e5c-4b43-a66b-71a0049fc009" providerId="ADAL" clId="{C0F9E3BF-0778-4A50-A29B-D2A5BA4272A6}" dt="2024-12-09T06:43:14.663" v="97" actId="14861"/>
          <ac:picMkLst>
            <pc:docMk/>
            <pc:sldMk cId="2936736357" sldId="2764"/>
            <ac:picMk id="4" creationId="{6123F0E7-C07F-54D7-B036-766EDCC638A0}"/>
          </ac:picMkLst>
        </pc:picChg>
        <pc:picChg chg="add mod">
          <ac:chgData name="yudi hartono" userId="51e890e3-9e5c-4b43-a66b-71a0049fc009" providerId="ADAL" clId="{C0F9E3BF-0778-4A50-A29B-D2A5BA4272A6}" dt="2024-12-09T06:43:37.855" v="99" actId="14100"/>
          <ac:picMkLst>
            <pc:docMk/>
            <pc:sldMk cId="2936736357" sldId="2764"/>
            <ac:picMk id="6" creationId="{445CDC29-D314-6DB7-BB6D-7BCC49A319BC}"/>
          </ac:picMkLst>
        </pc:picChg>
      </pc:sldChg>
      <pc:sldChg chg="addSp modSp add mod replId">
        <pc:chgData name="yudi hartono" userId="51e890e3-9e5c-4b43-a66b-71a0049fc009" providerId="ADAL" clId="{C0F9E3BF-0778-4A50-A29B-D2A5BA4272A6}" dt="2024-12-10T10:37:08.700" v="3771" actId="1038"/>
        <pc:sldMkLst>
          <pc:docMk/>
          <pc:sldMk cId="3210672562" sldId="2765"/>
        </pc:sldMkLst>
        <pc:spChg chg="mod">
          <ac:chgData name="yudi hartono" userId="51e890e3-9e5c-4b43-a66b-71a0049fc009" providerId="ADAL" clId="{C0F9E3BF-0778-4A50-A29B-D2A5BA4272A6}" dt="2024-12-10T01:12:46.830" v="1559" actId="20577"/>
          <ac:spMkLst>
            <pc:docMk/>
            <pc:sldMk cId="3210672562" sldId="2765"/>
            <ac:spMk id="3" creationId="{6E622D00-6E94-B965-6093-0D61D1890827}"/>
          </ac:spMkLst>
        </pc:spChg>
        <pc:spChg chg="add mod">
          <ac:chgData name="yudi hartono" userId="51e890e3-9e5c-4b43-a66b-71a0049fc009" providerId="ADAL" clId="{C0F9E3BF-0778-4A50-A29B-D2A5BA4272A6}" dt="2024-12-09T06:45:17.332" v="107" actId="1076"/>
          <ac:spMkLst>
            <pc:docMk/>
            <pc:sldMk cId="3210672562" sldId="2765"/>
            <ac:spMk id="5" creationId="{2D84C441-201A-FC1B-07B2-FFC3C6AAE121}"/>
          </ac:spMkLst>
        </pc:spChg>
        <pc:spChg chg="add mod">
          <ac:chgData name="yudi hartono" userId="51e890e3-9e5c-4b43-a66b-71a0049fc009" providerId="ADAL" clId="{C0F9E3BF-0778-4A50-A29B-D2A5BA4272A6}" dt="2024-12-09T06:45:40.822" v="112" actId="14100"/>
          <ac:spMkLst>
            <pc:docMk/>
            <pc:sldMk cId="3210672562" sldId="2765"/>
            <ac:spMk id="6" creationId="{CE982DA3-55E6-A557-5DD8-BA03DBE05284}"/>
          </ac:spMkLst>
        </pc:spChg>
        <pc:picChg chg="add mod">
          <ac:chgData name="yudi hartono" userId="51e890e3-9e5c-4b43-a66b-71a0049fc009" providerId="ADAL" clId="{C0F9E3BF-0778-4A50-A29B-D2A5BA4272A6}" dt="2024-12-10T10:37:02.246" v="3766" actId="14861"/>
          <ac:picMkLst>
            <pc:docMk/>
            <pc:sldMk cId="3210672562" sldId="2765"/>
            <ac:picMk id="2" creationId="{20A58146-CC86-22D6-C265-229FC79C31F1}"/>
          </ac:picMkLst>
        </pc:picChg>
        <pc:picChg chg="add mod">
          <ac:chgData name="yudi hartono" userId="51e890e3-9e5c-4b43-a66b-71a0049fc009" providerId="ADAL" clId="{C0F9E3BF-0778-4A50-A29B-D2A5BA4272A6}" dt="2024-12-10T10:37:08.700" v="3771" actId="1038"/>
          <ac:picMkLst>
            <pc:docMk/>
            <pc:sldMk cId="3210672562" sldId="2765"/>
            <ac:picMk id="4" creationId="{20902B42-F09F-96BE-6EA0-F3A288747DCF}"/>
          </ac:picMkLst>
        </pc:picChg>
      </pc:sldChg>
      <pc:sldChg chg="addSp modSp add mod replId">
        <pc:chgData name="yudi hartono" userId="51e890e3-9e5c-4b43-a66b-71a0049fc009" providerId="ADAL" clId="{C0F9E3BF-0778-4A50-A29B-D2A5BA4272A6}" dt="2024-12-10T01:14:21.622" v="1596" actId="20577"/>
        <pc:sldMkLst>
          <pc:docMk/>
          <pc:sldMk cId="2053532898" sldId="2766"/>
        </pc:sldMkLst>
        <pc:spChg chg="add mod">
          <ac:chgData name="yudi hartono" userId="51e890e3-9e5c-4b43-a66b-71a0049fc009" providerId="ADAL" clId="{C0F9E3BF-0778-4A50-A29B-D2A5BA4272A6}" dt="2024-12-09T06:46:29.027" v="113"/>
          <ac:spMkLst>
            <pc:docMk/>
            <pc:sldMk cId="2053532898" sldId="2766"/>
            <ac:spMk id="2" creationId="{5850D16B-B626-A654-CEBA-981C3D5465CC}"/>
          </ac:spMkLst>
        </pc:spChg>
        <pc:spChg chg="mod">
          <ac:chgData name="yudi hartono" userId="51e890e3-9e5c-4b43-a66b-71a0049fc009" providerId="ADAL" clId="{C0F9E3BF-0778-4A50-A29B-D2A5BA4272A6}" dt="2024-12-10T01:14:21.622" v="1596" actId="20577"/>
          <ac:spMkLst>
            <pc:docMk/>
            <pc:sldMk cId="2053532898" sldId="2766"/>
            <ac:spMk id="3" creationId="{F7338037-0D3E-1C68-7065-FC290929AFF4}"/>
          </ac:spMkLst>
        </pc:spChg>
        <pc:spChg chg="add mod">
          <ac:chgData name="yudi hartono" userId="51e890e3-9e5c-4b43-a66b-71a0049fc009" providerId="ADAL" clId="{C0F9E3BF-0778-4A50-A29B-D2A5BA4272A6}" dt="2024-12-09T06:46:29.027" v="113"/>
          <ac:spMkLst>
            <pc:docMk/>
            <pc:sldMk cId="2053532898" sldId="2766"/>
            <ac:spMk id="4" creationId="{25B6B6C2-F0D2-63FF-26EC-19A941772AED}"/>
          </ac:spMkLst>
        </pc:spChg>
        <pc:spChg chg="add mod">
          <ac:chgData name="yudi hartono" userId="51e890e3-9e5c-4b43-a66b-71a0049fc009" providerId="ADAL" clId="{C0F9E3BF-0778-4A50-A29B-D2A5BA4272A6}" dt="2024-12-09T06:46:29.027" v="113"/>
          <ac:spMkLst>
            <pc:docMk/>
            <pc:sldMk cId="2053532898" sldId="2766"/>
            <ac:spMk id="5" creationId="{BBF3B535-4A0A-143B-7917-43D4710A99F1}"/>
          </ac:spMkLst>
        </pc:spChg>
        <pc:spChg chg="add mod">
          <ac:chgData name="yudi hartono" userId="51e890e3-9e5c-4b43-a66b-71a0049fc009" providerId="ADAL" clId="{C0F9E3BF-0778-4A50-A29B-D2A5BA4272A6}" dt="2024-12-09T06:46:46.869" v="114"/>
          <ac:spMkLst>
            <pc:docMk/>
            <pc:sldMk cId="2053532898" sldId="2766"/>
            <ac:spMk id="8" creationId="{305A86F8-42AE-ED12-2902-B21364729A33}"/>
          </ac:spMkLst>
        </pc:spChg>
        <pc:spChg chg="add mod">
          <ac:chgData name="yudi hartono" userId="51e890e3-9e5c-4b43-a66b-71a0049fc009" providerId="ADAL" clId="{C0F9E3BF-0778-4A50-A29B-D2A5BA4272A6}" dt="2024-12-09T06:46:46.869" v="114"/>
          <ac:spMkLst>
            <pc:docMk/>
            <pc:sldMk cId="2053532898" sldId="2766"/>
            <ac:spMk id="9" creationId="{D32375CD-3EE6-D469-3E4F-9DC0A3B2A663}"/>
          </ac:spMkLst>
        </pc:spChg>
        <pc:spChg chg="add mod">
          <ac:chgData name="yudi hartono" userId="51e890e3-9e5c-4b43-a66b-71a0049fc009" providerId="ADAL" clId="{C0F9E3BF-0778-4A50-A29B-D2A5BA4272A6}" dt="2024-12-09T06:46:46.869" v="114"/>
          <ac:spMkLst>
            <pc:docMk/>
            <pc:sldMk cId="2053532898" sldId="2766"/>
            <ac:spMk id="10" creationId="{8097F9A8-4704-88D2-C596-368BC0AD74C8}"/>
          </ac:spMkLst>
        </pc:spChg>
        <pc:picChg chg="add mod">
          <ac:chgData name="yudi hartono" userId="51e890e3-9e5c-4b43-a66b-71a0049fc009" providerId="ADAL" clId="{C0F9E3BF-0778-4A50-A29B-D2A5BA4272A6}" dt="2024-12-09T06:46:46.869" v="114"/>
          <ac:picMkLst>
            <pc:docMk/>
            <pc:sldMk cId="2053532898" sldId="2766"/>
            <ac:picMk id="6" creationId="{2C2C0ACA-19EE-7856-4E4D-4A92FCA2C117}"/>
          </ac:picMkLst>
        </pc:picChg>
      </pc:sldChg>
      <pc:sldChg chg="add">
        <pc:chgData name="yudi hartono" userId="51e890e3-9e5c-4b43-a66b-71a0049fc009" providerId="ADAL" clId="{C0F9E3BF-0778-4A50-A29B-D2A5BA4272A6}" dt="2024-12-10T06:35:02.103" v="3455"/>
        <pc:sldMkLst>
          <pc:docMk/>
          <pc:sldMk cId="3975588056" sldId="2767"/>
        </pc:sldMkLst>
      </pc:sldChg>
      <pc:sldChg chg="addSp modSp add del mod ord replId">
        <pc:chgData name="yudi hartono" userId="51e890e3-9e5c-4b43-a66b-71a0049fc009" providerId="ADAL" clId="{C0F9E3BF-0778-4A50-A29B-D2A5BA4272A6}" dt="2024-12-10T06:34:55.311" v="3454" actId="2696"/>
        <pc:sldMkLst>
          <pc:docMk/>
          <pc:sldMk cId="4191927297" sldId="2767"/>
        </pc:sldMkLst>
        <pc:spChg chg="mod">
          <ac:chgData name="yudi hartono" userId="51e890e3-9e5c-4b43-a66b-71a0049fc009" providerId="ADAL" clId="{C0F9E3BF-0778-4A50-A29B-D2A5BA4272A6}" dt="2024-12-09T07:20:01.769" v="331" actId="20577"/>
          <ac:spMkLst>
            <pc:docMk/>
            <pc:sldMk cId="4191927297" sldId="2767"/>
            <ac:spMk id="3" creationId="{397883CA-6866-5001-6DC1-D5B79EFCC2E2}"/>
          </ac:spMkLst>
        </pc:spChg>
        <pc:spChg chg="add mod">
          <ac:chgData name="yudi hartono" userId="51e890e3-9e5c-4b43-a66b-71a0049fc009" providerId="ADAL" clId="{C0F9E3BF-0778-4A50-A29B-D2A5BA4272A6}" dt="2024-12-09T06:48:15.571" v="118"/>
          <ac:spMkLst>
            <pc:docMk/>
            <pc:sldMk cId="4191927297" sldId="2767"/>
            <ac:spMk id="10" creationId="{2F0003D2-4871-7059-5074-7C08E1BF0E2F}"/>
          </ac:spMkLst>
        </pc:spChg>
        <pc:spChg chg="add mod">
          <ac:chgData name="yudi hartono" userId="51e890e3-9e5c-4b43-a66b-71a0049fc009" providerId="ADAL" clId="{C0F9E3BF-0778-4A50-A29B-D2A5BA4272A6}" dt="2024-12-09T06:48:15.571" v="118"/>
          <ac:spMkLst>
            <pc:docMk/>
            <pc:sldMk cId="4191927297" sldId="2767"/>
            <ac:spMk id="12" creationId="{B1BC25B8-5692-86E1-FB32-74F41010E90C}"/>
          </ac:spMkLst>
        </pc:spChg>
        <pc:spChg chg="add mod">
          <ac:chgData name="yudi hartono" userId="51e890e3-9e5c-4b43-a66b-71a0049fc009" providerId="ADAL" clId="{C0F9E3BF-0778-4A50-A29B-D2A5BA4272A6}" dt="2024-12-09T06:48:15.571" v="118"/>
          <ac:spMkLst>
            <pc:docMk/>
            <pc:sldMk cId="4191927297" sldId="2767"/>
            <ac:spMk id="13" creationId="{17E7E49F-DABD-ABF3-77CD-EAE7D05DDBD8}"/>
          </ac:spMkLst>
        </pc:spChg>
        <pc:spChg chg="add mod">
          <ac:chgData name="yudi hartono" userId="51e890e3-9e5c-4b43-a66b-71a0049fc009" providerId="ADAL" clId="{C0F9E3BF-0778-4A50-A29B-D2A5BA4272A6}" dt="2024-12-09T06:48:15.571" v="118"/>
          <ac:spMkLst>
            <pc:docMk/>
            <pc:sldMk cId="4191927297" sldId="2767"/>
            <ac:spMk id="14" creationId="{0ED26ED4-2522-D926-7470-3F80F00E5473}"/>
          </ac:spMkLst>
        </pc:spChg>
        <pc:spChg chg="add mod">
          <ac:chgData name="yudi hartono" userId="51e890e3-9e5c-4b43-a66b-71a0049fc009" providerId="ADAL" clId="{C0F9E3BF-0778-4A50-A29B-D2A5BA4272A6}" dt="2024-12-09T06:49:25.281" v="130" actId="1076"/>
          <ac:spMkLst>
            <pc:docMk/>
            <pc:sldMk cId="4191927297" sldId="2767"/>
            <ac:spMk id="15" creationId="{8FAFBE19-1D2D-9095-78F0-896C426628F7}"/>
          </ac:spMkLst>
        </pc:spChg>
        <pc:spChg chg="add mod">
          <ac:chgData name="yudi hartono" userId="51e890e3-9e5c-4b43-a66b-71a0049fc009" providerId="ADAL" clId="{C0F9E3BF-0778-4A50-A29B-D2A5BA4272A6}" dt="2024-12-09T06:51:10.918" v="142" actId="1076"/>
          <ac:spMkLst>
            <pc:docMk/>
            <pc:sldMk cId="4191927297" sldId="2767"/>
            <ac:spMk id="16" creationId="{734113BC-FB53-69AE-FB58-D3C08250B6F3}"/>
          </ac:spMkLst>
        </pc:spChg>
        <pc:spChg chg="add mod">
          <ac:chgData name="yudi hartono" userId="51e890e3-9e5c-4b43-a66b-71a0049fc009" providerId="ADAL" clId="{C0F9E3BF-0778-4A50-A29B-D2A5BA4272A6}" dt="2024-12-09T06:51:16.697" v="143" actId="1076"/>
          <ac:spMkLst>
            <pc:docMk/>
            <pc:sldMk cId="4191927297" sldId="2767"/>
            <ac:spMk id="17" creationId="{8140B3E9-0C17-53E8-A9DB-9BF89F53AF7F}"/>
          </ac:spMkLst>
        </pc:spChg>
        <pc:spChg chg="add mod">
          <ac:chgData name="yudi hartono" userId="51e890e3-9e5c-4b43-a66b-71a0049fc009" providerId="ADAL" clId="{C0F9E3BF-0778-4A50-A29B-D2A5BA4272A6}" dt="2024-12-09T06:50:50.750" v="141" actId="1076"/>
          <ac:spMkLst>
            <pc:docMk/>
            <pc:sldMk cId="4191927297" sldId="2767"/>
            <ac:spMk id="18" creationId="{C2B2D878-F6A1-129F-03B7-3A96D21A6FCA}"/>
          </ac:spMkLst>
        </pc:spChg>
        <pc:spChg chg="add mod">
          <ac:chgData name="yudi hartono" userId="51e890e3-9e5c-4b43-a66b-71a0049fc009" providerId="ADAL" clId="{C0F9E3BF-0778-4A50-A29B-D2A5BA4272A6}" dt="2024-12-09T06:49:58.418" v="134" actId="1076"/>
          <ac:spMkLst>
            <pc:docMk/>
            <pc:sldMk cId="4191927297" sldId="2767"/>
            <ac:spMk id="19" creationId="{69ECFA0C-C9C0-28EC-AF3E-67CA0474B817}"/>
          </ac:spMkLst>
        </pc:spChg>
        <pc:spChg chg="add mod">
          <ac:chgData name="yudi hartono" userId="51e890e3-9e5c-4b43-a66b-71a0049fc009" providerId="ADAL" clId="{C0F9E3BF-0778-4A50-A29B-D2A5BA4272A6}" dt="2024-12-09T06:50:29.976" v="140" actId="1076"/>
          <ac:spMkLst>
            <pc:docMk/>
            <pc:sldMk cId="4191927297" sldId="2767"/>
            <ac:spMk id="20" creationId="{CC111179-BBFF-1B5F-C9D6-E92E7955D564}"/>
          </ac:spMkLst>
        </pc:spChg>
        <pc:graphicFrameChg chg="add mod modGraphic">
          <ac:chgData name="yudi hartono" userId="51e890e3-9e5c-4b43-a66b-71a0049fc009" providerId="ADAL" clId="{C0F9E3BF-0778-4A50-A29B-D2A5BA4272A6}" dt="2024-12-09T06:50:11.338" v="137" actId="14734"/>
          <ac:graphicFrameMkLst>
            <pc:docMk/>
            <pc:sldMk cId="4191927297" sldId="2767"/>
            <ac:graphicFrameMk id="2" creationId="{B47D7447-3D59-30F2-D0AF-40772C48C1C5}"/>
          </ac:graphicFrameMkLst>
        </pc:graphicFrameChg>
        <pc:picChg chg="add mod">
          <ac:chgData name="yudi hartono" userId="51e890e3-9e5c-4b43-a66b-71a0049fc009" providerId="ADAL" clId="{C0F9E3BF-0778-4A50-A29B-D2A5BA4272A6}" dt="2024-12-09T06:48:15.571" v="118"/>
          <ac:picMkLst>
            <pc:docMk/>
            <pc:sldMk cId="4191927297" sldId="2767"/>
            <ac:picMk id="4" creationId="{56FCC0C6-BA2F-822C-11F6-4D046D8EEEE5}"/>
          </ac:picMkLst>
        </pc:picChg>
        <pc:cxnChg chg="add mod">
          <ac:chgData name="yudi hartono" userId="51e890e3-9e5c-4b43-a66b-71a0049fc009" providerId="ADAL" clId="{C0F9E3BF-0778-4A50-A29B-D2A5BA4272A6}" dt="2024-12-09T06:48:15.571" v="118"/>
          <ac:cxnSpMkLst>
            <pc:docMk/>
            <pc:sldMk cId="4191927297" sldId="2767"/>
            <ac:cxnSpMk id="5" creationId="{FDEDE4F4-F488-FB32-AECE-831EC31F4F41}"/>
          </ac:cxnSpMkLst>
        </pc:cxnChg>
        <pc:cxnChg chg="add mod">
          <ac:chgData name="yudi hartono" userId="51e890e3-9e5c-4b43-a66b-71a0049fc009" providerId="ADAL" clId="{C0F9E3BF-0778-4A50-A29B-D2A5BA4272A6}" dt="2024-12-09T06:48:15.571" v="118"/>
          <ac:cxnSpMkLst>
            <pc:docMk/>
            <pc:sldMk cId="4191927297" sldId="2767"/>
            <ac:cxnSpMk id="6" creationId="{04423650-BB6D-7CEB-3F32-825D391C770A}"/>
          </ac:cxnSpMkLst>
        </pc:cxnChg>
        <pc:cxnChg chg="add mod">
          <ac:chgData name="yudi hartono" userId="51e890e3-9e5c-4b43-a66b-71a0049fc009" providerId="ADAL" clId="{C0F9E3BF-0778-4A50-A29B-D2A5BA4272A6}" dt="2024-12-09T06:48:15.571" v="118"/>
          <ac:cxnSpMkLst>
            <pc:docMk/>
            <pc:sldMk cId="4191927297" sldId="2767"/>
            <ac:cxnSpMk id="8" creationId="{9BAC33D3-3A5F-6F60-C8A6-5A34C4F7C9DB}"/>
          </ac:cxnSpMkLst>
        </pc:cxnChg>
        <pc:cxnChg chg="add mod">
          <ac:chgData name="yudi hartono" userId="51e890e3-9e5c-4b43-a66b-71a0049fc009" providerId="ADAL" clId="{C0F9E3BF-0778-4A50-A29B-D2A5BA4272A6}" dt="2024-12-09T06:48:15.571" v="118"/>
          <ac:cxnSpMkLst>
            <pc:docMk/>
            <pc:sldMk cId="4191927297" sldId="2767"/>
            <ac:cxnSpMk id="9" creationId="{690722BA-644B-686C-706C-6A227B089896}"/>
          </ac:cxnSpMkLst>
        </pc:cxnChg>
      </pc:sldChg>
      <pc:sldChg chg="addSp modSp add mod ord">
        <pc:chgData name="yudi hartono" userId="51e890e3-9e5c-4b43-a66b-71a0049fc009" providerId="ADAL" clId="{C0F9E3BF-0778-4A50-A29B-D2A5BA4272A6}" dt="2024-12-10T01:13:43.236" v="1584" actId="14734"/>
        <pc:sldMkLst>
          <pc:docMk/>
          <pc:sldMk cId="1246398400" sldId="2768"/>
        </pc:sldMkLst>
        <pc:spChg chg="mod">
          <ac:chgData name="yudi hartono" userId="51e890e3-9e5c-4b43-a66b-71a0049fc009" providerId="ADAL" clId="{C0F9E3BF-0778-4A50-A29B-D2A5BA4272A6}" dt="2024-12-10T01:13:30.398" v="1583" actId="20577"/>
          <ac:spMkLst>
            <pc:docMk/>
            <pc:sldMk cId="1246398400" sldId="2768"/>
            <ac:spMk id="3" creationId="{ADE85A2E-EDA6-1307-BC0B-B424740E2955}"/>
          </ac:spMkLst>
        </pc:spChg>
        <pc:spChg chg="add mod">
          <ac:chgData name="yudi hartono" userId="51e890e3-9e5c-4b43-a66b-71a0049fc009" providerId="ADAL" clId="{C0F9E3BF-0778-4A50-A29B-D2A5BA4272A6}" dt="2024-12-09T06:52:57.468" v="159" actId="14100"/>
          <ac:spMkLst>
            <pc:docMk/>
            <pc:sldMk cId="1246398400" sldId="2768"/>
            <ac:spMk id="4" creationId="{9BD57647-55D8-24B2-A3F9-8F781E2515B6}"/>
          </ac:spMkLst>
        </pc:spChg>
        <pc:graphicFrameChg chg="add mod modGraphic">
          <ac:chgData name="yudi hartono" userId="51e890e3-9e5c-4b43-a66b-71a0049fc009" providerId="ADAL" clId="{C0F9E3BF-0778-4A50-A29B-D2A5BA4272A6}" dt="2024-12-10T01:13:43.236" v="1584" actId="14734"/>
          <ac:graphicFrameMkLst>
            <pc:docMk/>
            <pc:sldMk cId="1246398400" sldId="2768"/>
            <ac:graphicFrameMk id="2" creationId="{B426D2E7-DA1B-19ED-56E1-AF2FEB907BCE}"/>
          </ac:graphicFrameMkLst>
        </pc:graphicFrameChg>
      </pc:sldChg>
      <pc:sldChg chg="addSp modSp add mod ord">
        <pc:chgData name="yudi hartono" userId="51e890e3-9e5c-4b43-a66b-71a0049fc009" providerId="ADAL" clId="{C0F9E3BF-0778-4A50-A29B-D2A5BA4272A6}" dt="2024-12-10T01:14:46.651" v="1598" actId="20577"/>
        <pc:sldMkLst>
          <pc:docMk/>
          <pc:sldMk cId="1938563975" sldId="2769"/>
        </pc:sldMkLst>
        <pc:spChg chg="mod">
          <ac:chgData name="yudi hartono" userId="51e890e3-9e5c-4b43-a66b-71a0049fc009" providerId="ADAL" clId="{C0F9E3BF-0778-4A50-A29B-D2A5BA4272A6}" dt="2024-12-10T01:14:46.651" v="1598" actId="20577"/>
          <ac:spMkLst>
            <pc:docMk/>
            <pc:sldMk cId="1938563975" sldId="2769"/>
            <ac:spMk id="3" creationId="{7848A13A-B1B1-0916-670F-EAFE79179D49}"/>
          </ac:spMkLst>
        </pc:spChg>
        <pc:graphicFrameChg chg="add mod">
          <ac:chgData name="yudi hartono" userId="51e890e3-9e5c-4b43-a66b-71a0049fc009" providerId="ADAL" clId="{C0F9E3BF-0778-4A50-A29B-D2A5BA4272A6}" dt="2024-12-09T07:01:58.275" v="166" actId="1076"/>
          <ac:graphicFrameMkLst>
            <pc:docMk/>
            <pc:sldMk cId="1938563975" sldId="2769"/>
            <ac:graphicFrameMk id="2" creationId="{BFE932DC-CC01-E806-4AA1-A39DE104039A}"/>
          </ac:graphicFrameMkLst>
        </pc:graphicFrameChg>
        <pc:picChg chg="add mod">
          <ac:chgData name="yudi hartono" userId="51e890e3-9e5c-4b43-a66b-71a0049fc009" providerId="ADAL" clId="{C0F9E3BF-0778-4A50-A29B-D2A5BA4272A6}" dt="2024-12-09T07:02:49.758" v="178" actId="1076"/>
          <ac:picMkLst>
            <pc:docMk/>
            <pc:sldMk cId="1938563975" sldId="2769"/>
            <ac:picMk id="4" creationId="{92C5A786-9BC7-C360-9A77-A82DB8A75BF8}"/>
          </ac:picMkLst>
        </pc:picChg>
        <pc:picChg chg="add mod">
          <ac:chgData name="yudi hartono" userId="51e890e3-9e5c-4b43-a66b-71a0049fc009" providerId="ADAL" clId="{C0F9E3BF-0778-4A50-A29B-D2A5BA4272A6}" dt="2024-12-09T07:02:45.373" v="177" actId="1076"/>
          <ac:picMkLst>
            <pc:docMk/>
            <pc:sldMk cId="1938563975" sldId="2769"/>
            <ac:picMk id="5" creationId="{7C695451-BDB8-3B34-6F6E-789A18D016FA}"/>
          </ac:picMkLst>
        </pc:picChg>
        <pc:picChg chg="add mod">
          <ac:chgData name="yudi hartono" userId="51e890e3-9e5c-4b43-a66b-71a0049fc009" providerId="ADAL" clId="{C0F9E3BF-0778-4A50-A29B-D2A5BA4272A6}" dt="2024-12-09T07:02:54.669" v="180" actId="1076"/>
          <ac:picMkLst>
            <pc:docMk/>
            <pc:sldMk cId="1938563975" sldId="2769"/>
            <ac:picMk id="6" creationId="{0FF56734-728B-0CF6-291C-F0192A28B480}"/>
          </ac:picMkLst>
        </pc:picChg>
        <pc:picChg chg="add mod">
          <ac:chgData name="yudi hartono" userId="51e890e3-9e5c-4b43-a66b-71a0049fc009" providerId="ADAL" clId="{C0F9E3BF-0778-4A50-A29B-D2A5BA4272A6}" dt="2024-12-09T07:02:51.461" v="179" actId="1076"/>
          <ac:picMkLst>
            <pc:docMk/>
            <pc:sldMk cId="1938563975" sldId="2769"/>
            <ac:picMk id="8" creationId="{4E16CB5C-A9B1-B6A5-A57F-E80AD9231F4E}"/>
          </ac:picMkLst>
        </pc:picChg>
      </pc:sldChg>
      <pc:sldChg chg="addSp modSp add mod">
        <pc:chgData name="yudi hartono" userId="51e890e3-9e5c-4b43-a66b-71a0049fc009" providerId="ADAL" clId="{C0F9E3BF-0778-4A50-A29B-D2A5BA4272A6}" dt="2024-12-10T10:35:05.123" v="3744" actId="14861"/>
        <pc:sldMkLst>
          <pc:docMk/>
          <pc:sldMk cId="2764028016" sldId="2770"/>
        </pc:sldMkLst>
        <pc:spChg chg="mod">
          <ac:chgData name="yudi hartono" userId="51e890e3-9e5c-4b43-a66b-71a0049fc009" providerId="ADAL" clId="{C0F9E3BF-0778-4A50-A29B-D2A5BA4272A6}" dt="2024-12-10T01:14:55.704" v="1600" actId="20577"/>
          <ac:spMkLst>
            <pc:docMk/>
            <pc:sldMk cId="2764028016" sldId="2770"/>
            <ac:spMk id="3" creationId="{25A1B221-E73F-78AC-D473-A2B265450508}"/>
          </ac:spMkLst>
        </pc:spChg>
        <pc:spChg chg="add mod">
          <ac:chgData name="yudi hartono" userId="51e890e3-9e5c-4b43-a66b-71a0049fc009" providerId="ADAL" clId="{C0F9E3BF-0778-4A50-A29B-D2A5BA4272A6}" dt="2024-12-09T07:25:24.634" v="631" actId="20577"/>
          <ac:spMkLst>
            <pc:docMk/>
            <pc:sldMk cId="2764028016" sldId="2770"/>
            <ac:spMk id="4" creationId="{F6C056E7-B513-8B1B-3D73-B3FB443EE565}"/>
          </ac:spMkLst>
        </pc:spChg>
        <pc:spChg chg="add mod">
          <ac:chgData name="yudi hartono" userId="51e890e3-9e5c-4b43-a66b-71a0049fc009" providerId="ADAL" clId="{C0F9E3BF-0778-4A50-A29B-D2A5BA4272A6}" dt="2024-12-09T07:25:37.854" v="639" actId="20577"/>
          <ac:spMkLst>
            <pc:docMk/>
            <pc:sldMk cId="2764028016" sldId="2770"/>
            <ac:spMk id="5" creationId="{31BC4C0F-CA45-3F31-0EB1-9F3CFBE944F7}"/>
          </ac:spMkLst>
        </pc:spChg>
        <pc:spChg chg="mod">
          <ac:chgData name="yudi hartono" userId="51e890e3-9e5c-4b43-a66b-71a0049fc009" providerId="ADAL" clId="{C0F9E3BF-0778-4A50-A29B-D2A5BA4272A6}" dt="2024-12-10T10:34:58.946" v="3743" actId="1076"/>
          <ac:spMkLst>
            <pc:docMk/>
            <pc:sldMk cId="2764028016" sldId="2770"/>
            <ac:spMk id="9" creationId="{D3D69F9E-4ED4-D7FF-FE1F-910A73BAB898}"/>
          </ac:spMkLst>
        </pc:spChg>
        <pc:graphicFrameChg chg="mod">
          <ac:chgData name="yudi hartono" userId="51e890e3-9e5c-4b43-a66b-71a0049fc009" providerId="ADAL" clId="{C0F9E3BF-0778-4A50-A29B-D2A5BA4272A6}" dt="2024-12-10T10:34:17.519" v="3728" actId="1076"/>
          <ac:graphicFrameMkLst>
            <pc:docMk/>
            <pc:sldMk cId="2764028016" sldId="2770"/>
            <ac:graphicFrameMk id="8" creationId="{4E9AD5EB-7A39-4C79-B066-FF8EFD6EF8D8}"/>
          </ac:graphicFrameMkLst>
        </pc:graphicFrameChg>
        <pc:picChg chg="add mod">
          <ac:chgData name="yudi hartono" userId="51e890e3-9e5c-4b43-a66b-71a0049fc009" providerId="ADAL" clId="{C0F9E3BF-0778-4A50-A29B-D2A5BA4272A6}" dt="2024-12-10T10:35:05.123" v="3744" actId="14861"/>
          <ac:picMkLst>
            <pc:docMk/>
            <pc:sldMk cId="2764028016" sldId="2770"/>
            <ac:picMk id="2" creationId="{98A004E8-D8F8-59AF-DF5A-9D6DC682E560}"/>
          </ac:picMkLst>
        </pc:picChg>
      </pc:sldChg>
      <pc:sldChg chg="addSp delSp modSp add mod replId">
        <pc:chgData name="yudi hartono" userId="51e890e3-9e5c-4b43-a66b-71a0049fc009" providerId="ADAL" clId="{C0F9E3BF-0778-4A50-A29B-D2A5BA4272A6}" dt="2024-12-12T01:04:24.492" v="3965" actId="207"/>
        <pc:sldMkLst>
          <pc:docMk/>
          <pc:sldMk cId="1342380571" sldId="2771"/>
        </pc:sldMkLst>
        <pc:spChg chg="mod">
          <ac:chgData name="yudi hartono" userId="51e890e3-9e5c-4b43-a66b-71a0049fc009" providerId="ADAL" clId="{C0F9E3BF-0778-4A50-A29B-D2A5BA4272A6}" dt="2024-12-10T01:15:36.560" v="1606" actId="20577"/>
          <ac:spMkLst>
            <pc:docMk/>
            <pc:sldMk cId="1342380571" sldId="2771"/>
            <ac:spMk id="3" creationId="{29E5EC08-6438-F31B-7848-013A208E553B}"/>
          </ac:spMkLst>
        </pc:spChg>
        <pc:spChg chg="add del mod">
          <ac:chgData name="yudi hartono" userId="51e890e3-9e5c-4b43-a66b-71a0049fc009" providerId="ADAL" clId="{C0F9E3BF-0778-4A50-A29B-D2A5BA4272A6}" dt="2024-12-09T07:25:49.596" v="641" actId="478"/>
          <ac:spMkLst>
            <pc:docMk/>
            <pc:sldMk cId="1342380571" sldId="2771"/>
            <ac:spMk id="4" creationId="{2A35593D-E48D-6F82-ED00-B519C2C1EA7E}"/>
          </ac:spMkLst>
        </pc:spChg>
        <pc:spChg chg="add mod">
          <ac:chgData name="yudi hartono" userId="51e890e3-9e5c-4b43-a66b-71a0049fc009" providerId="ADAL" clId="{C0F9E3BF-0778-4A50-A29B-D2A5BA4272A6}" dt="2024-12-12T01:04:24.492" v="3965" actId="207"/>
          <ac:spMkLst>
            <pc:docMk/>
            <pc:sldMk cId="1342380571" sldId="2771"/>
            <ac:spMk id="4" creationId="{85BA05FE-41B2-6C67-15B2-B3A93694D767}"/>
          </ac:spMkLst>
        </pc:spChg>
        <pc:spChg chg="add mod">
          <ac:chgData name="yudi hartono" userId="51e890e3-9e5c-4b43-a66b-71a0049fc009" providerId="ADAL" clId="{C0F9E3BF-0778-4A50-A29B-D2A5BA4272A6}" dt="2024-12-09T07:25:43.898" v="640"/>
          <ac:spMkLst>
            <pc:docMk/>
            <pc:sldMk cId="1342380571" sldId="2771"/>
            <ac:spMk id="5" creationId="{763AB8DE-CE23-C3CE-74FB-FFEA800E3A13}"/>
          </ac:spMkLst>
        </pc:spChg>
        <pc:spChg chg="add mod">
          <ac:chgData name="yudi hartono" userId="51e890e3-9e5c-4b43-a66b-71a0049fc009" providerId="ADAL" clId="{C0F9E3BF-0778-4A50-A29B-D2A5BA4272A6}" dt="2024-12-09T07:25:43.898" v="640"/>
          <ac:spMkLst>
            <pc:docMk/>
            <pc:sldMk cId="1342380571" sldId="2771"/>
            <ac:spMk id="6" creationId="{9C5E44C0-B3C8-461A-2073-58D4E5D146D7}"/>
          </ac:spMkLst>
        </pc:spChg>
        <pc:spChg chg="mod">
          <ac:chgData name="yudi hartono" userId="51e890e3-9e5c-4b43-a66b-71a0049fc009" providerId="ADAL" clId="{C0F9E3BF-0778-4A50-A29B-D2A5BA4272A6}" dt="2024-12-10T10:32:59.458" v="3721" actId="14861"/>
          <ac:spMkLst>
            <pc:docMk/>
            <pc:sldMk cId="1342380571" sldId="2771"/>
            <ac:spMk id="12" creationId="{8FFB96F4-EA56-38DB-3B43-4D6911EDC1C0}"/>
          </ac:spMkLst>
        </pc:spChg>
        <pc:graphicFrameChg chg="mod">
          <ac:chgData name="yudi hartono" userId="51e890e3-9e5c-4b43-a66b-71a0049fc009" providerId="ADAL" clId="{C0F9E3BF-0778-4A50-A29B-D2A5BA4272A6}" dt="2024-12-12T01:03:31.882" v="3898" actId="14100"/>
          <ac:graphicFrameMkLst>
            <pc:docMk/>
            <pc:sldMk cId="1342380571" sldId="2771"/>
            <ac:graphicFrameMk id="10" creationId="{38143B28-E1A1-4451-BBB7-B3C39A056DDE}"/>
          </ac:graphicFrameMkLst>
        </pc:graphicFrameChg>
        <pc:picChg chg="add mod">
          <ac:chgData name="yudi hartono" userId="51e890e3-9e5c-4b43-a66b-71a0049fc009" providerId="ADAL" clId="{C0F9E3BF-0778-4A50-A29B-D2A5BA4272A6}" dt="2024-12-10T10:33:44.045" v="3725" actId="14861"/>
          <ac:picMkLst>
            <pc:docMk/>
            <pc:sldMk cId="1342380571" sldId="2771"/>
            <ac:picMk id="2" creationId="{A2E8024E-4CC1-0F5B-B0A9-F7259BC7C0B5}"/>
          </ac:picMkLst>
        </pc:picChg>
      </pc:sldChg>
      <pc:sldChg chg="addSp modSp add mod replId">
        <pc:chgData name="yudi hartono" userId="51e890e3-9e5c-4b43-a66b-71a0049fc009" providerId="ADAL" clId="{C0F9E3BF-0778-4A50-A29B-D2A5BA4272A6}" dt="2024-12-10T01:15:48.655" v="1610" actId="20577"/>
        <pc:sldMkLst>
          <pc:docMk/>
          <pc:sldMk cId="1444404121" sldId="2772"/>
        </pc:sldMkLst>
        <pc:spChg chg="mod">
          <ac:chgData name="yudi hartono" userId="51e890e3-9e5c-4b43-a66b-71a0049fc009" providerId="ADAL" clId="{C0F9E3BF-0778-4A50-A29B-D2A5BA4272A6}" dt="2024-12-10T01:15:48.655" v="1610" actId="20577"/>
          <ac:spMkLst>
            <pc:docMk/>
            <pc:sldMk cId="1444404121" sldId="2772"/>
            <ac:spMk id="3" creationId="{C6D07B20-D38E-9C09-048B-ACC9A28769FA}"/>
          </ac:spMkLst>
        </pc:spChg>
        <pc:spChg chg="add mod">
          <ac:chgData name="yudi hartono" userId="51e890e3-9e5c-4b43-a66b-71a0049fc009" providerId="ADAL" clId="{C0F9E3BF-0778-4A50-A29B-D2A5BA4272A6}" dt="2024-12-09T07:24:55.798" v="623" actId="1076"/>
          <ac:spMkLst>
            <pc:docMk/>
            <pc:sldMk cId="1444404121" sldId="2772"/>
            <ac:spMk id="8" creationId="{7F3490D7-7812-381C-3906-D11F16CDCE93}"/>
          </ac:spMkLst>
        </pc:spChg>
        <pc:spChg chg="add mod">
          <ac:chgData name="yudi hartono" userId="51e890e3-9e5c-4b43-a66b-71a0049fc009" providerId="ADAL" clId="{C0F9E3BF-0778-4A50-A29B-D2A5BA4272A6}" dt="2024-12-09T07:08:13.917" v="193" actId="1076"/>
          <ac:spMkLst>
            <pc:docMk/>
            <pc:sldMk cId="1444404121" sldId="2772"/>
            <ac:spMk id="9" creationId="{C77FDD6B-2ABD-2578-31AC-DE1643643A88}"/>
          </ac:spMkLst>
        </pc:spChg>
        <pc:spChg chg="add mod">
          <ac:chgData name="yudi hartono" userId="51e890e3-9e5c-4b43-a66b-71a0049fc009" providerId="ADAL" clId="{C0F9E3BF-0778-4A50-A29B-D2A5BA4272A6}" dt="2024-12-09T07:08:32.640" v="197" actId="1076"/>
          <ac:spMkLst>
            <pc:docMk/>
            <pc:sldMk cId="1444404121" sldId="2772"/>
            <ac:spMk id="10" creationId="{4D7C0BCB-85F3-F45B-CE5E-4BA83D3525AB}"/>
          </ac:spMkLst>
        </pc:spChg>
        <pc:spChg chg="mod">
          <ac:chgData name="yudi hartono" userId="51e890e3-9e5c-4b43-a66b-71a0049fc009" providerId="ADAL" clId="{C0F9E3BF-0778-4A50-A29B-D2A5BA4272A6}" dt="2024-12-09T07:06:54.815" v="185"/>
          <ac:spMkLst>
            <pc:docMk/>
            <pc:sldMk cId="1444404121" sldId="2772"/>
            <ac:spMk id="15" creationId="{4973FC11-B2E0-1DD5-8857-9445A63D31CD}"/>
          </ac:spMkLst>
        </pc:spChg>
        <pc:spChg chg="mod">
          <ac:chgData name="yudi hartono" userId="51e890e3-9e5c-4b43-a66b-71a0049fc009" providerId="ADAL" clId="{C0F9E3BF-0778-4A50-A29B-D2A5BA4272A6}" dt="2024-12-09T07:06:54.815" v="185"/>
          <ac:spMkLst>
            <pc:docMk/>
            <pc:sldMk cId="1444404121" sldId="2772"/>
            <ac:spMk id="16" creationId="{20FFFA7B-B6F0-93D1-586A-283BE0D692DB}"/>
          </ac:spMkLst>
        </pc:spChg>
        <pc:spChg chg="mod">
          <ac:chgData name="yudi hartono" userId="51e890e3-9e5c-4b43-a66b-71a0049fc009" providerId="ADAL" clId="{C0F9E3BF-0778-4A50-A29B-D2A5BA4272A6}" dt="2024-12-09T07:06:54.815" v="185"/>
          <ac:spMkLst>
            <pc:docMk/>
            <pc:sldMk cId="1444404121" sldId="2772"/>
            <ac:spMk id="17" creationId="{E17D9053-9B70-A611-BA8E-BDCF47EC9459}"/>
          </ac:spMkLst>
        </pc:spChg>
        <pc:spChg chg="mod">
          <ac:chgData name="yudi hartono" userId="51e890e3-9e5c-4b43-a66b-71a0049fc009" providerId="ADAL" clId="{C0F9E3BF-0778-4A50-A29B-D2A5BA4272A6}" dt="2024-12-09T07:06:54.815" v="185"/>
          <ac:spMkLst>
            <pc:docMk/>
            <pc:sldMk cId="1444404121" sldId="2772"/>
            <ac:spMk id="18" creationId="{A317343C-5014-BC48-7D36-F21CB9A609DB}"/>
          </ac:spMkLst>
        </pc:spChg>
        <pc:spChg chg="add mod">
          <ac:chgData name="yudi hartono" userId="51e890e3-9e5c-4b43-a66b-71a0049fc009" providerId="ADAL" clId="{C0F9E3BF-0778-4A50-A29B-D2A5BA4272A6}" dt="2024-12-09T07:08:17.275" v="194" actId="1076"/>
          <ac:spMkLst>
            <pc:docMk/>
            <pc:sldMk cId="1444404121" sldId="2772"/>
            <ac:spMk id="19" creationId="{028F402F-CDA0-32AD-8367-6758DBC5E736}"/>
          </ac:spMkLst>
        </pc:spChg>
        <pc:spChg chg="add mod">
          <ac:chgData name="yudi hartono" userId="51e890e3-9e5c-4b43-a66b-71a0049fc009" providerId="ADAL" clId="{C0F9E3BF-0778-4A50-A29B-D2A5BA4272A6}" dt="2024-12-09T07:08:45.657" v="201" actId="1076"/>
          <ac:spMkLst>
            <pc:docMk/>
            <pc:sldMk cId="1444404121" sldId="2772"/>
            <ac:spMk id="20" creationId="{832126DF-1188-0D32-DD64-2DB100DC1ACD}"/>
          </ac:spMkLst>
        </pc:spChg>
        <pc:grpChg chg="add mod">
          <ac:chgData name="yudi hartono" userId="51e890e3-9e5c-4b43-a66b-71a0049fc009" providerId="ADAL" clId="{C0F9E3BF-0778-4A50-A29B-D2A5BA4272A6}" dt="2024-12-09T07:07:32.968" v="189" actId="14100"/>
          <ac:grpSpMkLst>
            <pc:docMk/>
            <pc:sldMk cId="1444404121" sldId="2772"/>
            <ac:grpSpMk id="12" creationId="{EB23ECCC-D685-F3A9-3735-BE6BC9437A6A}"/>
          </ac:grpSpMkLst>
        </pc:grpChg>
        <pc:picChg chg="add mod">
          <ac:chgData name="yudi hartono" userId="51e890e3-9e5c-4b43-a66b-71a0049fc009" providerId="ADAL" clId="{C0F9E3BF-0778-4A50-A29B-D2A5BA4272A6}" dt="2024-12-09T07:08:04.592" v="192" actId="1076"/>
          <ac:picMkLst>
            <pc:docMk/>
            <pc:sldMk cId="1444404121" sldId="2772"/>
            <ac:picMk id="2" creationId="{2DFFA3B6-22BA-1AC5-3DDF-077BE6D52BD1}"/>
          </ac:picMkLst>
        </pc:picChg>
        <pc:picChg chg="add mod">
          <ac:chgData name="yudi hartono" userId="51e890e3-9e5c-4b43-a66b-71a0049fc009" providerId="ADAL" clId="{C0F9E3BF-0778-4A50-A29B-D2A5BA4272A6}" dt="2024-12-09T07:08:03.070" v="191" actId="1076"/>
          <ac:picMkLst>
            <pc:docMk/>
            <pc:sldMk cId="1444404121" sldId="2772"/>
            <ac:picMk id="4" creationId="{EDB072A3-C9B1-7F86-6DBF-93850F68E06E}"/>
          </ac:picMkLst>
        </pc:picChg>
        <pc:picChg chg="add mod">
          <ac:chgData name="yudi hartono" userId="51e890e3-9e5c-4b43-a66b-71a0049fc009" providerId="ADAL" clId="{C0F9E3BF-0778-4A50-A29B-D2A5BA4272A6}" dt="2024-12-09T07:08:27.116" v="196" actId="14100"/>
          <ac:picMkLst>
            <pc:docMk/>
            <pc:sldMk cId="1444404121" sldId="2772"/>
            <ac:picMk id="5" creationId="{A06D3F78-FF89-27DA-DCCA-D8131A637197}"/>
          </ac:picMkLst>
        </pc:picChg>
        <pc:picChg chg="add mod">
          <ac:chgData name="yudi hartono" userId="51e890e3-9e5c-4b43-a66b-71a0049fc009" providerId="ADAL" clId="{C0F9E3BF-0778-4A50-A29B-D2A5BA4272A6}" dt="2024-12-09T07:08:40.713" v="200" actId="1076"/>
          <ac:picMkLst>
            <pc:docMk/>
            <pc:sldMk cId="1444404121" sldId="2772"/>
            <ac:picMk id="6" creationId="{BE629708-5E51-C346-8F6C-EE88F6C07EBB}"/>
          </ac:picMkLst>
        </pc:picChg>
        <pc:picChg chg="mod">
          <ac:chgData name="yudi hartono" userId="51e890e3-9e5c-4b43-a66b-71a0049fc009" providerId="ADAL" clId="{C0F9E3BF-0778-4A50-A29B-D2A5BA4272A6}" dt="2024-12-09T07:06:54.815" v="185"/>
          <ac:picMkLst>
            <pc:docMk/>
            <pc:sldMk cId="1444404121" sldId="2772"/>
            <ac:picMk id="13" creationId="{49A99AF0-B1AE-1E6F-8E3A-C2D0702D602C}"/>
          </ac:picMkLst>
        </pc:picChg>
        <pc:picChg chg="mod">
          <ac:chgData name="yudi hartono" userId="51e890e3-9e5c-4b43-a66b-71a0049fc009" providerId="ADAL" clId="{C0F9E3BF-0778-4A50-A29B-D2A5BA4272A6}" dt="2024-12-09T07:06:54.815" v="185"/>
          <ac:picMkLst>
            <pc:docMk/>
            <pc:sldMk cId="1444404121" sldId="2772"/>
            <ac:picMk id="14" creationId="{E834366F-8A4C-C94E-13F3-139386D181F4}"/>
          </ac:picMkLst>
        </pc:picChg>
      </pc:sldChg>
      <pc:sldChg chg="delSp modSp add del mod ord">
        <pc:chgData name="yudi hartono" userId="51e890e3-9e5c-4b43-a66b-71a0049fc009" providerId="ADAL" clId="{C0F9E3BF-0778-4A50-A29B-D2A5BA4272A6}" dt="2024-12-09T07:42:00.461" v="950" actId="47"/>
        <pc:sldMkLst>
          <pc:docMk/>
          <pc:sldMk cId="3296723860" sldId="2773"/>
        </pc:sldMkLst>
        <pc:spChg chg="mod">
          <ac:chgData name="yudi hartono" userId="51e890e3-9e5c-4b43-a66b-71a0049fc009" providerId="ADAL" clId="{C0F9E3BF-0778-4A50-A29B-D2A5BA4272A6}" dt="2024-12-09T07:26:31.981" v="677" actId="20577"/>
          <ac:spMkLst>
            <pc:docMk/>
            <pc:sldMk cId="3296723860" sldId="2773"/>
            <ac:spMk id="3" creationId="{A38FF72B-903B-512E-2021-47441E8DFD02}"/>
          </ac:spMkLst>
        </pc:spChg>
        <pc:spChg chg="del mod">
          <ac:chgData name="yudi hartono" userId="51e890e3-9e5c-4b43-a66b-71a0049fc009" providerId="ADAL" clId="{C0F9E3BF-0778-4A50-A29B-D2A5BA4272A6}" dt="2024-12-09T07:09:04.482" v="205" actId="478"/>
          <ac:spMkLst>
            <pc:docMk/>
            <pc:sldMk cId="3296723860" sldId="2773"/>
            <ac:spMk id="4" creationId="{C7E1C8A5-57D2-6734-D859-BE42AC72A0A3}"/>
          </ac:spMkLst>
        </pc:spChg>
        <pc:picChg chg="del">
          <ac:chgData name="yudi hartono" userId="51e890e3-9e5c-4b43-a66b-71a0049fc009" providerId="ADAL" clId="{C0F9E3BF-0778-4A50-A29B-D2A5BA4272A6}" dt="2024-12-09T07:08:59.434" v="203" actId="478"/>
          <ac:picMkLst>
            <pc:docMk/>
            <pc:sldMk cId="3296723860" sldId="2773"/>
            <ac:picMk id="2" creationId="{AF53121A-91DB-4085-7397-00B502DEFE05}"/>
          </ac:picMkLst>
        </pc:picChg>
      </pc:sldChg>
      <pc:sldChg chg="addSp modSp add mod ord">
        <pc:chgData name="yudi hartono" userId="51e890e3-9e5c-4b43-a66b-71a0049fc009" providerId="ADAL" clId="{C0F9E3BF-0778-4A50-A29B-D2A5BA4272A6}" dt="2024-12-10T01:20:06.016" v="1617" actId="20577"/>
        <pc:sldMkLst>
          <pc:docMk/>
          <pc:sldMk cId="40854913" sldId="2774"/>
        </pc:sldMkLst>
        <pc:spChg chg="mod">
          <ac:chgData name="yudi hartono" userId="51e890e3-9e5c-4b43-a66b-71a0049fc009" providerId="ADAL" clId="{C0F9E3BF-0778-4A50-A29B-D2A5BA4272A6}" dt="2024-12-10T01:20:06.016" v="1617" actId="20577"/>
          <ac:spMkLst>
            <pc:docMk/>
            <pc:sldMk cId="40854913" sldId="2774"/>
            <ac:spMk id="3" creationId="{C768694F-28D8-2A45-205F-2B052A538BF4}"/>
          </ac:spMkLst>
        </pc:spChg>
        <pc:graphicFrameChg chg="add mod modGraphic">
          <ac:chgData name="yudi hartono" userId="51e890e3-9e5c-4b43-a66b-71a0049fc009" providerId="ADAL" clId="{C0F9E3BF-0778-4A50-A29B-D2A5BA4272A6}" dt="2024-12-09T07:45:38.098" v="957" actId="14734"/>
          <ac:graphicFrameMkLst>
            <pc:docMk/>
            <pc:sldMk cId="40854913" sldId="2774"/>
            <ac:graphicFrameMk id="2" creationId="{048160B1-E71C-0D67-7F0F-4CF03BA6F79D}"/>
          </ac:graphicFrameMkLst>
        </pc:graphicFrameChg>
      </pc:sldChg>
      <pc:sldChg chg="addSp modSp add mod">
        <pc:chgData name="yudi hartono" userId="51e890e3-9e5c-4b43-a66b-71a0049fc009" providerId="ADAL" clId="{C0F9E3BF-0778-4A50-A29B-D2A5BA4272A6}" dt="2024-12-10T01:19:59.402" v="1615" actId="20577"/>
        <pc:sldMkLst>
          <pc:docMk/>
          <pc:sldMk cId="1044170309" sldId="2775"/>
        </pc:sldMkLst>
        <pc:spChg chg="mod">
          <ac:chgData name="yudi hartono" userId="51e890e3-9e5c-4b43-a66b-71a0049fc009" providerId="ADAL" clId="{C0F9E3BF-0778-4A50-A29B-D2A5BA4272A6}" dt="2024-12-10T01:19:59.402" v="1615" actId="20577"/>
          <ac:spMkLst>
            <pc:docMk/>
            <pc:sldMk cId="1044170309" sldId="2775"/>
            <ac:spMk id="3" creationId="{831A62E5-5560-1F2C-91BE-9A30ED1DB145}"/>
          </ac:spMkLst>
        </pc:spChg>
        <pc:spChg chg="add mod">
          <ac:chgData name="yudi hartono" userId="51e890e3-9e5c-4b43-a66b-71a0049fc009" providerId="ADAL" clId="{C0F9E3BF-0778-4A50-A29B-D2A5BA4272A6}" dt="2024-12-09T07:39:54.552" v="931" actId="1076"/>
          <ac:spMkLst>
            <pc:docMk/>
            <pc:sldMk cId="1044170309" sldId="2775"/>
            <ac:spMk id="6" creationId="{5CC34254-5F90-71AA-93FC-BD0726405F84}"/>
          </ac:spMkLst>
        </pc:spChg>
        <pc:spChg chg="add mod">
          <ac:chgData name="yudi hartono" userId="51e890e3-9e5c-4b43-a66b-71a0049fc009" providerId="ADAL" clId="{C0F9E3BF-0778-4A50-A29B-D2A5BA4272A6}" dt="2024-12-09T08:53:34.345" v="1330" actId="1076"/>
          <ac:spMkLst>
            <pc:docMk/>
            <pc:sldMk cId="1044170309" sldId="2775"/>
            <ac:spMk id="8" creationId="{2D7E36EE-5912-76FD-F650-A26F9A91511A}"/>
          </ac:spMkLst>
        </pc:spChg>
        <pc:graphicFrameChg chg="add mod modGraphic">
          <ac:chgData name="yudi hartono" userId="51e890e3-9e5c-4b43-a66b-71a0049fc009" providerId="ADAL" clId="{C0F9E3BF-0778-4A50-A29B-D2A5BA4272A6}" dt="2024-12-09T07:39:21.811" v="922" actId="14734"/>
          <ac:graphicFrameMkLst>
            <pc:docMk/>
            <pc:sldMk cId="1044170309" sldId="2775"/>
            <ac:graphicFrameMk id="2" creationId="{97D82737-9CD5-1AA9-8431-E83B4AA9144E}"/>
          </ac:graphicFrameMkLst>
        </pc:graphicFrameChg>
        <pc:graphicFrameChg chg="add mod modGraphic">
          <ac:chgData name="yudi hartono" userId="51e890e3-9e5c-4b43-a66b-71a0049fc009" providerId="ADAL" clId="{C0F9E3BF-0778-4A50-A29B-D2A5BA4272A6}" dt="2024-12-09T08:53:44.096" v="1333" actId="113"/>
          <ac:graphicFrameMkLst>
            <pc:docMk/>
            <pc:sldMk cId="1044170309" sldId="2775"/>
            <ac:graphicFrameMk id="4" creationId="{BF21E9F6-4248-3C56-26E2-9416D0651D04}"/>
          </ac:graphicFrameMkLst>
        </pc:graphicFrameChg>
        <pc:picChg chg="add mod">
          <ac:chgData name="yudi hartono" userId="51e890e3-9e5c-4b43-a66b-71a0049fc009" providerId="ADAL" clId="{C0F9E3BF-0778-4A50-A29B-D2A5BA4272A6}" dt="2024-12-09T07:40:00.438" v="932" actId="1076"/>
          <ac:picMkLst>
            <pc:docMk/>
            <pc:sldMk cId="1044170309" sldId="2775"/>
            <ac:picMk id="5" creationId="{43834428-C251-3EBF-4094-D330D51DB22A}"/>
          </ac:picMkLst>
        </pc:picChg>
      </pc:sldChg>
      <pc:sldChg chg="addSp modSp add mod ord replId">
        <pc:chgData name="yudi hartono" userId="51e890e3-9e5c-4b43-a66b-71a0049fc009" providerId="ADAL" clId="{C0F9E3BF-0778-4A50-A29B-D2A5BA4272A6}" dt="2024-12-10T01:21:30.159" v="1626" actId="14734"/>
        <pc:sldMkLst>
          <pc:docMk/>
          <pc:sldMk cId="704255372" sldId="2776"/>
        </pc:sldMkLst>
        <pc:spChg chg="mod">
          <ac:chgData name="yudi hartono" userId="51e890e3-9e5c-4b43-a66b-71a0049fc009" providerId="ADAL" clId="{C0F9E3BF-0778-4A50-A29B-D2A5BA4272A6}" dt="2024-12-10T01:20:11.653" v="1619" actId="20577"/>
          <ac:spMkLst>
            <pc:docMk/>
            <pc:sldMk cId="704255372" sldId="2776"/>
            <ac:spMk id="3" creationId="{51E05073-DCD4-46F9-C091-06DDE107E30B}"/>
          </ac:spMkLst>
        </pc:spChg>
        <pc:graphicFrameChg chg="add mod modGraphic">
          <ac:chgData name="yudi hartono" userId="51e890e3-9e5c-4b43-a66b-71a0049fc009" providerId="ADAL" clId="{C0F9E3BF-0778-4A50-A29B-D2A5BA4272A6}" dt="2024-12-10T01:21:30.159" v="1626" actId="14734"/>
          <ac:graphicFrameMkLst>
            <pc:docMk/>
            <pc:sldMk cId="704255372" sldId="2776"/>
            <ac:graphicFrameMk id="2" creationId="{1855EABD-0B22-A07B-0DBE-09BB2F157A30}"/>
          </ac:graphicFrameMkLst>
        </pc:graphicFrameChg>
      </pc:sldChg>
      <pc:sldChg chg="addSp delSp modSp add del mod">
        <pc:chgData name="yudi hartono" userId="51e890e3-9e5c-4b43-a66b-71a0049fc009" providerId="ADAL" clId="{C0F9E3BF-0778-4A50-A29B-D2A5BA4272A6}" dt="2024-12-09T07:45:51.749" v="958" actId="47"/>
        <pc:sldMkLst>
          <pc:docMk/>
          <pc:sldMk cId="1949380604" sldId="2777"/>
        </pc:sldMkLst>
        <pc:spChg chg="mod">
          <ac:chgData name="yudi hartono" userId="51e890e3-9e5c-4b43-a66b-71a0049fc009" providerId="ADAL" clId="{C0F9E3BF-0778-4A50-A29B-D2A5BA4272A6}" dt="2024-12-09T07:42:08.768" v="951" actId="313"/>
          <ac:spMkLst>
            <pc:docMk/>
            <pc:sldMk cId="1949380604" sldId="2777"/>
            <ac:spMk id="3" creationId="{3F6EB427-24FB-386E-6F0C-6AF34EF3B08D}"/>
          </ac:spMkLst>
        </pc:spChg>
        <pc:spChg chg="add mod">
          <ac:chgData name="yudi hartono" userId="51e890e3-9e5c-4b43-a66b-71a0049fc009" providerId="ADAL" clId="{C0F9E3BF-0778-4A50-A29B-D2A5BA4272A6}" dt="2024-12-09T07:38:01.023" v="905"/>
          <ac:spMkLst>
            <pc:docMk/>
            <pc:sldMk cId="1949380604" sldId="2777"/>
            <ac:spMk id="8" creationId="{63A1D88B-8D46-A946-6475-68C2BC7EAC2A}"/>
          </ac:spMkLst>
        </pc:spChg>
        <pc:graphicFrameChg chg="add mod">
          <ac:chgData name="yudi hartono" userId="51e890e3-9e5c-4b43-a66b-71a0049fc009" providerId="ADAL" clId="{C0F9E3BF-0778-4A50-A29B-D2A5BA4272A6}" dt="2024-12-09T07:38:01.023" v="905"/>
          <ac:graphicFrameMkLst>
            <pc:docMk/>
            <pc:sldMk cId="1949380604" sldId="2777"/>
            <ac:graphicFrameMk id="4" creationId="{E3B6B57B-6209-2AB8-5964-01C3F19AFAFF}"/>
          </ac:graphicFrameMkLst>
        </pc:graphicFrameChg>
        <pc:graphicFrameChg chg="add mod">
          <ac:chgData name="yudi hartono" userId="51e890e3-9e5c-4b43-a66b-71a0049fc009" providerId="ADAL" clId="{C0F9E3BF-0778-4A50-A29B-D2A5BA4272A6}" dt="2024-12-09T07:38:01.023" v="905"/>
          <ac:graphicFrameMkLst>
            <pc:docMk/>
            <pc:sldMk cId="1949380604" sldId="2777"/>
            <ac:graphicFrameMk id="5" creationId="{DCA3EF4B-4D47-8192-3921-98D6EEBC4924}"/>
          </ac:graphicFrameMkLst>
        </pc:graphicFrameChg>
        <pc:picChg chg="add del mod">
          <ac:chgData name="yudi hartono" userId="51e890e3-9e5c-4b43-a66b-71a0049fc009" providerId="ADAL" clId="{C0F9E3BF-0778-4A50-A29B-D2A5BA4272A6}" dt="2024-12-09T07:37:08.625" v="873" actId="478"/>
          <ac:picMkLst>
            <pc:docMk/>
            <pc:sldMk cId="1949380604" sldId="2777"/>
            <ac:picMk id="2" creationId="{C834F83F-9872-4393-7CC6-3F4736186DBF}"/>
          </ac:picMkLst>
        </pc:picChg>
        <pc:picChg chg="add mod">
          <ac:chgData name="yudi hartono" userId="51e890e3-9e5c-4b43-a66b-71a0049fc009" providerId="ADAL" clId="{C0F9E3BF-0778-4A50-A29B-D2A5BA4272A6}" dt="2024-12-09T07:38:01.023" v="905"/>
          <ac:picMkLst>
            <pc:docMk/>
            <pc:sldMk cId="1949380604" sldId="2777"/>
            <ac:picMk id="6" creationId="{5C23CEE4-4115-4273-3C87-1ECD897FD6ED}"/>
          </ac:picMkLst>
        </pc:picChg>
      </pc:sldChg>
      <pc:sldChg chg="addSp modSp add mod ord">
        <pc:chgData name="yudi hartono" userId="51e890e3-9e5c-4b43-a66b-71a0049fc009" providerId="ADAL" clId="{C0F9E3BF-0778-4A50-A29B-D2A5BA4272A6}" dt="2024-12-10T01:15:43.897" v="1608" actId="20577"/>
        <pc:sldMkLst>
          <pc:docMk/>
          <pc:sldMk cId="852748100" sldId="2778"/>
        </pc:sldMkLst>
        <pc:spChg chg="mod">
          <ac:chgData name="yudi hartono" userId="51e890e3-9e5c-4b43-a66b-71a0049fc009" providerId="ADAL" clId="{C0F9E3BF-0778-4A50-A29B-D2A5BA4272A6}" dt="2024-12-10T01:15:43.897" v="1608" actId="20577"/>
          <ac:spMkLst>
            <pc:docMk/>
            <pc:sldMk cId="852748100" sldId="2778"/>
            <ac:spMk id="3" creationId="{B287A918-F444-3EDC-6586-26198880FE09}"/>
          </ac:spMkLst>
        </pc:spChg>
        <pc:spChg chg="add mod">
          <ac:chgData name="yudi hartono" userId="51e890e3-9e5c-4b43-a66b-71a0049fc009" providerId="ADAL" clId="{C0F9E3BF-0778-4A50-A29B-D2A5BA4272A6}" dt="2024-12-09T08:42:16.119" v="1084" actId="1076"/>
          <ac:spMkLst>
            <pc:docMk/>
            <pc:sldMk cId="852748100" sldId="2778"/>
            <ac:spMk id="5" creationId="{50C8F7BE-7D4D-2058-F3F2-9453DFCFD10C}"/>
          </ac:spMkLst>
        </pc:spChg>
        <pc:spChg chg="add mod">
          <ac:chgData name="yudi hartono" userId="51e890e3-9e5c-4b43-a66b-71a0049fc009" providerId="ADAL" clId="{C0F9E3BF-0778-4A50-A29B-D2A5BA4272A6}" dt="2024-12-09T08:42:34.107" v="1087" actId="1076"/>
          <ac:spMkLst>
            <pc:docMk/>
            <pc:sldMk cId="852748100" sldId="2778"/>
            <ac:spMk id="6" creationId="{AB01825E-D261-1DFB-5C20-AF64A1C225B5}"/>
          </ac:spMkLst>
        </pc:spChg>
        <pc:spChg chg="add mod">
          <ac:chgData name="yudi hartono" userId="51e890e3-9e5c-4b43-a66b-71a0049fc009" providerId="ADAL" clId="{C0F9E3BF-0778-4A50-A29B-D2A5BA4272A6}" dt="2024-12-09T08:44:44.431" v="1183" actId="113"/>
          <ac:spMkLst>
            <pc:docMk/>
            <pc:sldMk cId="852748100" sldId="2778"/>
            <ac:spMk id="8" creationId="{DD78888A-A939-EE07-747F-C57EB0353839}"/>
          </ac:spMkLst>
        </pc:spChg>
        <pc:graphicFrameChg chg="add mod modGraphic">
          <ac:chgData name="yudi hartono" userId="51e890e3-9e5c-4b43-a66b-71a0049fc009" providerId="ADAL" clId="{C0F9E3BF-0778-4A50-A29B-D2A5BA4272A6}" dt="2024-12-09T07:32:55.760" v="796" actId="14734"/>
          <ac:graphicFrameMkLst>
            <pc:docMk/>
            <pc:sldMk cId="852748100" sldId="2778"/>
            <ac:graphicFrameMk id="2" creationId="{AD150FDA-9893-ECA8-6546-A7027C0BB2E4}"/>
          </ac:graphicFrameMkLst>
        </pc:graphicFrameChg>
        <pc:picChg chg="add mod">
          <ac:chgData name="yudi hartono" userId="51e890e3-9e5c-4b43-a66b-71a0049fc009" providerId="ADAL" clId="{C0F9E3BF-0778-4A50-A29B-D2A5BA4272A6}" dt="2024-12-09T07:32:25.170" v="790" actId="1076"/>
          <ac:picMkLst>
            <pc:docMk/>
            <pc:sldMk cId="852748100" sldId="2778"/>
            <ac:picMk id="4" creationId="{CC6D3B18-E37D-C9F9-27EC-D1EB02239265}"/>
          </ac:picMkLst>
        </pc:picChg>
      </pc:sldChg>
      <pc:sldChg chg="modSp add mod">
        <pc:chgData name="yudi hartono" userId="51e890e3-9e5c-4b43-a66b-71a0049fc009" providerId="ADAL" clId="{C0F9E3BF-0778-4A50-A29B-D2A5BA4272A6}" dt="2024-12-10T10:37:32.711" v="3775" actId="14861"/>
        <pc:sldMkLst>
          <pc:docMk/>
          <pc:sldMk cId="105662062" sldId="2779"/>
        </pc:sldMkLst>
        <pc:spChg chg="mod">
          <ac:chgData name="yudi hartono" userId="51e890e3-9e5c-4b43-a66b-71a0049fc009" providerId="ADAL" clId="{C0F9E3BF-0778-4A50-A29B-D2A5BA4272A6}" dt="2024-12-10T01:15:03.764" v="1602" actId="20577"/>
          <ac:spMkLst>
            <pc:docMk/>
            <pc:sldMk cId="105662062" sldId="2779"/>
            <ac:spMk id="3" creationId="{B60C5321-E764-69D2-7B57-551FC93A13B4}"/>
          </ac:spMkLst>
        </pc:spChg>
        <pc:picChg chg="mod">
          <ac:chgData name="yudi hartono" userId="51e890e3-9e5c-4b43-a66b-71a0049fc009" providerId="ADAL" clId="{C0F9E3BF-0778-4A50-A29B-D2A5BA4272A6}" dt="2024-12-10T10:37:32.711" v="3775" actId="14861"/>
          <ac:picMkLst>
            <pc:docMk/>
            <pc:sldMk cId="105662062" sldId="2779"/>
            <ac:picMk id="31" creationId="{358212A0-0078-240A-0B2D-4DF8D258EF46}"/>
          </ac:picMkLst>
        </pc:picChg>
      </pc:sldChg>
      <pc:sldChg chg="addSp modSp add del mod replId">
        <pc:chgData name="yudi hartono" userId="51e890e3-9e5c-4b43-a66b-71a0049fc009" providerId="ADAL" clId="{C0F9E3BF-0778-4A50-A29B-D2A5BA4272A6}" dt="2024-12-09T07:46:10.991" v="959" actId="2696"/>
        <pc:sldMkLst>
          <pc:docMk/>
          <pc:sldMk cId="1761012668" sldId="2779"/>
        </pc:sldMkLst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2" creationId="{D779F885-47BF-4196-962B-95D62B8B2CED}"/>
          </ac:spMkLst>
        </pc:spChg>
        <pc:spChg chg="mod">
          <ac:chgData name="yudi hartono" userId="51e890e3-9e5c-4b43-a66b-71a0049fc009" providerId="ADAL" clId="{C0F9E3BF-0778-4A50-A29B-D2A5BA4272A6}" dt="2024-12-09T07:30:35.219" v="781" actId="20577"/>
          <ac:spMkLst>
            <pc:docMk/>
            <pc:sldMk cId="1761012668" sldId="2779"/>
            <ac:spMk id="3" creationId="{B60C5321-E764-69D2-7B57-551FC93A13B4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4" creationId="{02907907-E6FC-599D-0939-A95D109AB588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6" creationId="{2DE8CA05-5D67-AD5E-839C-9B30773B1D53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13" creationId="{0F90945B-1009-2FE2-CB19-3638EF2B8E76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14" creationId="{6CEE56D7-D661-9D85-E183-A0DB997C74DD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16" creationId="{0BB8C8EF-3446-5A59-D7F4-E625B0BA1AD7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19" creationId="{C2361782-EB11-BC76-24E0-53B9F6BAD65B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21" creationId="{00A6CADB-ACB1-8581-78AD-5E0D145FB1C9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22" creationId="{0C320BE1-6928-E85D-AC8D-D0C9AD2EDE72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23" creationId="{C2C34065-AFBA-1A00-C5A1-973228E69305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24" creationId="{440F3045-356E-399E-BFFC-A19FEFF93899}"/>
          </ac:spMkLst>
        </pc:spChg>
        <pc:spChg chg="add mod">
          <ac:chgData name="yudi hartono" userId="51e890e3-9e5c-4b43-a66b-71a0049fc009" providerId="ADAL" clId="{C0F9E3BF-0778-4A50-A29B-D2A5BA4272A6}" dt="2024-12-09T07:27:58.620" v="724" actId="27636"/>
          <ac:spMkLst>
            <pc:docMk/>
            <pc:sldMk cId="1761012668" sldId="2779"/>
            <ac:spMk id="26" creationId="{4F6A1901-3129-B556-D948-C71A7AC549C6}"/>
          </ac:spMkLst>
        </pc:spChg>
        <pc:graphicFrameChg chg="add mod">
          <ac:chgData name="yudi hartono" userId="51e890e3-9e5c-4b43-a66b-71a0049fc009" providerId="ADAL" clId="{C0F9E3BF-0778-4A50-A29B-D2A5BA4272A6}" dt="2024-12-09T07:27:58.620" v="724" actId="27636"/>
          <ac:graphicFrameMkLst>
            <pc:docMk/>
            <pc:sldMk cId="1761012668" sldId="2779"/>
            <ac:graphicFrameMk id="15" creationId="{67E5B369-62C4-7E38-C2CD-C7D310F7DC2C}"/>
          </ac:graphicFrameMkLst>
        </pc:graphicFrame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9" creationId="{FD8A5087-6D76-5161-B022-A338AC3051A6}"/>
          </ac:picMkLst>
        </pc:pic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10" creationId="{BA8D8831-9863-EB08-456B-EEE4320536B9}"/>
          </ac:picMkLst>
        </pc:pic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12" creationId="{72E225B0-5B67-4E5F-B882-C842C6FDEEC8}"/>
          </ac:picMkLst>
        </pc:pic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17" creationId="{6FCBE796-AE26-51BB-F131-F30D3A1C56F9}"/>
          </ac:picMkLst>
        </pc:pic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27" creationId="{00E79C82-5631-0D25-429C-7CDF5B5F49E9}"/>
          </ac:picMkLst>
        </pc:pic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28" creationId="{AA60127F-B9C1-B01A-04D0-90B0C3574250}"/>
          </ac:picMkLst>
        </pc:picChg>
        <pc:picChg chg="add mod">
          <ac:chgData name="yudi hartono" userId="51e890e3-9e5c-4b43-a66b-71a0049fc009" providerId="ADAL" clId="{C0F9E3BF-0778-4A50-A29B-D2A5BA4272A6}" dt="2024-12-09T07:27:58.620" v="724" actId="27636"/>
          <ac:picMkLst>
            <pc:docMk/>
            <pc:sldMk cId="1761012668" sldId="2779"/>
            <ac:picMk id="29" creationId="{A368F6BB-E969-1B05-7445-A948EDD903D7}"/>
          </ac:picMkLst>
        </pc:picChg>
        <pc:picChg chg="add mod">
          <ac:chgData name="yudi hartono" userId="51e890e3-9e5c-4b43-a66b-71a0049fc009" providerId="ADAL" clId="{C0F9E3BF-0778-4A50-A29B-D2A5BA4272A6}" dt="2024-12-09T07:29:39.295" v="728" actId="1076"/>
          <ac:picMkLst>
            <pc:docMk/>
            <pc:sldMk cId="1761012668" sldId="2779"/>
            <ac:picMk id="31" creationId="{358212A0-0078-240A-0B2D-4DF8D258EF46}"/>
          </ac:picMkLst>
        </pc:picChg>
        <pc:cxnChg chg="add mod">
          <ac:chgData name="yudi hartono" userId="51e890e3-9e5c-4b43-a66b-71a0049fc009" providerId="ADAL" clId="{C0F9E3BF-0778-4A50-A29B-D2A5BA4272A6}" dt="2024-12-09T07:27:58.620" v="724" actId="27636"/>
          <ac:cxnSpMkLst>
            <pc:docMk/>
            <pc:sldMk cId="1761012668" sldId="2779"/>
            <ac:cxnSpMk id="5" creationId="{4DEE038A-55D1-8137-EC42-44FFE6943F73}"/>
          </ac:cxnSpMkLst>
        </pc:cxnChg>
        <pc:cxnChg chg="add mod">
          <ac:chgData name="yudi hartono" userId="51e890e3-9e5c-4b43-a66b-71a0049fc009" providerId="ADAL" clId="{C0F9E3BF-0778-4A50-A29B-D2A5BA4272A6}" dt="2024-12-09T07:27:58.620" v="724" actId="27636"/>
          <ac:cxnSpMkLst>
            <pc:docMk/>
            <pc:sldMk cId="1761012668" sldId="2779"/>
            <ac:cxnSpMk id="8" creationId="{D16FD241-1005-AC71-C576-C53F246FDAFF}"/>
          </ac:cxnSpMkLst>
        </pc:cxnChg>
        <pc:cxnChg chg="add mod">
          <ac:chgData name="yudi hartono" userId="51e890e3-9e5c-4b43-a66b-71a0049fc009" providerId="ADAL" clId="{C0F9E3BF-0778-4A50-A29B-D2A5BA4272A6}" dt="2024-12-09T07:27:58.620" v="724" actId="27636"/>
          <ac:cxnSpMkLst>
            <pc:docMk/>
            <pc:sldMk cId="1761012668" sldId="2779"/>
            <ac:cxnSpMk id="18" creationId="{456E051D-1B59-A0A0-F19F-1C29F394E921}"/>
          </ac:cxnSpMkLst>
        </pc:cxnChg>
        <pc:cxnChg chg="add mod">
          <ac:chgData name="yudi hartono" userId="51e890e3-9e5c-4b43-a66b-71a0049fc009" providerId="ADAL" clId="{C0F9E3BF-0778-4A50-A29B-D2A5BA4272A6}" dt="2024-12-09T07:27:58.620" v="724" actId="27636"/>
          <ac:cxnSpMkLst>
            <pc:docMk/>
            <pc:sldMk cId="1761012668" sldId="2779"/>
            <ac:cxnSpMk id="20" creationId="{30EE0412-15B3-F62F-88DC-4DB2F9F9F9F7}"/>
          </ac:cxnSpMkLst>
        </pc:cxnChg>
        <pc:cxnChg chg="add mod">
          <ac:chgData name="yudi hartono" userId="51e890e3-9e5c-4b43-a66b-71a0049fc009" providerId="ADAL" clId="{C0F9E3BF-0778-4A50-A29B-D2A5BA4272A6}" dt="2024-12-09T07:27:58.620" v="724" actId="27636"/>
          <ac:cxnSpMkLst>
            <pc:docMk/>
            <pc:sldMk cId="1761012668" sldId="2779"/>
            <ac:cxnSpMk id="25" creationId="{C79B39B4-4534-84E4-FCC0-30C98D257C7F}"/>
          </ac:cxnSpMkLst>
        </pc:cxnChg>
      </pc:sldChg>
      <pc:sldChg chg="delSp modSp add mod">
        <pc:chgData name="yudi hartono" userId="51e890e3-9e5c-4b43-a66b-71a0049fc009" providerId="ADAL" clId="{C0F9E3BF-0778-4A50-A29B-D2A5BA4272A6}" dt="2024-12-10T10:36:24.110" v="3765" actId="20577"/>
        <pc:sldMkLst>
          <pc:docMk/>
          <pc:sldMk cId="686053173" sldId="2780"/>
        </pc:sldMkLst>
        <pc:spChg chg="mod">
          <ac:chgData name="yudi hartono" userId="51e890e3-9e5c-4b43-a66b-71a0049fc009" providerId="ADAL" clId="{C0F9E3BF-0778-4A50-A29B-D2A5BA4272A6}" dt="2024-12-10T01:12:57.810" v="1561" actId="20577"/>
          <ac:spMkLst>
            <pc:docMk/>
            <pc:sldMk cId="686053173" sldId="2780"/>
            <ac:spMk id="3" creationId="{765C26A8-AC80-0090-0073-5DCCCFAA404E}"/>
          </ac:spMkLst>
        </pc:spChg>
        <pc:spChg chg="del">
          <ac:chgData name="yudi hartono" userId="51e890e3-9e5c-4b43-a66b-71a0049fc009" providerId="ADAL" clId="{C0F9E3BF-0778-4A50-A29B-D2A5BA4272A6}" dt="2024-12-09T07:40:57.287" v="935" actId="478"/>
          <ac:spMkLst>
            <pc:docMk/>
            <pc:sldMk cId="686053173" sldId="2780"/>
            <ac:spMk id="6" creationId="{6930D67C-D083-F7D7-CC37-6402762F0E57}"/>
          </ac:spMkLst>
        </pc:spChg>
        <pc:spChg chg="mod">
          <ac:chgData name="yudi hartono" userId="51e890e3-9e5c-4b43-a66b-71a0049fc009" providerId="ADAL" clId="{C0F9E3BF-0778-4A50-A29B-D2A5BA4272A6}" dt="2024-12-10T10:36:24.110" v="3765" actId="20577"/>
          <ac:spMkLst>
            <pc:docMk/>
            <pc:sldMk cId="686053173" sldId="2780"/>
            <ac:spMk id="10" creationId="{961BDBA6-379F-5004-3EF6-897CBC4FB946}"/>
          </ac:spMkLst>
        </pc:spChg>
        <pc:graphicFrameChg chg="mod">
          <ac:chgData name="yudi hartono" userId="51e890e3-9e5c-4b43-a66b-71a0049fc009" providerId="ADAL" clId="{C0F9E3BF-0778-4A50-A29B-D2A5BA4272A6}" dt="2024-12-10T10:35:35.895" v="3746" actId="14861"/>
          <ac:graphicFrameMkLst>
            <pc:docMk/>
            <pc:sldMk cId="686053173" sldId="2780"/>
            <ac:graphicFrameMk id="9" creationId="{66CC5CCB-0A52-2514-BC10-E5C64B187DE1}"/>
          </ac:graphicFrameMkLst>
        </pc:graphicFrameChg>
        <pc:picChg chg="del">
          <ac:chgData name="yudi hartono" userId="51e890e3-9e5c-4b43-a66b-71a0049fc009" providerId="ADAL" clId="{C0F9E3BF-0778-4A50-A29B-D2A5BA4272A6}" dt="2024-12-09T07:40:58.135" v="936" actId="478"/>
          <ac:picMkLst>
            <pc:docMk/>
            <pc:sldMk cId="686053173" sldId="2780"/>
            <ac:picMk id="2" creationId="{1C747C2C-1BA9-E3E1-2AE6-3D52FA7760EC}"/>
          </ac:picMkLst>
        </pc:picChg>
      </pc:sldChg>
      <pc:sldChg chg="addSp delSp modSp add mod ord">
        <pc:chgData name="yudi hartono" userId="51e890e3-9e5c-4b43-a66b-71a0049fc009" providerId="ADAL" clId="{C0F9E3BF-0778-4A50-A29B-D2A5BA4272A6}" dt="2024-12-12T01:28:41.505" v="4138" actId="14861"/>
        <pc:sldMkLst>
          <pc:docMk/>
          <pc:sldMk cId="1997266337" sldId="2781"/>
        </pc:sldMkLst>
        <pc:spChg chg="mod">
          <ac:chgData name="yudi hartono" userId="51e890e3-9e5c-4b43-a66b-71a0049fc009" providerId="ADAL" clId="{C0F9E3BF-0778-4A50-A29B-D2A5BA4272A6}" dt="2024-12-10T01:19:55.569" v="1613" actId="20577"/>
          <ac:spMkLst>
            <pc:docMk/>
            <pc:sldMk cId="1997266337" sldId="2781"/>
            <ac:spMk id="3" creationId="{DE878062-BFC1-E9E2-0F5D-E09E207148AD}"/>
          </ac:spMkLst>
        </pc:spChg>
        <pc:spChg chg="add mod">
          <ac:chgData name="yudi hartono" userId="51e890e3-9e5c-4b43-a66b-71a0049fc009" providerId="ADAL" clId="{C0F9E3BF-0778-4A50-A29B-D2A5BA4272A6}" dt="2024-12-12T01:28:24.151" v="4137" actId="20577"/>
          <ac:spMkLst>
            <pc:docMk/>
            <pc:sldMk cId="1997266337" sldId="2781"/>
            <ac:spMk id="5" creationId="{13EE92D1-A4E9-7FA1-B71F-2BA179F4882C}"/>
          </ac:spMkLst>
        </pc:spChg>
        <pc:graphicFrameChg chg="del">
          <ac:chgData name="yudi hartono" userId="51e890e3-9e5c-4b43-a66b-71a0049fc009" providerId="ADAL" clId="{C0F9E3BF-0778-4A50-A29B-D2A5BA4272A6}" dt="2024-12-09T08:45:20.163" v="1187" actId="478"/>
          <ac:graphicFrameMkLst>
            <pc:docMk/>
            <pc:sldMk cId="1997266337" sldId="2781"/>
            <ac:graphicFrameMk id="2" creationId="{C9921D69-399A-23F0-0BFA-BEA6B2BFCC4C}"/>
          </ac:graphicFrameMkLst>
        </pc:graphicFrameChg>
        <pc:graphicFrameChg chg="add del mod modGraphic">
          <ac:chgData name="yudi hartono" userId="51e890e3-9e5c-4b43-a66b-71a0049fc009" providerId="ADAL" clId="{C0F9E3BF-0778-4A50-A29B-D2A5BA4272A6}" dt="2024-12-10T01:19:43.231" v="1611" actId="478"/>
          <ac:graphicFrameMkLst>
            <pc:docMk/>
            <pc:sldMk cId="1997266337" sldId="2781"/>
            <ac:graphicFrameMk id="4" creationId="{A987C7AD-429F-0973-2624-08AC622BC679}"/>
          </ac:graphicFrameMkLst>
        </pc:graphicFrameChg>
        <pc:picChg chg="add mod modCrop">
          <ac:chgData name="yudi hartono" userId="51e890e3-9e5c-4b43-a66b-71a0049fc009" providerId="ADAL" clId="{C0F9E3BF-0778-4A50-A29B-D2A5BA4272A6}" dt="2024-12-12T01:28:41.505" v="4138" actId="14861"/>
          <ac:picMkLst>
            <pc:docMk/>
            <pc:sldMk cId="1997266337" sldId="2781"/>
            <ac:picMk id="4" creationId="{B0BC03E3-A2FF-6F8C-961B-F8B65C64BA19}"/>
          </ac:picMkLst>
        </pc:picChg>
      </pc:sldChg>
      <pc:sldChg chg="addSp delSp modSp add mod">
        <pc:chgData name="yudi hartono" userId="51e890e3-9e5c-4b43-a66b-71a0049fc009" providerId="ADAL" clId="{C0F9E3BF-0778-4A50-A29B-D2A5BA4272A6}" dt="2024-12-12T01:02:50.782" v="3896"/>
        <pc:sldMkLst>
          <pc:docMk/>
          <pc:sldMk cId="1635994475" sldId="2782"/>
        </pc:sldMkLst>
        <pc:spChg chg="mod">
          <ac:chgData name="yudi hartono" userId="51e890e3-9e5c-4b43-a66b-71a0049fc009" providerId="ADAL" clId="{C0F9E3BF-0778-4A50-A29B-D2A5BA4272A6}" dt="2024-12-10T01:15:31.713" v="1604" actId="20577"/>
          <ac:spMkLst>
            <pc:docMk/>
            <pc:sldMk cId="1635994475" sldId="2782"/>
            <ac:spMk id="3" creationId="{F8AFFB45-0FEF-E179-6E32-480FB243F478}"/>
          </ac:spMkLst>
        </pc:spChg>
        <pc:spChg chg="add mod">
          <ac:chgData name="yudi hartono" userId="51e890e3-9e5c-4b43-a66b-71a0049fc009" providerId="ADAL" clId="{C0F9E3BF-0778-4A50-A29B-D2A5BA4272A6}" dt="2024-12-12T01:02:50.782" v="3896"/>
          <ac:spMkLst>
            <pc:docMk/>
            <pc:sldMk cId="1635994475" sldId="2782"/>
            <ac:spMk id="4" creationId="{2AC5B23C-D120-021D-7C85-D523665469F7}"/>
          </ac:spMkLst>
        </pc:spChg>
        <pc:picChg chg="add mod modCrop">
          <ac:chgData name="yudi hartono" userId="51e890e3-9e5c-4b43-a66b-71a0049fc009" providerId="ADAL" clId="{C0F9E3BF-0778-4A50-A29B-D2A5BA4272A6}" dt="2024-12-09T08:50:28.101" v="1303" actId="1038"/>
          <ac:picMkLst>
            <pc:docMk/>
            <pc:sldMk cId="1635994475" sldId="2782"/>
            <ac:picMk id="2" creationId="{4F335FEE-8CBD-3DD6-A179-7E7146F2CE36}"/>
          </ac:picMkLst>
        </pc:picChg>
        <pc:picChg chg="del">
          <ac:chgData name="yudi hartono" userId="51e890e3-9e5c-4b43-a66b-71a0049fc009" providerId="ADAL" clId="{C0F9E3BF-0778-4A50-A29B-D2A5BA4272A6}" dt="2024-12-09T08:48:33.566" v="1242" actId="478"/>
          <ac:picMkLst>
            <pc:docMk/>
            <pc:sldMk cId="1635994475" sldId="2782"/>
            <ac:picMk id="31" creationId="{F4D2B6EA-B911-0DE8-9630-43A66669B433}"/>
          </ac:picMkLst>
        </pc:picChg>
      </pc:sldChg>
      <pc:sldChg chg="addSp delSp modSp add mod">
        <pc:chgData name="yudi hartono" userId="51e890e3-9e5c-4b43-a66b-71a0049fc009" providerId="ADAL" clId="{C0F9E3BF-0778-4A50-A29B-D2A5BA4272A6}" dt="2024-12-10T06:59:21.631" v="3680" actId="20577"/>
        <pc:sldMkLst>
          <pc:docMk/>
          <pc:sldMk cId="91947358" sldId="2783"/>
        </pc:sldMkLst>
        <pc:spChg chg="mod">
          <ac:chgData name="yudi hartono" userId="51e890e3-9e5c-4b43-a66b-71a0049fc009" providerId="ADAL" clId="{C0F9E3BF-0778-4A50-A29B-D2A5BA4272A6}" dt="2024-12-10T01:24:01.685" v="1710" actId="20577"/>
          <ac:spMkLst>
            <pc:docMk/>
            <pc:sldMk cId="91947358" sldId="2783"/>
            <ac:spMk id="3" creationId="{D1D3ED76-5688-6569-9A6A-79F8924EBC51}"/>
          </ac:spMkLst>
        </pc:spChg>
        <pc:spChg chg="add mod">
          <ac:chgData name="yudi hartono" userId="51e890e3-9e5c-4b43-a66b-71a0049fc009" providerId="ADAL" clId="{C0F9E3BF-0778-4A50-A29B-D2A5BA4272A6}" dt="2024-12-10T06:59:21.631" v="3680" actId="20577"/>
          <ac:spMkLst>
            <pc:docMk/>
            <pc:sldMk cId="91947358" sldId="2783"/>
            <ac:spMk id="4" creationId="{C774FAC3-A007-EFA5-6EDF-2F9DB28B6543}"/>
          </ac:spMkLst>
        </pc:spChg>
        <pc:graphicFrameChg chg="del">
          <ac:chgData name="yudi hartono" userId="51e890e3-9e5c-4b43-a66b-71a0049fc009" providerId="ADAL" clId="{C0F9E3BF-0778-4A50-A29B-D2A5BA4272A6}" dt="2024-12-10T01:21:45.756" v="1628" actId="478"/>
          <ac:graphicFrameMkLst>
            <pc:docMk/>
            <pc:sldMk cId="91947358" sldId="2783"/>
            <ac:graphicFrameMk id="2" creationId="{124443C2-D2EC-178C-F71C-801468C236C7}"/>
          </ac:graphicFrameMkLst>
        </pc:graphicFrameChg>
      </pc:sldChg>
      <pc:sldChg chg="addSp modSp add mod">
        <pc:chgData name="yudi hartono" userId="51e890e3-9e5c-4b43-a66b-71a0049fc009" providerId="ADAL" clId="{C0F9E3BF-0778-4A50-A29B-D2A5BA4272A6}" dt="2024-12-10T10:44:04.256" v="3869" actId="20577"/>
        <pc:sldMkLst>
          <pc:docMk/>
          <pc:sldMk cId="110901647" sldId="2784"/>
        </pc:sldMkLst>
        <pc:spChg chg="add mod">
          <ac:chgData name="yudi hartono" userId="51e890e3-9e5c-4b43-a66b-71a0049fc009" providerId="ADAL" clId="{C0F9E3BF-0778-4A50-A29B-D2A5BA4272A6}" dt="2024-12-10T10:44:04.256" v="3869" actId="20577"/>
          <ac:spMkLst>
            <pc:docMk/>
            <pc:sldMk cId="110901647" sldId="2784"/>
            <ac:spMk id="2" creationId="{739DD4CC-9890-B275-C656-F64F332C61CC}"/>
          </ac:spMkLst>
        </pc:spChg>
        <pc:spChg chg="mod">
          <ac:chgData name="yudi hartono" userId="51e890e3-9e5c-4b43-a66b-71a0049fc009" providerId="ADAL" clId="{C0F9E3BF-0778-4A50-A29B-D2A5BA4272A6}" dt="2024-12-10T01:24:42.838" v="1760" actId="20577"/>
          <ac:spMkLst>
            <pc:docMk/>
            <pc:sldMk cId="110901647" sldId="2784"/>
            <ac:spMk id="3" creationId="{06B5A666-21DB-AF32-E722-D67237758BF3}"/>
          </ac:spMkLst>
        </pc:spChg>
        <pc:picChg chg="mod">
          <ac:chgData name="yudi hartono" userId="51e890e3-9e5c-4b43-a66b-71a0049fc009" providerId="ADAL" clId="{C0F9E3BF-0778-4A50-A29B-D2A5BA4272A6}" dt="2024-12-10T07:05:42.598" v="3717" actId="1076"/>
          <ac:picMkLst>
            <pc:docMk/>
            <pc:sldMk cId="110901647" sldId="2784"/>
            <ac:picMk id="4" creationId="{83FB7133-D252-A9D1-8042-8EC5BA57D695}"/>
          </ac:picMkLst>
        </pc:picChg>
      </pc:sldChg>
      <pc:sldChg chg="addSp delSp modSp add mod">
        <pc:chgData name="yudi hartono" userId="51e890e3-9e5c-4b43-a66b-71a0049fc009" providerId="ADAL" clId="{C0F9E3BF-0778-4A50-A29B-D2A5BA4272A6}" dt="2024-12-12T01:15:10.791" v="4078" actId="20577"/>
        <pc:sldMkLst>
          <pc:docMk/>
          <pc:sldMk cId="3610136303" sldId="2785"/>
        </pc:sldMkLst>
        <pc:spChg chg="mod">
          <ac:chgData name="yudi hartono" userId="51e890e3-9e5c-4b43-a66b-71a0049fc009" providerId="ADAL" clId="{C0F9E3BF-0778-4A50-A29B-D2A5BA4272A6}" dt="2024-12-10T01:57:50.774" v="2655" actId="20577"/>
          <ac:spMkLst>
            <pc:docMk/>
            <pc:sldMk cId="3610136303" sldId="2785"/>
            <ac:spMk id="3" creationId="{C64667B1-5FE7-D688-5A08-D0589F3238D4}"/>
          </ac:spMkLst>
        </pc:spChg>
        <pc:graphicFrameChg chg="del modGraphic">
          <ac:chgData name="yudi hartono" userId="51e890e3-9e5c-4b43-a66b-71a0049fc009" providerId="ADAL" clId="{C0F9E3BF-0778-4A50-A29B-D2A5BA4272A6}" dt="2024-12-10T01:57:33.467" v="2633" actId="478"/>
          <ac:graphicFrameMkLst>
            <pc:docMk/>
            <pc:sldMk cId="3610136303" sldId="2785"/>
            <ac:graphicFrameMk id="2" creationId="{527FF6EB-CAFB-C04D-FA21-E280C732F9CF}"/>
          </ac:graphicFrameMkLst>
        </pc:graphicFrameChg>
        <pc:graphicFrameChg chg="add mod modGraphic">
          <ac:chgData name="yudi hartono" userId="51e890e3-9e5c-4b43-a66b-71a0049fc009" providerId="ADAL" clId="{C0F9E3BF-0778-4A50-A29B-D2A5BA4272A6}" dt="2024-12-12T01:15:10.791" v="4078" actId="20577"/>
          <ac:graphicFrameMkLst>
            <pc:docMk/>
            <pc:sldMk cId="3610136303" sldId="2785"/>
            <ac:graphicFrameMk id="12" creationId="{D4F8706A-BCB7-207D-587C-552C43E971D3}"/>
          </ac:graphicFrameMkLst>
        </pc:graphicFrameChg>
        <pc:picChg chg="add del">
          <ac:chgData name="yudi hartono" userId="51e890e3-9e5c-4b43-a66b-71a0049fc009" providerId="ADAL" clId="{C0F9E3BF-0778-4A50-A29B-D2A5BA4272A6}" dt="2024-12-10T02:09:50.437" v="2657" actId="478"/>
          <ac:picMkLst>
            <pc:docMk/>
            <pc:sldMk cId="3610136303" sldId="2785"/>
            <ac:picMk id="5" creationId="{AB76D7E9-6C45-9BBA-78E3-09BA19C1DB5B}"/>
          </ac:picMkLst>
        </pc:picChg>
        <pc:picChg chg="add del mod modCrop">
          <ac:chgData name="yudi hartono" userId="51e890e3-9e5c-4b43-a66b-71a0049fc009" providerId="ADAL" clId="{C0F9E3BF-0778-4A50-A29B-D2A5BA4272A6}" dt="2024-12-10T02:12:08.270" v="2662" actId="478"/>
          <ac:picMkLst>
            <pc:docMk/>
            <pc:sldMk cId="3610136303" sldId="2785"/>
            <ac:picMk id="8" creationId="{1583E7BF-7DF7-612D-2565-8FAF35FF4DDE}"/>
          </ac:picMkLst>
        </pc:picChg>
        <pc:picChg chg="add mod">
          <ac:chgData name="yudi hartono" userId="51e890e3-9e5c-4b43-a66b-71a0049fc009" providerId="ADAL" clId="{C0F9E3BF-0778-4A50-A29B-D2A5BA4272A6}" dt="2024-12-10T02:12:42.512" v="2668" actId="1076"/>
          <ac:picMkLst>
            <pc:docMk/>
            <pc:sldMk cId="3610136303" sldId="2785"/>
            <ac:picMk id="10" creationId="{8C8157BF-D090-903F-9524-ECFB9A922F5C}"/>
          </ac:picMkLst>
        </pc:picChg>
      </pc:sldChg>
      <pc:sldChg chg="addSp delSp modSp add mod">
        <pc:chgData name="yudi hartono" userId="51e890e3-9e5c-4b43-a66b-71a0049fc009" providerId="ADAL" clId="{C0F9E3BF-0778-4A50-A29B-D2A5BA4272A6}" dt="2024-12-10T06:38:44.034" v="3467" actId="1076"/>
        <pc:sldMkLst>
          <pc:docMk/>
          <pc:sldMk cId="1556549522" sldId="2786"/>
        </pc:sldMkLst>
        <pc:spChg chg="del">
          <ac:chgData name="yudi hartono" userId="51e890e3-9e5c-4b43-a66b-71a0049fc009" providerId="ADAL" clId="{C0F9E3BF-0778-4A50-A29B-D2A5BA4272A6}" dt="2024-12-10T06:35:16.442" v="3457" actId="478"/>
          <ac:spMkLst>
            <pc:docMk/>
            <pc:sldMk cId="1556549522" sldId="2786"/>
            <ac:spMk id="2" creationId="{68ADAC57-74B6-C542-18A6-90E0A3D8265B}"/>
          </ac:spMkLst>
        </pc:spChg>
        <pc:spChg chg="mod">
          <ac:chgData name="yudi hartono" userId="51e890e3-9e5c-4b43-a66b-71a0049fc009" providerId="ADAL" clId="{C0F9E3BF-0778-4A50-A29B-D2A5BA4272A6}" dt="2024-12-10T06:35:21.793" v="3458" actId="6549"/>
          <ac:spMkLst>
            <pc:docMk/>
            <pc:sldMk cId="1556549522" sldId="2786"/>
            <ac:spMk id="3" creationId="{FA66721C-8F32-69E2-81E5-F1A11FB6C66F}"/>
          </ac:spMkLst>
        </pc:spChg>
        <pc:picChg chg="add mod modCrop">
          <ac:chgData name="yudi hartono" userId="51e890e3-9e5c-4b43-a66b-71a0049fc009" providerId="ADAL" clId="{C0F9E3BF-0778-4A50-A29B-D2A5BA4272A6}" dt="2024-12-10T06:38:44.034" v="3467" actId="1076"/>
          <ac:picMkLst>
            <pc:docMk/>
            <pc:sldMk cId="1556549522" sldId="2786"/>
            <ac:picMk id="4" creationId="{57974CA0-6585-8955-215F-696DF9EDF7C3}"/>
          </ac:picMkLst>
        </pc:picChg>
      </pc:sldChg>
    </pc:docChg>
  </pc:docChgLst>
  <pc:docChgLst>
    <pc:chgData name="yudi hartono" userId="51e890e3-9e5c-4b43-a66b-71a0049fc009" providerId="ADAL" clId="{C89B2CE1-5FC7-4984-B120-D5D08F6F26E2}"/>
    <pc:docChg chg="custSel modSld">
      <pc:chgData name="yudi hartono" userId="51e890e3-9e5c-4b43-a66b-71a0049fc009" providerId="ADAL" clId="{C89B2CE1-5FC7-4984-B120-D5D08F6F26E2}" dt="2024-12-09T04:05:11.513" v="1152" actId="20577"/>
      <pc:docMkLst>
        <pc:docMk/>
      </pc:docMkLst>
      <pc:sldChg chg="modSp mod">
        <pc:chgData name="yudi hartono" userId="51e890e3-9e5c-4b43-a66b-71a0049fc009" providerId="ADAL" clId="{C89B2CE1-5FC7-4984-B120-D5D08F6F26E2}" dt="2024-12-09T01:07:07.217" v="46" actId="20577"/>
        <pc:sldMkLst>
          <pc:docMk/>
          <pc:sldMk cId="1820357285" sldId="2701"/>
        </pc:sldMkLst>
        <pc:spChg chg="mod">
          <ac:chgData name="yudi hartono" userId="51e890e3-9e5c-4b43-a66b-71a0049fc009" providerId="ADAL" clId="{C89B2CE1-5FC7-4984-B120-D5D08F6F26E2}" dt="2024-12-09T01:07:07.217" v="46" actId="20577"/>
          <ac:spMkLst>
            <pc:docMk/>
            <pc:sldMk cId="1820357285" sldId="2701"/>
            <ac:spMk id="77" creationId="{FF98EF56-7BC1-1D4C-370D-29383B02AF26}"/>
          </ac:spMkLst>
        </pc:spChg>
      </pc:sldChg>
      <pc:sldChg chg="addSp modSp mod">
        <pc:chgData name="yudi hartono" userId="51e890e3-9e5c-4b43-a66b-71a0049fc009" providerId="ADAL" clId="{C89B2CE1-5FC7-4984-B120-D5D08F6F26E2}" dt="2024-12-09T02:46:59.894" v="1137" actId="20577"/>
        <pc:sldMkLst>
          <pc:docMk/>
          <pc:sldMk cId="1263133333" sldId="2758"/>
        </pc:sldMkLst>
        <pc:spChg chg="mod">
          <ac:chgData name="yudi hartono" userId="51e890e3-9e5c-4b43-a66b-71a0049fc009" providerId="ADAL" clId="{C89B2CE1-5FC7-4984-B120-D5D08F6F26E2}" dt="2024-12-09T02:46:59.894" v="1137" actId="20577"/>
          <ac:spMkLst>
            <pc:docMk/>
            <pc:sldMk cId="1263133333" sldId="2758"/>
            <ac:spMk id="77" creationId="{3A84A3B0-2AD4-8AE4-12BF-BF2C72F19F1A}"/>
          </ac:spMkLst>
        </pc:spChg>
        <pc:graphicFrameChg chg="add mod modGraphic">
          <ac:chgData name="yudi hartono" userId="51e890e3-9e5c-4b43-a66b-71a0049fc009" providerId="ADAL" clId="{C89B2CE1-5FC7-4984-B120-D5D08F6F26E2}" dt="2024-12-09T02:43:34.206" v="1045" actId="20577"/>
          <ac:graphicFrameMkLst>
            <pc:docMk/>
            <pc:sldMk cId="1263133333" sldId="2758"/>
            <ac:graphicFrameMk id="2" creationId="{A2DB28D8-E1DB-86BA-8AD3-7997CD02288B}"/>
          </ac:graphicFrameMkLst>
        </pc:graphicFrameChg>
      </pc:sldChg>
      <pc:sldChg chg="modSp mod">
        <pc:chgData name="yudi hartono" userId="51e890e3-9e5c-4b43-a66b-71a0049fc009" providerId="ADAL" clId="{C89B2CE1-5FC7-4984-B120-D5D08F6F26E2}" dt="2024-12-09T04:05:11.513" v="1152" actId="20577"/>
        <pc:sldMkLst>
          <pc:docMk/>
          <pc:sldMk cId="87474974" sldId="2760"/>
        </pc:sldMkLst>
        <pc:spChg chg="mod">
          <ac:chgData name="yudi hartono" userId="51e890e3-9e5c-4b43-a66b-71a0049fc009" providerId="ADAL" clId="{C89B2CE1-5FC7-4984-B120-D5D08F6F26E2}" dt="2024-12-09T04:05:11.513" v="1152" actId="20577"/>
          <ac:spMkLst>
            <pc:docMk/>
            <pc:sldMk cId="87474974" sldId="2760"/>
            <ac:spMk id="77" creationId="{E6D860AE-918D-9F04-13F7-1EBA49AA5A74}"/>
          </ac:spMkLst>
        </pc:spChg>
      </pc:sldChg>
    </pc:docChg>
  </pc:docChgLst>
  <pc:docChgLst>
    <pc:chgData name="axel fathurrahmansyah" userId="95236daa-9df4-4c0e-9349-d8ba9c3efb24" providerId="ADAL" clId="{93B61A77-1EEC-486D-8BD4-7ECD1FF95954}"/>
    <pc:docChg chg="custSel addSld delSld modSld">
      <pc:chgData name="axel fathurrahmansyah" userId="95236daa-9df4-4c0e-9349-d8ba9c3efb24" providerId="ADAL" clId="{93B61A77-1EEC-486D-8BD4-7ECD1FF95954}" dt="2024-12-09T02:37:26.992" v="2196" actId="20577"/>
      <pc:docMkLst>
        <pc:docMk/>
      </pc:docMkLst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3394293941" sldId="863"/>
        </pc:sldMkLst>
      </pc:sldChg>
      <pc:sldChg chg="del">
        <pc:chgData name="axel fathurrahmansyah" userId="95236daa-9df4-4c0e-9349-d8ba9c3efb24" providerId="ADAL" clId="{93B61A77-1EEC-486D-8BD4-7ECD1FF95954}" dt="2024-12-04T15:09:49.930" v="357" actId="47"/>
        <pc:sldMkLst>
          <pc:docMk/>
          <pc:sldMk cId="82082964" sldId="1329"/>
        </pc:sldMkLst>
      </pc:sldChg>
      <pc:sldChg chg="delSp modSp mod">
        <pc:chgData name="axel fathurrahmansyah" userId="95236daa-9df4-4c0e-9349-d8ba9c3efb24" providerId="ADAL" clId="{93B61A77-1EEC-486D-8BD4-7ECD1FF95954}" dt="2024-12-04T15:08:11.864" v="231" actId="20577"/>
        <pc:sldMkLst>
          <pc:docMk/>
          <pc:sldMk cId="3011293854" sldId="1346"/>
        </pc:sldMkLst>
        <pc:spChg chg="mod">
          <ac:chgData name="axel fathurrahmansyah" userId="95236daa-9df4-4c0e-9349-d8ba9c3efb24" providerId="ADAL" clId="{93B61A77-1EEC-486D-8BD4-7ECD1FF95954}" dt="2024-12-04T14:56:05.895" v="29" actId="20577"/>
          <ac:spMkLst>
            <pc:docMk/>
            <pc:sldMk cId="3011293854" sldId="1346"/>
            <ac:spMk id="2" creationId="{00000000-0000-0000-0000-000000000000}"/>
          </ac:spMkLst>
        </pc:spChg>
        <pc:spChg chg="del">
          <ac:chgData name="axel fathurrahmansyah" userId="95236daa-9df4-4c0e-9349-d8ba9c3efb24" providerId="ADAL" clId="{93B61A77-1EEC-486D-8BD4-7ECD1FF95954}" dt="2024-12-04T14:55:56.032" v="0" actId="478"/>
          <ac:spMkLst>
            <pc:docMk/>
            <pc:sldMk cId="3011293854" sldId="1346"/>
            <ac:spMk id="7" creationId="{00000000-0000-0000-0000-000000000000}"/>
          </ac:spMkLst>
        </pc:spChg>
        <pc:spChg chg="del">
          <ac:chgData name="axel fathurrahmansyah" userId="95236daa-9df4-4c0e-9349-d8ba9c3efb24" providerId="ADAL" clId="{93B61A77-1EEC-486D-8BD4-7ECD1FF95954}" dt="2024-12-04T14:55:58.650" v="1" actId="478"/>
          <ac:spMkLst>
            <pc:docMk/>
            <pc:sldMk cId="3011293854" sldId="1346"/>
            <ac:spMk id="8" creationId="{00000000-0000-0000-0000-000000000000}"/>
          </ac:spMkLst>
        </pc:spChg>
        <pc:graphicFrameChg chg="modGraphic">
          <ac:chgData name="axel fathurrahmansyah" userId="95236daa-9df4-4c0e-9349-d8ba9c3efb24" providerId="ADAL" clId="{93B61A77-1EEC-486D-8BD4-7ECD1FF95954}" dt="2024-12-04T15:08:11.864" v="231" actId="20577"/>
          <ac:graphicFrameMkLst>
            <pc:docMk/>
            <pc:sldMk cId="3011293854" sldId="1346"/>
            <ac:graphicFrameMk id="3" creationId="{00000000-0000-0000-0000-000000000000}"/>
          </ac:graphicFrameMkLst>
        </pc:graphicFrameChg>
      </pc:sldChg>
      <pc:sldChg chg="delSp modSp mod">
        <pc:chgData name="axel fathurrahmansyah" userId="95236daa-9df4-4c0e-9349-d8ba9c3efb24" providerId="ADAL" clId="{93B61A77-1EEC-486D-8BD4-7ECD1FF95954}" dt="2024-12-09T02:29:11.780" v="2133" actId="20577"/>
        <pc:sldMkLst>
          <pc:docMk/>
          <pc:sldMk cId="1820357285" sldId="2701"/>
        </pc:sldMkLst>
        <pc:spChg chg="mod">
          <ac:chgData name="axel fathurrahmansyah" userId="95236daa-9df4-4c0e-9349-d8ba9c3efb24" providerId="ADAL" clId="{93B61A77-1EEC-486D-8BD4-7ECD1FF95954}" dt="2024-12-04T15:08:45.009" v="260" actId="20577"/>
          <ac:spMkLst>
            <pc:docMk/>
            <pc:sldMk cId="1820357285" sldId="2701"/>
            <ac:spMk id="3" creationId="{DB279393-D92C-8865-3468-3449DDECBA5E}"/>
          </ac:spMkLst>
        </pc:spChg>
        <pc:spChg chg="mod">
          <ac:chgData name="axel fathurrahmansyah" userId="95236daa-9df4-4c0e-9349-d8ba9c3efb24" providerId="ADAL" clId="{93B61A77-1EEC-486D-8BD4-7ECD1FF95954}" dt="2024-12-09T02:29:11.780" v="2133" actId="20577"/>
          <ac:spMkLst>
            <pc:docMk/>
            <pc:sldMk cId="1820357285" sldId="2701"/>
            <ac:spMk id="77" creationId="{FF98EF56-7BC1-1D4C-370D-29383B02AF26}"/>
          </ac:spMkLst>
        </pc:spChg>
        <pc:picChg chg="del">
          <ac:chgData name="axel fathurrahmansyah" userId="95236daa-9df4-4c0e-9349-d8ba9c3efb24" providerId="ADAL" clId="{93B61A77-1EEC-486D-8BD4-7ECD1FF95954}" dt="2024-12-04T15:09:13.823" v="298" actId="478"/>
          <ac:picMkLst>
            <pc:docMk/>
            <pc:sldMk cId="1820357285" sldId="2701"/>
            <ac:picMk id="4" creationId="{55B35A81-8C53-996A-E043-09370654BD83}"/>
          </ac:picMkLst>
        </pc:picChg>
        <pc:picChg chg="del">
          <ac:chgData name="axel fathurrahmansyah" userId="95236daa-9df4-4c0e-9349-d8ba9c3efb24" providerId="ADAL" clId="{93B61A77-1EEC-486D-8BD4-7ECD1FF95954}" dt="2024-12-04T15:09:12.829" v="297" actId="478"/>
          <ac:picMkLst>
            <pc:docMk/>
            <pc:sldMk cId="1820357285" sldId="2701"/>
            <ac:picMk id="6" creationId="{2E778519-33DF-3196-BEA1-7639B0518443}"/>
          </ac:picMkLst>
        </pc:picChg>
        <pc:picChg chg="del">
          <ac:chgData name="axel fathurrahmansyah" userId="95236daa-9df4-4c0e-9349-d8ba9c3efb24" providerId="ADAL" clId="{93B61A77-1EEC-486D-8BD4-7ECD1FF95954}" dt="2024-12-04T15:09:14.998" v="299" actId="478"/>
          <ac:picMkLst>
            <pc:docMk/>
            <pc:sldMk cId="1820357285" sldId="2701"/>
            <ac:picMk id="9" creationId="{5CCB5E07-A76F-FE4A-F5D3-EF874ADB92DF}"/>
          </ac:picMkLst>
        </pc:picChg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4090429966" sldId="2703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3523019806" sldId="2704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3084069894" sldId="2749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2326869825" sldId="2750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522158169" sldId="2751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463701173" sldId="2753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3356220423" sldId="2754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2907874086" sldId="2755"/>
        </pc:sldMkLst>
      </pc:sldChg>
      <pc:sldChg chg="del">
        <pc:chgData name="axel fathurrahmansyah" userId="95236daa-9df4-4c0e-9349-d8ba9c3efb24" providerId="ADAL" clId="{93B61A77-1EEC-486D-8BD4-7ECD1FF95954}" dt="2024-12-04T15:19:44.125" v="593" actId="47"/>
        <pc:sldMkLst>
          <pc:docMk/>
          <pc:sldMk cId="2022153955" sldId="2757"/>
        </pc:sldMkLst>
      </pc:sldChg>
      <pc:sldChg chg="modSp add mod">
        <pc:chgData name="axel fathurrahmansyah" userId="95236daa-9df4-4c0e-9349-d8ba9c3efb24" providerId="ADAL" clId="{93B61A77-1EEC-486D-8BD4-7ECD1FF95954}" dt="2024-12-09T02:37:26.992" v="2196" actId="20577"/>
        <pc:sldMkLst>
          <pc:docMk/>
          <pc:sldMk cId="1263133333" sldId="2758"/>
        </pc:sldMkLst>
        <pc:spChg chg="mod">
          <ac:chgData name="axel fathurrahmansyah" userId="95236daa-9df4-4c0e-9349-d8ba9c3efb24" providerId="ADAL" clId="{93B61A77-1EEC-486D-8BD4-7ECD1FF95954}" dt="2024-12-04T15:18:20.677" v="396" actId="20577"/>
          <ac:spMkLst>
            <pc:docMk/>
            <pc:sldMk cId="1263133333" sldId="2758"/>
            <ac:spMk id="3" creationId="{C47E2ECA-2486-F0BF-09FA-60EDA5F48F29}"/>
          </ac:spMkLst>
        </pc:spChg>
        <pc:spChg chg="mod">
          <ac:chgData name="axel fathurrahmansyah" userId="95236daa-9df4-4c0e-9349-d8ba9c3efb24" providerId="ADAL" clId="{93B61A77-1EEC-486D-8BD4-7ECD1FF95954}" dt="2024-12-09T02:37:26.992" v="2196" actId="20577"/>
          <ac:spMkLst>
            <pc:docMk/>
            <pc:sldMk cId="1263133333" sldId="2758"/>
            <ac:spMk id="77" creationId="{3A84A3B0-2AD4-8AE4-12BF-BF2C72F19F1A}"/>
          </ac:spMkLst>
        </pc:spChg>
        <pc:graphicFrameChg chg="modGraphic">
          <ac:chgData name="axel fathurrahmansyah" userId="95236daa-9df4-4c0e-9349-d8ba9c3efb24" providerId="ADAL" clId="{93B61A77-1EEC-486D-8BD4-7ECD1FF95954}" dt="2024-12-09T02:36:38.357" v="2186" actId="20577"/>
          <ac:graphicFrameMkLst>
            <pc:docMk/>
            <pc:sldMk cId="1263133333" sldId="2758"/>
            <ac:graphicFrameMk id="2" creationId="{A2DB28D8-E1DB-86BA-8AD3-7997CD02288B}"/>
          </ac:graphicFrameMkLst>
        </pc:graphicFrameChg>
      </pc:sldChg>
      <pc:sldChg chg="modSp add mod">
        <pc:chgData name="axel fathurrahmansyah" userId="95236daa-9df4-4c0e-9349-d8ba9c3efb24" providerId="ADAL" clId="{93B61A77-1EEC-486D-8BD4-7ECD1FF95954}" dt="2024-12-04T15:19:19.350" v="531" actId="20577"/>
        <pc:sldMkLst>
          <pc:docMk/>
          <pc:sldMk cId="3846914150" sldId="2759"/>
        </pc:sldMkLst>
        <pc:spChg chg="mod">
          <ac:chgData name="axel fathurrahmansyah" userId="95236daa-9df4-4c0e-9349-d8ba9c3efb24" providerId="ADAL" clId="{93B61A77-1EEC-486D-8BD4-7ECD1FF95954}" dt="2024-12-04T15:18:59.039" v="472" actId="20577"/>
          <ac:spMkLst>
            <pc:docMk/>
            <pc:sldMk cId="3846914150" sldId="2759"/>
            <ac:spMk id="3" creationId="{9486FB03-3F8B-A799-002A-7E9858FB5523}"/>
          </ac:spMkLst>
        </pc:spChg>
        <pc:spChg chg="mod">
          <ac:chgData name="axel fathurrahmansyah" userId="95236daa-9df4-4c0e-9349-d8ba9c3efb24" providerId="ADAL" clId="{93B61A77-1EEC-486D-8BD4-7ECD1FF95954}" dt="2024-12-04T15:19:19.350" v="531" actId="20577"/>
          <ac:spMkLst>
            <pc:docMk/>
            <pc:sldMk cId="3846914150" sldId="2759"/>
            <ac:spMk id="77" creationId="{AA782488-04BB-94D5-FFD7-46CC07E1040A}"/>
          </ac:spMkLst>
        </pc:spChg>
      </pc:sldChg>
      <pc:sldChg chg="modSp add mod">
        <pc:chgData name="axel fathurrahmansyah" userId="95236daa-9df4-4c0e-9349-d8ba9c3efb24" providerId="ADAL" clId="{93B61A77-1EEC-486D-8BD4-7ECD1FF95954}" dt="2024-12-09T02:30:18.881" v="2170" actId="20577"/>
        <pc:sldMkLst>
          <pc:docMk/>
          <pc:sldMk cId="87474974" sldId="2760"/>
        </pc:sldMkLst>
        <pc:spChg chg="mod">
          <ac:chgData name="axel fathurrahmansyah" userId="95236daa-9df4-4c0e-9349-d8ba9c3efb24" providerId="ADAL" clId="{93B61A77-1EEC-486D-8BD4-7ECD1FF95954}" dt="2024-12-04T15:19:29.839" v="549" actId="20577"/>
          <ac:spMkLst>
            <pc:docMk/>
            <pc:sldMk cId="87474974" sldId="2760"/>
            <ac:spMk id="3" creationId="{AF31768B-6E69-C8A9-6226-91D182B04FF6}"/>
          </ac:spMkLst>
        </pc:spChg>
        <pc:spChg chg="mod">
          <ac:chgData name="axel fathurrahmansyah" userId="95236daa-9df4-4c0e-9349-d8ba9c3efb24" providerId="ADAL" clId="{93B61A77-1EEC-486D-8BD4-7ECD1FF95954}" dt="2024-12-09T02:30:18.881" v="2170" actId="20577"/>
          <ac:spMkLst>
            <pc:docMk/>
            <pc:sldMk cId="87474974" sldId="2760"/>
            <ac:spMk id="77" creationId="{E6D860AE-918D-9F04-13F7-1EBA49AA5A7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2.bin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3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Drawwork</a:t>
            </a:r>
            <a:r>
              <a:rPr lang="en-ID" baseline="0"/>
              <a:t> Horsepower Calculation: NIL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WJR1-2 (Max 514 HP)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3175">
                <a:solidFill>
                  <a:schemeClr val="accent1"/>
                </a:solidFill>
              </a:ln>
              <a:effectLst/>
            </c:spPr>
          </c:marker>
          <c:xVal>
            <c:numRef>
              <c:f>'[Rig HP Calculation.xlsx]WJR1-2 HP'!$I$3:$I$1577</c:f>
              <c:numCache>
                <c:formatCode>_-* #,##0_-;\-* #,##0_-;_-* "-"??_-;_-@_-</c:formatCode>
                <c:ptCount val="1575"/>
                <c:pt idx="0">
                  <c:v>63.636363636363633</c:v>
                </c:pt>
                <c:pt idx="1">
                  <c:v>13.977272727272727</c:v>
                </c:pt>
                <c:pt idx="2">
                  <c:v>9.0151515151515156</c:v>
                </c:pt>
                <c:pt idx="3">
                  <c:v>110.3030303030303</c:v>
                </c:pt>
                <c:pt idx="4">
                  <c:v>115.90909090909091</c:v>
                </c:pt>
                <c:pt idx="5">
                  <c:v>11.363636363636363</c:v>
                </c:pt>
                <c:pt idx="6">
                  <c:v>36.363636363636367</c:v>
                </c:pt>
                <c:pt idx="7">
                  <c:v>15.151515151515152</c:v>
                </c:pt>
                <c:pt idx="8">
                  <c:v>18.40909090909091</c:v>
                </c:pt>
                <c:pt idx="9">
                  <c:v>21.477272727272727</c:v>
                </c:pt>
                <c:pt idx="10">
                  <c:v>15.909090909090908</c:v>
                </c:pt>
                <c:pt idx="11">
                  <c:v>40.378787878787875</c:v>
                </c:pt>
                <c:pt idx="12">
                  <c:v>56.81818181818182</c:v>
                </c:pt>
                <c:pt idx="13">
                  <c:v>28.333333333333332</c:v>
                </c:pt>
                <c:pt idx="14">
                  <c:v>22.272727272727273</c:v>
                </c:pt>
                <c:pt idx="15">
                  <c:v>14.242424242424242</c:v>
                </c:pt>
                <c:pt idx="16">
                  <c:v>23.143939393939394</c:v>
                </c:pt>
                <c:pt idx="17">
                  <c:v>50.303030303030305</c:v>
                </c:pt>
                <c:pt idx="18">
                  <c:v>61.893939393939391</c:v>
                </c:pt>
                <c:pt idx="19">
                  <c:v>60</c:v>
                </c:pt>
                <c:pt idx="20">
                  <c:v>80</c:v>
                </c:pt>
                <c:pt idx="21">
                  <c:v>38.522727272727273</c:v>
                </c:pt>
                <c:pt idx="22">
                  <c:v>41.25</c:v>
                </c:pt>
                <c:pt idx="23">
                  <c:v>39.545454545454547</c:v>
                </c:pt>
                <c:pt idx="24">
                  <c:v>57.121212121212125</c:v>
                </c:pt>
                <c:pt idx="25">
                  <c:v>31.287878787878789</c:v>
                </c:pt>
                <c:pt idx="26">
                  <c:v>31.022727272727273</c:v>
                </c:pt>
                <c:pt idx="27">
                  <c:v>32.878787878787875</c:v>
                </c:pt>
                <c:pt idx="28">
                  <c:v>36.060606060606062</c:v>
                </c:pt>
                <c:pt idx="29">
                  <c:v>66.287878787878782</c:v>
                </c:pt>
                <c:pt idx="30">
                  <c:v>41.93181818181818</c:v>
                </c:pt>
                <c:pt idx="31">
                  <c:v>46.212121212121211</c:v>
                </c:pt>
                <c:pt idx="32">
                  <c:v>41.93181818181818</c:v>
                </c:pt>
                <c:pt idx="33">
                  <c:v>46.212121212121211</c:v>
                </c:pt>
                <c:pt idx="34">
                  <c:v>41.590909090909093</c:v>
                </c:pt>
                <c:pt idx="35">
                  <c:v>45.833333333333336</c:v>
                </c:pt>
                <c:pt idx="36">
                  <c:v>53.333333333333336</c:v>
                </c:pt>
                <c:pt idx="37">
                  <c:v>46.969696969696969</c:v>
                </c:pt>
                <c:pt idx="38">
                  <c:v>56.363636363636367</c:v>
                </c:pt>
                <c:pt idx="39">
                  <c:v>51.666666666666664</c:v>
                </c:pt>
                <c:pt idx="40">
                  <c:v>66.818181818181813</c:v>
                </c:pt>
                <c:pt idx="41">
                  <c:v>62.537878787878789</c:v>
                </c:pt>
                <c:pt idx="42">
                  <c:v>72.727272727272734</c:v>
                </c:pt>
                <c:pt idx="43">
                  <c:v>67.348484848484844</c:v>
                </c:pt>
                <c:pt idx="44">
                  <c:v>53.75</c:v>
                </c:pt>
                <c:pt idx="45">
                  <c:v>57.272727272727273</c:v>
                </c:pt>
                <c:pt idx="46">
                  <c:v>78.560606060606062</c:v>
                </c:pt>
                <c:pt idx="47">
                  <c:v>108.90151515151516</c:v>
                </c:pt>
                <c:pt idx="48">
                  <c:v>140.45454545454547</c:v>
                </c:pt>
                <c:pt idx="49">
                  <c:v>27.5</c:v>
                </c:pt>
                <c:pt idx="50">
                  <c:v>2.1212121212121211</c:v>
                </c:pt>
                <c:pt idx="51">
                  <c:v>39.393939393939391</c:v>
                </c:pt>
                <c:pt idx="52">
                  <c:v>38.18181818181818</c:v>
                </c:pt>
                <c:pt idx="53">
                  <c:v>44.015151515151516</c:v>
                </c:pt>
                <c:pt idx="54">
                  <c:v>40.871212121212125</c:v>
                </c:pt>
                <c:pt idx="55">
                  <c:v>56.856060606060609</c:v>
                </c:pt>
                <c:pt idx="56">
                  <c:v>53.446969696969695</c:v>
                </c:pt>
                <c:pt idx="57">
                  <c:v>56.590909090909093</c:v>
                </c:pt>
                <c:pt idx="58">
                  <c:v>55.833333333333336</c:v>
                </c:pt>
                <c:pt idx="59">
                  <c:v>20.90909090909091</c:v>
                </c:pt>
                <c:pt idx="60">
                  <c:v>65.454545454545453</c:v>
                </c:pt>
                <c:pt idx="61">
                  <c:v>83.712121212121218</c:v>
                </c:pt>
                <c:pt idx="62">
                  <c:v>78.560606060606062</c:v>
                </c:pt>
                <c:pt idx="63">
                  <c:v>15.378787878787879</c:v>
                </c:pt>
                <c:pt idx="64">
                  <c:v>28.560606060606062</c:v>
                </c:pt>
                <c:pt idx="65">
                  <c:v>20.454545454545453</c:v>
                </c:pt>
                <c:pt idx="66">
                  <c:v>35.227272727272727</c:v>
                </c:pt>
                <c:pt idx="67">
                  <c:v>27.083333333333332</c:v>
                </c:pt>
                <c:pt idx="68">
                  <c:v>110.90909090909091</c:v>
                </c:pt>
                <c:pt idx="69">
                  <c:v>23.106060606060606</c:v>
                </c:pt>
                <c:pt idx="70">
                  <c:v>23.484848484848484</c:v>
                </c:pt>
                <c:pt idx="71">
                  <c:v>25</c:v>
                </c:pt>
                <c:pt idx="72">
                  <c:v>23.484848484848484</c:v>
                </c:pt>
                <c:pt idx="73">
                  <c:v>25.416666666666668</c:v>
                </c:pt>
                <c:pt idx="74">
                  <c:v>25.416666666666668</c:v>
                </c:pt>
                <c:pt idx="75">
                  <c:v>23.106060606060606</c:v>
                </c:pt>
                <c:pt idx="76">
                  <c:v>25.416666666666668</c:v>
                </c:pt>
                <c:pt idx="77">
                  <c:v>25.416666666666668</c:v>
                </c:pt>
                <c:pt idx="78">
                  <c:v>23.484848484848484</c:v>
                </c:pt>
                <c:pt idx="79">
                  <c:v>25</c:v>
                </c:pt>
                <c:pt idx="80">
                  <c:v>25</c:v>
                </c:pt>
                <c:pt idx="81">
                  <c:v>134.09090909090909</c:v>
                </c:pt>
                <c:pt idx="82">
                  <c:v>189.96212121212122</c:v>
                </c:pt>
                <c:pt idx="83">
                  <c:v>70.833333333333329</c:v>
                </c:pt>
                <c:pt idx="84">
                  <c:v>36.969696969696969</c:v>
                </c:pt>
                <c:pt idx="85">
                  <c:v>55.454545454545453</c:v>
                </c:pt>
                <c:pt idx="86">
                  <c:v>36.969696969696969</c:v>
                </c:pt>
                <c:pt idx="87">
                  <c:v>14.318181818181818</c:v>
                </c:pt>
                <c:pt idx="88">
                  <c:v>79.090909090909093</c:v>
                </c:pt>
                <c:pt idx="89">
                  <c:v>48.787878787878789</c:v>
                </c:pt>
                <c:pt idx="90">
                  <c:v>60.227272727272727</c:v>
                </c:pt>
                <c:pt idx="91">
                  <c:v>52.196969696969695</c:v>
                </c:pt>
                <c:pt idx="92">
                  <c:v>61.060606060606062</c:v>
                </c:pt>
                <c:pt idx="93">
                  <c:v>28.40909090909091</c:v>
                </c:pt>
                <c:pt idx="94">
                  <c:v>28.787878787878789</c:v>
                </c:pt>
                <c:pt idx="95">
                  <c:v>17.045454545454547</c:v>
                </c:pt>
                <c:pt idx="96">
                  <c:v>6.9318181818181817</c:v>
                </c:pt>
                <c:pt idx="97">
                  <c:v>13.863636363636363</c:v>
                </c:pt>
                <c:pt idx="98">
                  <c:v>11.553030303030303</c:v>
                </c:pt>
                <c:pt idx="99">
                  <c:v>11.742424242424242</c:v>
                </c:pt>
                <c:pt idx="100">
                  <c:v>52.727272727272727</c:v>
                </c:pt>
                <c:pt idx="101">
                  <c:v>29.09090909090909</c:v>
                </c:pt>
                <c:pt idx="102">
                  <c:v>24.242424242424242</c:v>
                </c:pt>
                <c:pt idx="103">
                  <c:v>36.363636363636367</c:v>
                </c:pt>
                <c:pt idx="104">
                  <c:v>23.863636363636363</c:v>
                </c:pt>
                <c:pt idx="105">
                  <c:v>40.909090909090907</c:v>
                </c:pt>
                <c:pt idx="106">
                  <c:v>26.515151515151516</c:v>
                </c:pt>
                <c:pt idx="107">
                  <c:v>27.272727272727273</c:v>
                </c:pt>
                <c:pt idx="108">
                  <c:v>30</c:v>
                </c:pt>
                <c:pt idx="109">
                  <c:v>29.583333333333332</c:v>
                </c:pt>
                <c:pt idx="110">
                  <c:v>29.166666666666668</c:v>
                </c:pt>
                <c:pt idx="111">
                  <c:v>30.303030303030305</c:v>
                </c:pt>
                <c:pt idx="112">
                  <c:v>33.333333333333336</c:v>
                </c:pt>
                <c:pt idx="113">
                  <c:v>30.681818181818183</c:v>
                </c:pt>
                <c:pt idx="114">
                  <c:v>33.333333333333336</c:v>
                </c:pt>
                <c:pt idx="115">
                  <c:v>66.666666666666671</c:v>
                </c:pt>
                <c:pt idx="116">
                  <c:v>92.575757575757578</c:v>
                </c:pt>
                <c:pt idx="117">
                  <c:v>29.924242424242426</c:v>
                </c:pt>
                <c:pt idx="118">
                  <c:v>32.083333333333336</c:v>
                </c:pt>
                <c:pt idx="119">
                  <c:v>32.5</c:v>
                </c:pt>
                <c:pt idx="120">
                  <c:v>32.5</c:v>
                </c:pt>
                <c:pt idx="121">
                  <c:v>29.545454545454547</c:v>
                </c:pt>
                <c:pt idx="122">
                  <c:v>35</c:v>
                </c:pt>
                <c:pt idx="123">
                  <c:v>35.454545454545453</c:v>
                </c:pt>
                <c:pt idx="124">
                  <c:v>32.5</c:v>
                </c:pt>
                <c:pt idx="125">
                  <c:v>32.5</c:v>
                </c:pt>
                <c:pt idx="126">
                  <c:v>32.083333333333336</c:v>
                </c:pt>
                <c:pt idx="127">
                  <c:v>34.545454545454547</c:v>
                </c:pt>
                <c:pt idx="128">
                  <c:v>67.954545454545453</c:v>
                </c:pt>
                <c:pt idx="129">
                  <c:v>15.909090909090908</c:v>
                </c:pt>
                <c:pt idx="130">
                  <c:v>42.727272727272727</c:v>
                </c:pt>
                <c:pt idx="131">
                  <c:v>35.606060606060609</c:v>
                </c:pt>
                <c:pt idx="132">
                  <c:v>49.848484848484851</c:v>
                </c:pt>
                <c:pt idx="133">
                  <c:v>48.18181818181818</c:v>
                </c:pt>
                <c:pt idx="134">
                  <c:v>52.196969696969695</c:v>
                </c:pt>
                <c:pt idx="135">
                  <c:v>52.689393939393938</c:v>
                </c:pt>
                <c:pt idx="136">
                  <c:v>70.909090909090907</c:v>
                </c:pt>
                <c:pt idx="137">
                  <c:v>54.545454545454547</c:v>
                </c:pt>
                <c:pt idx="138">
                  <c:v>63.636363636363633</c:v>
                </c:pt>
                <c:pt idx="139">
                  <c:v>53.636363636363633</c:v>
                </c:pt>
                <c:pt idx="140">
                  <c:v>52.272727272727273</c:v>
                </c:pt>
                <c:pt idx="141">
                  <c:v>52.272727272727273</c:v>
                </c:pt>
                <c:pt idx="142">
                  <c:v>64.772727272727266</c:v>
                </c:pt>
                <c:pt idx="143">
                  <c:v>57.613636363636367</c:v>
                </c:pt>
                <c:pt idx="144">
                  <c:v>60.984848484848484</c:v>
                </c:pt>
                <c:pt idx="145">
                  <c:v>48.333333333333336</c:v>
                </c:pt>
                <c:pt idx="146">
                  <c:v>56.136363636363633</c:v>
                </c:pt>
                <c:pt idx="147">
                  <c:v>50.909090909090907</c:v>
                </c:pt>
                <c:pt idx="148">
                  <c:v>51.81818181818182</c:v>
                </c:pt>
                <c:pt idx="149">
                  <c:v>50.909090909090907</c:v>
                </c:pt>
                <c:pt idx="150">
                  <c:v>45.416666666666664</c:v>
                </c:pt>
                <c:pt idx="151">
                  <c:v>50.454545454545453</c:v>
                </c:pt>
                <c:pt idx="152">
                  <c:v>50</c:v>
                </c:pt>
                <c:pt idx="153">
                  <c:v>46.25</c:v>
                </c:pt>
                <c:pt idx="154">
                  <c:v>49.545454545454547</c:v>
                </c:pt>
                <c:pt idx="155">
                  <c:v>43.333333333333336</c:v>
                </c:pt>
                <c:pt idx="156">
                  <c:v>70.909090909090907</c:v>
                </c:pt>
                <c:pt idx="157">
                  <c:v>51.212121212121211</c:v>
                </c:pt>
                <c:pt idx="158">
                  <c:v>79.545454545454547</c:v>
                </c:pt>
                <c:pt idx="159">
                  <c:v>65.454545454545453</c:v>
                </c:pt>
                <c:pt idx="160">
                  <c:v>58.787878787878789</c:v>
                </c:pt>
                <c:pt idx="161">
                  <c:v>57.386363636363633</c:v>
                </c:pt>
                <c:pt idx="162">
                  <c:v>54.659090909090907</c:v>
                </c:pt>
                <c:pt idx="163">
                  <c:v>56.136363636363633</c:v>
                </c:pt>
                <c:pt idx="164">
                  <c:v>50.454545454545453</c:v>
                </c:pt>
                <c:pt idx="165">
                  <c:v>50.454545454545453</c:v>
                </c:pt>
                <c:pt idx="166">
                  <c:v>58.863636363636367</c:v>
                </c:pt>
                <c:pt idx="167">
                  <c:v>54.659090909090907</c:v>
                </c:pt>
                <c:pt idx="168">
                  <c:v>92.5</c:v>
                </c:pt>
                <c:pt idx="169">
                  <c:v>90.833333333333329</c:v>
                </c:pt>
                <c:pt idx="170">
                  <c:v>81.818181818181813</c:v>
                </c:pt>
                <c:pt idx="171">
                  <c:v>86.666666666666671</c:v>
                </c:pt>
                <c:pt idx="172">
                  <c:v>77.272727272727266</c:v>
                </c:pt>
                <c:pt idx="173">
                  <c:v>59.848484848484851</c:v>
                </c:pt>
                <c:pt idx="174">
                  <c:v>25.833333333333332</c:v>
                </c:pt>
                <c:pt idx="175">
                  <c:v>60.075757575757578</c:v>
                </c:pt>
                <c:pt idx="176">
                  <c:v>14.090909090909092</c:v>
                </c:pt>
                <c:pt idx="177">
                  <c:v>34.734848484848484</c:v>
                </c:pt>
                <c:pt idx="178">
                  <c:v>48.787878787878789</c:v>
                </c:pt>
                <c:pt idx="179">
                  <c:v>66.287878787878782</c:v>
                </c:pt>
                <c:pt idx="180">
                  <c:v>22.083333333333332</c:v>
                </c:pt>
                <c:pt idx="181">
                  <c:v>41.81818181818182</c:v>
                </c:pt>
                <c:pt idx="182">
                  <c:v>60.833333333333336</c:v>
                </c:pt>
                <c:pt idx="183">
                  <c:v>65.454545454545453</c:v>
                </c:pt>
                <c:pt idx="184">
                  <c:v>28.181818181818183</c:v>
                </c:pt>
                <c:pt idx="185">
                  <c:v>40.037878787878789</c:v>
                </c:pt>
                <c:pt idx="186">
                  <c:v>40.037878787878789</c:v>
                </c:pt>
                <c:pt idx="187">
                  <c:v>63.18181818181818</c:v>
                </c:pt>
                <c:pt idx="188">
                  <c:v>52.272727272727273</c:v>
                </c:pt>
                <c:pt idx="189">
                  <c:v>65.909090909090907</c:v>
                </c:pt>
                <c:pt idx="190">
                  <c:v>46.287878787878789</c:v>
                </c:pt>
                <c:pt idx="191">
                  <c:v>40.946969696969695</c:v>
                </c:pt>
                <c:pt idx="192">
                  <c:v>37.386363636363633</c:v>
                </c:pt>
                <c:pt idx="193">
                  <c:v>24.924242424242426</c:v>
                </c:pt>
                <c:pt idx="194">
                  <c:v>82.954545454545453</c:v>
                </c:pt>
                <c:pt idx="195">
                  <c:v>58.75</c:v>
                </c:pt>
                <c:pt idx="196">
                  <c:v>18.484848484848484</c:v>
                </c:pt>
                <c:pt idx="197">
                  <c:v>17.878787878787879</c:v>
                </c:pt>
                <c:pt idx="198">
                  <c:v>59.583333333333336</c:v>
                </c:pt>
                <c:pt idx="199">
                  <c:v>39.583333333333336</c:v>
                </c:pt>
                <c:pt idx="200">
                  <c:v>37.348484848484851</c:v>
                </c:pt>
                <c:pt idx="201">
                  <c:v>75.340909090909093</c:v>
                </c:pt>
                <c:pt idx="202">
                  <c:v>24.621212121212121</c:v>
                </c:pt>
                <c:pt idx="203">
                  <c:v>26.515151515151516</c:v>
                </c:pt>
                <c:pt idx="204">
                  <c:v>4.5454545454545459</c:v>
                </c:pt>
                <c:pt idx="205">
                  <c:v>4.5075757575757578</c:v>
                </c:pt>
                <c:pt idx="206">
                  <c:v>4.0151515151515156</c:v>
                </c:pt>
                <c:pt idx="207">
                  <c:v>11.818181818181818</c:v>
                </c:pt>
                <c:pt idx="208">
                  <c:v>15.151515151515152</c:v>
                </c:pt>
                <c:pt idx="209">
                  <c:v>15.340909090909092</c:v>
                </c:pt>
                <c:pt idx="210">
                  <c:v>19.09090909090909</c:v>
                </c:pt>
                <c:pt idx="211">
                  <c:v>19.09090909090909</c:v>
                </c:pt>
                <c:pt idx="212">
                  <c:v>18.863636363636363</c:v>
                </c:pt>
                <c:pt idx="213">
                  <c:v>19.09090909090909</c:v>
                </c:pt>
                <c:pt idx="214">
                  <c:v>29.166666666666668</c:v>
                </c:pt>
                <c:pt idx="215">
                  <c:v>25</c:v>
                </c:pt>
                <c:pt idx="216">
                  <c:v>25.227272727272727</c:v>
                </c:pt>
                <c:pt idx="217">
                  <c:v>26.363636363636363</c:v>
                </c:pt>
                <c:pt idx="218">
                  <c:v>25.454545454545453</c:v>
                </c:pt>
                <c:pt idx="219">
                  <c:v>27.045454545454547</c:v>
                </c:pt>
                <c:pt idx="220">
                  <c:v>25.90909090909091</c:v>
                </c:pt>
                <c:pt idx="221">
                  <c:v>113.25757575757575</c:v>
                </c:pt>
                <c:pt idx="222">
                  <c:v>78.181818181818187</c:v>
                </c:pt>
                <c:pt idx="223">
                  <c:v>42.348484848484851</c:v>
                </c:pt>
                <c:pt idx="224">
                  <c:v>26.060606060606062</c:v>
                </c:pt>
                <c:pt idx="225">
                  <c:v>19.318181818181817</c:v>
                </c:pt>
                <c:pt idx="226">
                  <c:v>22.727272727272727</c:v>
                </c:pt>
                <c:pt idx="227">
                  <c:v>53.825757575757578</c:v>
                </c:pt>
                <c:pt idx="228">
                  <c:v>44.507575757575758</c:v>
                </c:pt>
                <c:pt idx="229">
                  <c:v>26.363636363636363</c:v>
                </c:pt>
                <c:pt idx="230">
                  <c:v>26.666666666666668</c:v>
                </c:pt>
                <c:pt idx="231">
                  <c:v>23.863636363636363</c:v>
                </c:pt>
                <c:pt idx="232">
                  <c:v>24.128787878787879</c:v>
                </c:pt>
                <c:pt idx="233">
                  <c:v>36.363636363636367</c:v>
                </c:pt>
                <c:pt idx="234">
                  <c:v>36.060606060606062</c:v>
                </c:pt>
                <c:pt idx="235">
                  <c:v>36.060606060606062</c:v>
                </c:pt>
                <c:pt idx="236">
                  <c:v>40.56818181818182</c:v>
                </c:pt>
                <c:pt idx="237">
                  <c:v>36.060606060606062</c:v>
                </c:pt>
                <c:pt idx="238">
                  <c:v>36.060606060606062</c:v>
                </c:pt>
                <c:pt idx="239">
                  <c:v>31.022727272727273</c:v>
                </c:pt>
                <c:pt idx="240">
                  <c:v>33.333333333333336</c:v>
                </c:pt>
                <c:pt idx="241">
                  <c:v>32.727272727272727</c:v>
                </c:pt>
                <c:pt idx="242">
                  <c:v>32.424242424242422</c:v>
                </c:pt>
                <c:pt idx="243">
                  <c:v>31.818181818181817</c:v>
                </c:pt>
                <c:pt idx="244">
                  <c:v>30.90909090909091</c:v>
                </c:pt>
                <c:pt idx="245">
                  <c:v>30.606060606060606</c:v>
                </c:pt>
                <c:pt idx="246">
                  <c:v>34.43181818181818</c:v>
                </c:pt>
                <c:pt idx="247">
                  <c:v>30.606060606060606</c:v>
                </c:pt>
                <c:pt idx="248">
                  <c:v>34.090909090909093</c:v>
                </c:pt>
                <c:pt idx="249">
                  <c:v>28.787878787878789</c:v>
                </c:pt>
                <c:pt idx="250">
                  <c:v>39.166666666666664</c:v>
                </c:pt>
                <c:pt idx="251">
                  <c:v>46.780303030303031</c:v>
                </c:pt>
                <c:pt idx="252">
                  <c:v>56.590909090909093</c:v>
                </c:pt>
                <c:pt idx="253">
                  <c:v>42.045454545454547</c:v>
                </c:pt>
                <c:pt idx="254">
                  <c:v>56.628787878787875</c:v>
                </c:pt>
                <c:pt idx="255">
                  <c:v>31.25</c:v>
                </c:pt>
                <c:pt idx="256">
                  <c:v>32.121212121212125</c:v>
                </c:pt>
                <c:pt idx="257">
                  <c:v>52.272727272727273</c:v>
                </c:pt>
                <c:pt idx="258">
                  <c:v>20.606060606060606</c:v>
                </c:pt>
                <c:pt idx="259">
                  <c:v>64.393939393939391</c:v>
                </c:pt>
                <c:pt idx="260">
                  <c:v>35.151515151515149</c:v>
                </c:pt>
                <c:pt idx="261">
                  <c:v>38.863636363636367</c:v>
                </c:pt>
                <c:pt idx="262">
                  <c:v>36.969696969696969</c:v>
                </c:pt>
                <c:pt idx="263">
                  <c:v>36.969696969696969</c:v>
                </c:pt>
                <c:pt idx="264">
                  <c:v>36.969696969696969</c:v>
                </c:pt>
                <c:pt idx="265">
                  <c:v>41.590909090909093</c:v>
                </c:pt>
                <c:pt idx="266">
                  <c:v>46.212121212121211</c:v>
                </c:pt>
                <c:pt idx="267">
                  <c:v>36.969696969696969</c:v>
                </c:pt>
                <c:pt idx="268">
                  <c:v>41.590909090909093</c:v>
                </c:pt>
                <c:pt idx="269">
                  <c:v>83.181818181818187</c:v>
                </c:pt>
                <c:pt idx="270">
                  <c:v>27.575757575757574</c:v>
                </c:pt>
                <c:pt idx="271">
                  <c:v>31.212121212121211</c:v>
                </c:pt>
                <c:pt idx="272">
                  <c:v>34.772727272727273</c:v>
                </c:pt>
                <c:pt idx="273">
                  <c:v>31.515151515151516</c:v>
                </c:pt>
                <c:pt idx="274">
                  <c:v>34.772727272727273</c:v>
                </c:pt>
                <c:pt idx="275">
                  <c:v>30.606060606060606</c:v>
                </c:pt>
                <c:pt idx="276">
                  <c:v>37.121212121212125</c:v>
                </c:pt>
                <c:pt idx="277">
                  <c:v>4.0530303030303028</c:v>
                </c:pt>
                <c:pt idx="278">
                  <c:v>32.613636363636367</c:v>
                </c:pt>
                <c:pt idx="279">
                  <c:v>32.878787878787875</c:v>
                </c:pt>
                <c:pt idx="280">
                  <c:v>30.681818181818183</c:v>
                </c:pt>
                <c:pt idx="281">
                  <c:v>36.325757575757578</c:v>
                </c:pt>
                <c:pt idx="282">
                  <c:v>31.59090909090909</c:v>
                </c:pt>
                <c:pt idx="283">
                  <c:v>31.59090909090909</c:v>
                </c:pt>
                <c:pt idx="284">
                  <c:v>41.515151515151516</c:v>
                </c:pt>
                <c:pt idx="285">
                  <c:v>35.795454545454547</c:v>
                </c:pt>
                <c:pt idx="286">
                  <c:v>119.09090909090909</c:v>
                </c:pt>
                <c:pt idx="287">
                  <c:v>133.63636363636363</c:v>
                </c:pt>
                <c:pt idx="288">
                  <c:v>143.03030303030303</c:v>
                </c:pt>
                <c:pt idx="289">
                  <c:v>96.36363636363636</c:v>
                </c:pt>
                <c:pt idx="290">
                  <c:v>35.946969696969695</c:v>
                </c:pt>
                <c:pt idx="291">
                  <c:v>19.583333333333332</c:v>
                </c:pt>
                <c:pt idx="292">
                  <c:v>38.712121212121211</c:v>
                </c:pt>
                <c:pt idx="293">
                  <c:v>43.939393939393938</c:v>
                </c:pt>
                <c:pt idx="294">
                  <c:v>38.712121212121211</c:v>
                </c:pt>
                <c:pt idx="295">
                  <c:v>44.545454545454547</c:v>
                </c:pt>
                <c:pt idx="296">
                  <c:v>44.242424242424242</c:v>
                </c:pt>
                <c:pt idx="297">
                  <c:v>89.696969696969703</c:v>
                </c:pt>
                <c:pt idx="298">
                  <c:v>46.060606060606062</c:v>
                </c:pt>
                <c:pt idx="299">
                  <c:v>40.037878787878789</c:v>
                </c:pt>
                <c:pt idx="300">
                  <c:v>45.151515151515149</c:v>
                </c:pt>
                <c:pt idx="301">
                  <c:v>40.303030303030305</c:v>
                </c:pt>
                <c:pt idx="302">
                  <c:v>69.545454545454547</c:v>
                </c:pt>
                <c:pt idx="303">
                  <c:v>93.939393939393938</c:v>
                </c:pt>
                <c:pt idx="304">
                  <c:v>47.575757575757578</c:v>
                </c:pt>
                <c:pt idx="305">
                  <c:v>53.18181818181818</c:v>
                </c:pt>
                <c:pt idx="306">
                  <c:v>53.18181818181818</c:v>
                </c:pt>
                <c:pt idx="307">
                  <c:v>64.583333333333329</c:v>
                </c:pt>
                <c:pt idx="308">
                  <c:v>53.522727272727273</c:v>
                </c:pt>
                <c:pt idx="309">
                  <c:v>53.18181818181818</c:v>
                </c:pt>
                <c:pt idx="310">
                  <c:v>47.878787878787875</c:v>
                </c:pt>
                <c:pt idx="311">
                  <c:v>53.522727272727273</c:v>
                </c:pt>
                <c:pt idx="312">
                  <c:v>54.204545454545453</c:v>
                </c:pt>
                <c:pt idx="313">
                  <c:v>59.848484848484851</c:v>
                </c:pt>
                <c:pt idx="314">
                  <c:v>60.606060606060609</c:v>
                </c:pt>
                <c:pt idx="315">
                  <c:v>59.848484848484851</c:v>
                </c:pt>
                <c:pt idx="316">
                  <c:v>109.09090909090909</c:v>
                </c:pt>
                <c:pt idx="317">
                  <c:v>103.67424242424242</c:v>
                </c:pt>
                <c:pt idx="318">
                  <c:v>92.61363636363636</c:v>
                </c:pt>
                <c:pt idx="319">
                  <c:v>61.742424242424242</c:v>
                </c:pt>
                <c:pt idx="320">
                  <c:v>55.56818181818182</c:v>
                </c:pt>
                <c:pt idx="321">
                  <c:v>86.439393939393938</c:v>
                </c:pt>
                <c:pt idx="322">
                  <c:v>67.916666666666671</c:v>
                </c:pt>
                <c:pt idx="323">
                  <c:v>61.742424242424242</c:v>
                </c:pt>
                <c:pt idx="324">
                  <c:v>57.196969696969695</c:v>
                </c:pt>
                <c:pt idx="325">
                  <c:v>101.81818181818181</c:v>
                </c:pt>
                <c:pt idx="326">
                  <c:v>74.090909090909093</c:v>
                </c:pt>
                <c:pt idx="327">
                  <c:v>86.439393939393938</c:v>
                </c:pt>
                <c:pt idx="328">
                  <c:v>53.863636363636367</c:v>
                </c:pt>
                <c:pt idx="329">
                  <c:v>53.863636363636367</c:v>
                </c:pt>
                <c:pt idx="330">
                  <c:v>47.878787878787875</c:v>
                </c:pt>
                <c:pt idx="331">
                  <c:v>53.522727272727273</c:v>
                </c:pt>
                <c:pt idx="332">
                  <c:v>42.159090909090907</c:v>
                </c:pt>
                <c:pt idx="333">
                  <c:v>49.696969696969695</c:v>
                </c:pt>
                <c:pt idx="334">
                  <c:v>74.356060606060609</c:v>
                </c:pt>
                <c:pt idx="335">
                  <c:v>87.878787878787875</c:v>
                </c:pt>
                <c:pt idx="336">
                  <c:v>86.666666666666671</c:v>
                </c:pt>
                <c:pt idx="337">
                  <c:v>87.272727272727266</c:v>
                </c:pt>
                <c:pt idx="338">
                  <c:v>97.5</c:v>
                </c:pt>
                <c:pt idx="339">
                  <c:v>59.583333333333336</c:v>
                </c:pt>
                <c:pt idx="340">
                  <c:v>60</c:v>
                </c:pt>
                <c:pt idx="341">
                  <c:v>132.42424242424244</c:v>
                </c:pt>
                <c:pt idx="342">
                  <c:v>177.27272727272728</c:v>
                </c:pt>
                <c:pt idx="343">
                  <c:v>161.59090909090909</c:v>
                </c:pt>
                <c:pt idx="344">
                  <c:v>79.280303030303031</c:v>
                </c:pt>
                <c:pt idx="345">
                  <c:v>67.5</c:v>
                </c:pt>
                <c:pt idx="346">
                  <c:v>67.5</c:v>
                </c:pt>
                <c:pt idx="347">
                  <c:v>79.772727272727266</c:v>
                </c:pt>
                <c:pt idx="348">
                  <c:v>73.63636363636364</c:v>
                </c:pt>
                <c:pt idx="349">
                  <c:v>50</c:v>
                </c:pt>
                <c:pt idx="350">
                  <c:v>55.56818181818182</c:v>
                </c:pt>
                <c:pt idx="351">
                  <c:v>55.56818181818182</c:v>
                </c:pt>
                <c:pt idx="352">
                  <c:v>49.696969696969695</c:v>
                </c:pt>
                <c:pt idx="353">
                  <c:v>55.56818181818182</c:v>
                </c:pt>
                <c:pt idx="354">
                  <c:v>50</c:v>
                </c:pt>
                <c:pt idx="355">
                  <c:v>55.909090909090907</c:v>
                </c:pt>
                <c:pt idx="356">
                  <c:v>81.25</c:v>
                </c:pt>
                <c:pt idx="357">
                  <c:v>100</c:v>
                </c:pt>
                <c:pt idx="358">
                  <c:v>103.03030303030303</c:v>
                </c:pt>
                <c:pt idx="359">
                  <c:v>75.454545454545453</c:v>
                </c:pt>
                <c:pt idx="360">
                  <c:v>63.257575757575758</c:v>
                </c:pt>
                <c:pt idx="361">
                  <c:v>100</c:v>
                </c:pt>
                <c:pt idx="362">
                  <c:v>81.742424242424249</c:v>
                </c:pt>
                <c:pt idx="363">
                  <c:v>113.86363636363636</c:v>
                </c:pt>
                <c:pt idx="364">
                  <c:v>70</c:v>
                </c:pt>
                <c:pt idx="365">
                  <c:v>63.636363636363633</c:v>
                </c:pt>
                <c:pt idx="366">
                  <c:v>70</c:v>
                </c:pt>
                <c:pt idx="367">
                  <c:v>64.015151515151516</c:v>
                </c:pt>
                <c:pt idx="368">
                  <c:v>63.636363636363633</c:v>
                </c:pt>
                <c:pt idx="369">
                  <c:v>120.18939393939394</c:v>
                </c:pt>
                <c:pt idx="370">
                  <c:v>101.81818181818181</c:v>
                </c:pt>
                <c:pt idx="371">
                  <c:v>64.393939393939391</c:v>
                </c:pt>
                <c:pt idx="372">
                  <c:v>89.621212121212125</c:v>
                </c:pt>
                <c:pt idx="373">
                  <c:v>38.18181818181818</c:v>
                </c:pt>
                <c:pt idx="374">
                  <c:v>113.18181818181819</c:v>
                </c:pt>
                <c:pt idx="375">
                  <c:v>125</c:v>
                </c:pt>
                <c:pt idx="376">
                  <c:v>104.31818181818181</c:v>
                </c:pt>
                <c:pt idx="377">
                  <c:v>97.575757575757578</c:v>
                </c:pt>
                <c:pt idx="378">
                  <c:v>72.727272727272734</c:v>
                </c:pt>
                <c:pt idx="379">
                  <c:v>95.151515151515156</c:v>
                </c:pt>
                <c:pt idx="380">
                  <c:v>36.136363636363633</c:v>
                </c:pt>
                <c:pt idx="381">
                  <c:v>82.196969696969703</c:v>
                </c:pt>
                <c:pt idx="382">
                  <c:v>40.833333333333336</c:v>
                </c:pt>
                <c:pt idx="383">
                  <c:v>69.545454545454547</c:v>
                </c:pt>
                <c:pt idx="384">
                  <c:v>129.81060606060606</c:v>
                </c:pt>
                <c:pt idx="385">
                  <c:v>120.83333333333333</c:v>
                </c:pt>
                <c:pt idx="386">
                  <c:v>74.772727272727266</c:v>
                </c:pt>
                <c:pt idx="387">
                  <c:v>70.416666666666671</c:v>
                </c:pt>
                <c:pt idx="388">
                  <c:v>125.45454545454545</c:v>
                </c:pt>
                <c:pt idx="389">
                  <c:v>95</c:v>
                </c:pt>
                <c:pt idx="390">
                  <c:v>140.60606060606059</c:v>
                </c:pt>
                <c:pt idx="391">
                  <c:v>216.36363636363637</c:v>
                </c:pt>
                <c:pt idx="392">
                  <c:v>194.54545454545453</c:v>
                </c:pt>
                <c:pt idx="393">
                  <c:v>99.318181818181813</c:v>
                </c:pt>
                <c:pt idx="394">
                  <c:v>60.984848484848484</c:v>
                </c:pt>
                <c:pt idx="395">
                  <c:v>60.984848484848484</c:v>
                </c:pt>
                <c:pt idx="396">
                  <c:v>48.06818181818182</c:v>
                </c:pt>
                <c:pt idx="397">
                  <c:v>49.090909090909093</c:v>
                </c:pt>
                <c:pt idx="398">
                  <c:v>53.030303030303031</c:v>
                </c:pt>
                <c:pt idx="399">
                  <c:v>43.939393939393938</c:v>
                </c:pt>
                <c:pt idx="400">
                  <c:v>54.166666666666664</c:v>
                </c:pt>
                <c:pt idx="401">
                  <c:v>55.68181818181818</c:v>
                </c:pt>
                <c:pt idx="402">
                  <c:v>44.848484848484851</c:v>
                </c:pt>
                <c:pt idx="403">
                  <c:v>50.454545454545453</c:v>
                </c:pt>
                <c:pt idx="404">
                  <c:v>44.848484848484851</c:v>
                </c:pt>
                <c:pt idx="405">
                  <c:v>112.12121212121212</c:v>
                </c:pt>
                <c:pt idx="406">
                  <c:v>113.75</c:v>
                </c:pt>
                <c:pt idx="407">
                  <c:v>52.651515151515149</c:v>
                </c:pt>
                <c:pt idx="408">
                  <c:v>52.651515151515149</c:v>
                </c:pt>
                <c:pt idx="409">
                  <c:v>49.772727272727273</c:v>
                </c:pt>
                <c:pt idx="410">
                  <c:v>66.36363636363636</c:v>
                </c:pt>
                <c:pt idx="411">
                  <c:v>61.25</c:v>
                </c:pt>
                <c:pt idx="412">
                  <c:v>61.666666666666664</c:v>
                </c:pt>
                <c:pt idx="413">
                  <c:v>51.477272727272727</c:v>
                </c:pt>
                <c:pt idx="414">
                  <c:v>79.015151515151516</c:v>
                </c:pt>
                <c:pt idx="415">
                  <c:v>62.916666666666664</c:v>
                </c:pt>
                <c:pt idx="416">
                  <c:v>74.356060606060609</c:v>
                </c:pt>
                <c:pt idx="417">
                  <c:v>52.159090909090907</c:v>
                </c:pt>
                <c:pt idx="418">
                  <c:v>57.575757575757578</c:v>
                </c:pt>
                <c:pt idx="419">
                  <c:v>58.712121212121211</c:v>
                </c:pt>
                <c:pt idx="420">
                  <c:v>58.712121212121211</c:v>
                </c:pt>
                <c:pt idx="421">
                  <c:v>64.166666666666671</c:v>
                </c:pt>
                <c:pt idx="422">
                  <c:v>65</c:v>
                </c:pt>
                <c:pt idx="423">
                  <c:v>76.818181818181813</c:v>
                </c:pt>
                <c:pt idx="424">
                  <c:v>47.272727272727273</c:v>
                </c:pt>
                <c:pt idx="425">
                  <c:v>59.469696969696969</c:v>
                </c:pt>
                <c:pt idx="426">
                  <c:v>53.522727272727273</c:v>
                </c:pt>
                <c:pt idx="427">
                  <c:v>53.18181818181818</c:v>
                </c:pt>
                <c:pt idx="428">
                  <c:v>41.893939393939391</c:v>
                </c:pt>
                <c:pt idx="429">
                  <c:v>47.575757575757578</c:v>
                </c:pt>
                <c:pt idx="430">
                  <c:v>70.909090909090907</c:v>
                </c:pt>
                <c:pt idx="431">
                  <c:v>54.545454545454547</c:v>
                </c:pt>
                <c:pt idx="432">
                  <c:v>65.833333333333329</c:v>
                </c:pt>
                <c:pt idx="433">
                  <c:v>54.545454545454547</c:v>
                </c:pt>
                <c:pt idx="434">
                  <c:v>48.484848484848484</c:v>
                </c:pt>
                <c:pt idx="435">
                  <c:v>54.545454545454547</c:v>
                </c:pt>
                <c:pt idx="436">
                  <c:v>48.787878787878789</c:v>
                </c:pt>
                <c:pt idx="437">
                  <c:v>54.545454545454547</c:v>
                </c:pt>
                <c:pt idx="438">
                  <c:v>54.886363636363633</c:v>
                </c:pt>
                <c:pt idx="439">
                  <c:v>60.606060606060609</c:v>
                </c:pt>
                <c:pt idx="440">
                  <c:v>54.886363636363633</c:v>
                </c:pt>
                <c:pt idx="441">
                  <c:v>60.227272727272727</c:v>
                </c:pt>
                <c:pt idx="442">
                  <c:v>54.545454545454547</c:v>
                </c:pt>
                <c:pt idx="443">
                  <c:v>54.545454545454547</c:v>
                </c:pt>
                <c:pt idx="444">
                  <c:v>42.424242424242422</c:v>
                </c:pt>
                <c:pt idx="445">
                  <c:v>54.545454545454547</c:v>
                </c:pt>
                <c:pt idx="446">
                  <c:v>53.863636363636367</c:v>
                </c:pt>
                <c:pt idx="447">
                  <c:v>59.848484848484851</c:v>
                </c:pt>
                <c:pt idx="448">
                  <c:v>47.272727272727273</c:v>
                </c:pt>
                <c:pt idx="449">
                  <c:v>59.469696969696969</c:v>
                </c:pt>
                <c:pt idx="450">
                  <c:v>47.272727272727273</c:v>
                </c:pt>
                <c:pt idx="451">
                  <c:v>59.469696969696969</c:v>
                </c:pt>
                <c:pt idx="452">
                  <c:v>46.363636363636367</c:v>
                </c:pt>
                <c:pt idx="453">
                  <c:v>58.712121212121211</c:v>
                </c:pt>
                <c:pt idx="454">
                  <c:v>46.060606060606062</c:v>
                </c:pt>
                <c:pt idx="455">
                  <c:v>51.81818181818182</c:v>
                </c:pt>
                <c:pt idx="456">
                  <c:v>51.81818181818182</c:v>
                </c:pt>
                <c:pt idx="457">
                  <c:v>51.477272727272727</c:v>
                </c:pt>
                <c:pt idx="458">
                  <c:v>45.454545454545453</c:v>
                </c:pt>
                <c:pt idx="459">
                  <c:v>50.795454545454547</c:v>
                </c:pt>
                <c:pt idx="460">
                  <c:v>50.454545454545453</c:v>
                </c:pt>
                <c:pt idx="461">
                  <c:v>56.060606060606062</c:v>
                </c:pt>
                <c:pt idx="462">
                  <c:v>44.848484848484851</c:v>
                </c:pt>
                <c:pt idx="463">
                  <c:v>44.848484848484851</c:v>
                </c:pt>
                <c:pt idx="464">
                  <c:v>56.060606060606062</c:v>
                </c:pt>
                <c:pt idx="465">
                  <c:v>54.545454545454547</c:v>
                </c:pt>
                <c:pt idx="466">
                  <c:v>65.454545454545453</c:v>
                </c:pt>
                <c:pt idx="467">
                  <c:v>64.545454545454547</c:v>
                </c:pt>
                <c:pt idx="468">
                  <c:v>51.136363636363633</c:v>
                </c:pt>
                <c:pt idx="469">
                  <c:v>66.477272727272734</c:v>
                </c:pt>
                <c:pt idx="470">
                  <c:v>61.81818181818182</c:v>
                </c:pt>
                <c:pt idx="471">
                  <c:v>66.477272727272734</c:v>
                </c:pt>
                <c:pt idx="472">
                  <c:v>61.81818181818182</c:v>
                </c:pt>
                <c:pt idx="473">
                  <c:v>55</c:v>
                </c:pt>
                <c:pt idx="474">
                  <c:v>45</c:v>
                </c:pt>
                <c:pt idx="475">
                  <c:v>74.431818181818187</c:v>
                </c:pt>
                <c:pt idx="476">
                  <c:v>67.5</c:v>
                </c:pt>
                <c:pt idx="477">
                  <c:v>72.727272727272734</c:v>
                </c:pt>
                <c:pt idx="478">
                  <c:v>67.083333333333329</c:v>
                </c:pt>
                <c:pt idx="479">
                  <c:v>78.787878787878782</c:v>
                </c:pt>
                <c:pt idx="480">
                  <c:v>48.787878787878789</c:v>
                </c:pt>
                <c:pt idx="481">
                  <c:v>54.886363636363633</c:v>
                </c:pt>
                <c:pt idx="482">
                  <c:v>48.484848484848484</c:v>
                </c:pt>
                <c:pt idx="483">
                  <c:v>42.689393939393938</c:v>
                </c:pt>
                <c:pt idx="484">
                  <c:v>49.696969696969695</c:v>
                </c:pt>
                <c:pt idx="485">
                  <c:v>49.090909090909093</c:v>
                </c:pt>
                <c:pt idx="486">
                  <c:v>54.545454545454547</c:v>
                </c:pt>
                <c:pt idx="487">
                  <c:v>48.787878787878789</c:v>
                </c:pt>
                <c:pt idx="488">
                  <c:v>54.886363636363633</c:v>
                </c:pt>
                <c:pt idx="489">
                  <c:v>48.787878787878789</c:v>
                </c:pt>
                <c:pt idx="490">
                  <c:v>54.545454545454547</c:v>
                </c:pt>
                <c:pt idx="491">
                  <c:v>48.787878787878789</c:v>
                </c:pt>
                <c:pt idx="492">
                  <c:v>48.787878787878789</c:v>
                </c:pt>
                <c:pt idx="493">
                  <c:v>54.545454545454547</c:v>
                </c:pt>
                <c:pt idx="494">
                  <c:v>48.787878787878789</c:v>
                </c:pt>
                <c:pt idx="495">
                  <c:v>54.886363636363633</c:v>
                </c:pt>
                <c:pt idx="496">
                  <c:v>6.1363636363636367</c:v>
                </c:pt>
                <c:pt idx="497">
                  <c:v>78.787878787878782</c:v>
                </c:pt>
                <c:pt idx="498">
                  <c:v>131.66666666666666</c:v>
                </c:pt>
                <c:pt idx="499">
                  <c:v>140.90909090909091</c:v>
                </c:pt>
                <c:pt idx="500">
                  <c:v>135.03787878787878</c:v>
                </c:pt>
                <c:pt idx="501">
                  <c:v>86.931818181818187</c:v>
                </c:pt>
                <c:pt idx="502">
                  <c:v>113.63636363636364</c:v>
                </c:pt>
                <c:pt idx="503">
                  <c:v>123.33333333333333</c:v>
                </c:pt>
                <c:pt idx="504">
                  <c:v>106.81818181818181</c:v>
                </c:pt>
                <c:pt idx="505">
                  <c:v>103.03030303030303</c:v>
                </c:pt>
                <c:pt idx="506">
                  <c:v>45</c:v>
                </c:pt>
                <c:pt idx="507">
                  <c:v>44.659090909090907</c:v>
                </c:pt>
                <c:pt idx="508">
                  <c:v>56.25</c:v>
                </c:pt>
                <c:pt idx="509">
                  <c:v>43.977272727272727</c:v>
                </c:pt>
                <c:pt idx="510">
                  <c:v>48.484848484848484</c:v>
                </c:pt>
                <c:pt idx="511">
                  <c:v>99.431818181818187</c:v>
                </c:pt>
                <c:pt idx="512">
                  <c:v>101.06060606060606</c:v>
                </c:pt>
                <c:pt idx="513">
                  <c:v>98.484848484848484</c:v>
                </c:pt>
                <c:pt idx="514">
                  <c:v>75.795454545454547</c:v>
                </c:pt>
                <c:pt idx="515">
                  <c:v>18.295454545454547</c:v>
                </c:pt>
                <c:pt idx="516">
                  <c:v>4.8484848484848486</c:v>
                </c:pt>
                <c:pt idx="517">
                  <c:v>18.787878787878789</c:v>
                </c:pt>
                <c:pt idx="518">
                  <c:v>55.68181818181818</c:v>
                </c:pt>
                <c:pt idx="519">
                  <c:v>39.772727272727273</c:v>
                </c:pt>
                <c:pt idx="520">
                  <c:v>2.6136363636363638</c:v>
                </c:pt>
                <c:pt idx="521">
                  <c:v>23.598484848484848</c:v>
                </c:pt>
                <c:pt idx="522">
                  <c:v>56.93181818181818</c:v>
                </c:pt>
                <c:pt idx="523">
                  <c:v>64.015151515151516</c:v>
                </c:pt>
                <c:pt idx="524">
                  <c:v>57.613636363636367</c:v>
                </c:pt>
                <c:pt idx="525">
                  <c:v>64.393939393939391</c:v>
                </c:pt>
                <c:pt idx="526">
                  <c:v>58.295454545454547</c:v>
                </c:pt>
                <c:pt idx="527">
                  <c:v>96.590909090909093</c:v>
                </c:pt>
                <c:pt idx="528">
                  <c:v>109.46969696969697</c:v>
                </c:pt>
                <c:pt idx="529">
                  <c:v>110.11363636363636</c:v>
                </c:pt>
                <c:pt idx="530">
                  <c:v>32.954545454545453</c:v>
                </c:pt>
                <c:pt idx="531">
                  <c:v>65.530303030303031</c:v>
                </c:pt>
                <c:pt idx="532">
                  <c:v>51.515151515151516</c:v>
                </c:pt>
                <c:pt idx="533">
                  <c:v>64.393939393939391</c:v>
                </c:pt>
                <c:pt idx="534">
                  <c:v>52.121212121212125</c:v>
                </c:pt>
                <c:pt idx="535">
                  <c:v>51.81818181818182</c:v>
                </c:pt>
                <c:pt idx="536">
                  <c:v>58.295454545454547</c:v>
                </c:pt>
                <c:pt idx="537">
                  <c:v>71.25</c:v>
                </c:pt>
                <c:pt idx="538">
                  <c:v>76.818181818181813</c:v>
                </c:pt>
                <c:pt idx="539">
                  <c:v>65.151515151515156</c:v>
                </c:pt>
                <c:pt idx="540">
                  <c:v>72.5</c:v>
                </c:pt>
                <c:pt idx="541">
                  <c:v>84.696969696969703</c:v>
                </c:pt>
                <c:pt idx="542">
                  <c:v>59.31818181818182</c:v>
                </c:pt>
                <c:pt idx="543">
                  <c:v>53.030303030303031</c:v>
                </c:pt>
                <c:pt idx="544">
                  <c:v>66.666666666666671</c:v>
                </c:pt>
                <c:pt idx="545">
                  <c:v>73.75</c:v>
                </c:pt>
                <c:pt idx="546">
                  <c:v>67.424242424242422</c:v>
                </c:pt>
                <c:pt idx="547">
                  <c:v>93.86363636363636</c:v>
                </c:pt>
                <c:pt idx="548">
                  <c:v>60.340909090909093</c:v>
                </c:pt>
                <c:pt idx="549">
                  <c:v>53.333333333333336</c:v>
                </c:pt>
                <c:pt idx="550">
                  <c:v>40</c:v>
                </c:pt>
                <c:pt idx="551">
                  <c:v>40.227272727272727</c:v>
                </c:pt>
                <c:pt idx="552">
                  <c:v>39.772727272727273</c:v>
                </c:pt>
                <c:pt idx="553">
                  <c:v>39.772727272727273</c:v>
                </c:pt>
                <c:pt idx="554">
                  <c:v>39.772727272727273</c:v>
                </c:pt>
                <c:pt idx="555">
                  <c:v>39.772727272727273</c:v>
                </c:pt>
                <c:pt idx="556">
                  <c:v>39.772727272727273</c:v>
                </c:pt>
                <c:pt idx="557">
                  <c:v>39.772727272727273</c:v>
                </c:pt>
                <c:pt idx="558">
                  <c:v>39.772727272727273</c:v>
                </c:pt>
                <c:pt idx="559">
                  <c:v>26.515151515151516</c:v>
                </c:pt>
                <c:pt idx="560">
                  <c:v>26.515151515151516</c:v>
                </c:pt>
                <c:pt idx="561">
                  <c:v>33.333333333333336</c:v>
                </c:pt>
                <c:pt idx="562">
                  <c:v>33.712121212121211</c:v>
                </c:pt>
                <c:pt idx="563">
                  <c:v>6.7424242424242422</c:v>
                </c:pt>
                <c:pt idx="564">
                  <c:v>33.522727272727273</c:v>
                </c:pt>
                <c:pt idx="565">
                  <c:v>33.522727272727273</c:v>
                </c:pt>
                <c:pt idx="566">
                  <c:v>40.227272727272727</c:v>
                </c:pt>
                <c:pt idx="567">
                  <c:v>33.333333333333336</c:v>
                </c:pt>
                <c:pt idx="568">
                  <c:v>6.7424242424242422</c:v>
                </c:pt>
                <c:pt idx="569">
                  <c:v>40</c:v>
                </c:pt>
                <c:pt idx="570">
                  <c:v>34.659090909090907</c:v>
                </c:pt>
                <c:pt idx="571">
                  <c:v>26.363636363636363</c:v>
                </c:pt>
                <c:pt idx="572">
                  <c:v>33.333333333333336</c:v>
                </c:pt>
                <c:pt idx="573">
                  <c:v>46.666666666666664</c:v>
                </c:pt>
                <c:pt idx="574">
                  <c:v>60.68181818181818</c:v>
                </c:pt>
                <c:pt idx="575">
                  <c:v>40</c:v>
                </c:pt>
                <c:pt idx="576">
                  <c:v>40</c:v>
                </c:pt>
                <c:pt idx="577">
                  <c:v>39.772727272727273</c:v>
                </c:pt>
                <c:pt idx="578">
                  <c:v>53.030303030303031</c:v>
                </c:pt>
                <c:pt idx="579">
                  <c:v>59.659090909090907</c:v>
                </c:pt>
                <c:pt idx="580">
                  <c:v>66.287878787878782</c:v>
                </c:pt>
                <c:pt idx="581">
                  <c:v>85.681818181818187</c:v>
                </c:pt>
                <c:pt idx="582">
                  <c:v>46.136363636363633</c:v>
                </c:pt>
                <c:pt idx="583">
                  <c:v>104.84848484848484</c:v>
                </c:pt>
                <c:pt idx="584">
                  <c:v>71.25</c:v>
                </c:pt>
                <c:pt idx="585">
                  <c:v>97.727272727272734</c:v>
                </c:pt>
                <c:pt idx="586">
                  <c:v>83.219696969696969</c:v>
                </c:pt>
                <c:pt idx="587">
                  <c:v>57.272727272727273</c:v>
                </c:pt>
                <c:pt idx="588">
                  <c:v>75.909090909090907</c:v>
                </c:pt>
                <c:pt idx="589">
                  <c:v>81.25</c:v>
                </c:pt>
                <c:pt idx="590">
                  <c:v>81.742424242424249</c:v>
                </c:pt>
                <c:pt idx="591">
                  <c:v>111.81818181818181</c:v>
                </c:pt>
                <c:pt idx="592">
                  <c:v>156.25</c:v>
                </c:pt>
                <c:pt idx="593">
                  <c:v>66.25</c:v>
                </c:pt>
                <c:pt idx="594">
                  <c:v>113.71212121212122</c:v>
                </c:pt>
                <c:pt idx="595">
                  <c:v>124.09090909090909</c:v>
                </c:pt>
                <c:pt idx="596">
                  <c:v>64.166666666666671</c:v>
                </c:pt>
                <c:pt idx="597">
                  <c:v>137.27272727272728</c:v>
                </c:pt>
                <c:pt idx="598">
                  <c:v>133.63636363636363</c:v>
                </c:pt>
                <c:pt idx="599">
                  <c:v>130</c:v>
                </c:pt>
                <c:pt idx="600">
                  <c:v>136.89393939393941</c:v>
                </c:pt>
                <c:pt idx="601">
                  <c:v>132.95454545454547</c:v>
                </c:pt>
                <c:pt idx="602">
                  <c:v>132.95454545454547</c:v>
                </c:pt>
                <c:pt idx="603">
                  <c:v>105</c:v>
                </c:pt>
                <c:pt idx="604">
                  <c:v>119.65909090909091</c:v>
                </c:pt>
                <c:pt idx="605">
                  <c:v>31.515151515151516</c:v>
                </c:pt>
                <c:pt idx="606">
                  <c:v>60.340909090909093</c:v>
                </c:pt>
                <c:pt idx="607">
                  <c:v>60</c:v>
                </c:pt>
                <c:pt idx="608">
                  <c:v>59.659090909090907</c:v>
                </c:pt>
                <c:pt idx="609">
                  <c:v>46.136363636363633</c:v>
                </c:pt>
                <c:pt idx="610">
                  <c:v>46.401515151515149</c:v>
                </c:pt>
                <c:pt idx="611">
                  <c:v>40.454545454545453</c:v>
                </c:pt>
                <c:pt idx="612">
                  <c:v>40.68181818181818</c:v>
                </c:pt>
                <c:pt idx="613">
                  <c:v>46.666666666666664</c:v>
                </c:pt>
                <c:pt idx="614">
                  <c:v>67.803030303030297</c:v>
                </c:pt>
                <c:pt idx="615">
                  <c:v>79.545454545454547</c:v>
                </c:pt>
                <c:pt idx="616">
                  <c:v>26.969696969696969</c:v>
                </c:pt>
                <c:pt idx="617">
                  <c:v>54.848484848484851</c:v>
                </c:pt>
                <c:pt idx="618">
                  <c:v>49.053030303030305</c:v>
                </c:pt>
                <c:pt idx="619">
                  <c:v>41.136363636363633</c:v>
                </c:pt>
                <c:pt idx="620">
                  <c:v>61.022727272727273</c:v>
                </c:pt>
                <c:pt idx="621">
                  <c:v>74.583333333333329</c:v>
                </c:pt>
                <c:pt idx="622">
                  <c:v>61.022727272727273</c:v>
                </c:pt>
                <c:pt idx="623">
                  <c:v>74.166666666666671</c:v>
                </c:pt>
                <c:pt idx="624">
                  <c:v>61.363636363636367</c:v>
                </c:pt>
                <c:pt idx="625">
                  <c:v>47.727272727272727</c:v>
                </c:pt>
                <c:pt idx="626">
                  <c:v>67.045454545454547</c:v>
                </c:pt>
                <c:pt idx="627">
                  <c:v>49.848484848484851</c:v>
                </c:pt>
                <c:pt idx="628">
                  <c:v>47.462121212121211</c:v>
                </c:pt>
                <c:pt idx="629">
                  <c:v>56.969696969696969</c:v>
                </c:pt>
                <c:pt idx="630">
                  <c:v>41.590909090909093</c:v>
                </c:pt>
                <c:pt idx="631">
                  <c:v>86.36363636363636</c:v>
                </c:pt>
                <c:pt idx="632">
                  <c:v>100.22727272727273</c:v>
                </c:pt>
                <c:pt idx="633">
                  <c:v>117.84090909090909</c:v>
                </c:pt>
                <c:pt idx="634">
                  <c:v>45</c:v>
                </c:pt>
                <c:pt idx="635">
                  <c:v>270.45454545454544</c:v>
                </c:pt>
                <c:pt idx="636">
                  <c:v>7.0075757575757578</c:v>
                </c:pt>
                <c:pt idx="637">
                  <c:v>28.333333333333332</c:v>
                </c:pt>
                <c:pt idx="638">
                  <c:v>21.25</c:v>
                </c:pt>
                <c:pt idx="639">
                  <c:v>7.1590909090909092</c:v>
                </c:pt>
                <c:pt idx="640">
                  <c:v>21.363636363636363</c:v>
                </c:pt>
                <c:pt idx="641">
                  <c:v>21.363636363636363</c:v>
                </c:pt>
                <c:pt idx="642">
                  <c:v>44.772727272727273</c:v>
                </c:pt>
                <c:pt idx="643">
                  <c:v>52.5</c:v>
                </c:pt>
                <c:pt idx="644">
                  <c:v>79.166666666666671</c:v>
                </c:pt>
                <c:pt idx="645">
                  <c:v>92.083333333333329</c:v>
                </c:pt>
                <c:pt idx="646">
                  <c:v>77.5</c:v>
                </c:pt>
                <c:pt idx="647">
                  <c:v>90.606060606060609</c:v>
                </c:pt>
                <c:pt idx="648">
                  <c:v>62.727272727272727</c:v>
                </c:pt>
                <c:pt idx="649">
                  <c:v>97.045454545454547</c:v>
                </c:pt>
                <c:pt idx="650">
                  <c:v>117.1969696969697</c:v>
                </c:pt>
                <c:pt idx="651">
                  <c:v>122.04545454545455</c:v>
                </c:pt>
                <c:pt idx="652">
                  <c:v>102.27272727272727</c:v>
                </c:pt>
                <c:pt idx="653">
                  <c:v>98.86363636363636</c:v>
                </c:pt>
                <c:pt idx="654">
                  <c:v>98.86363636363636</c:v>
                </c:pt>
                <c:pt idx="655">
                  <c:v>65.151515151515156</c:v>
                </c:pt>
                <c:pt idx="656">
                  <c:v>103.03030303030303</c:v>
                </c:pt>
                <c:pt idx="657">
                  <c:v>45.075757575757578</c:v>
                </c:pt>
                <c:pt idx="658">
                  <c:v>6.4393939393939394</c:v>
                </c:pt>
                <c:pt idx="659">
                  <c:v>6.4393939393939394</c:v>
                </c:pt>
                <c:pt idx="660">
                  <c:v>6.4393939393939394</c:v>
                </c:pt>
                <c:pt idx="661">
                  <c:v>6.4015151515151514</c:v>
                </c:pt>
                <c:pt idx="662">
                  <c:v>6.3636363636363633</c:v>
                </c:pt>
                <c:pt idx="663">
                  <c:v>6.3636363636363633</c:v>
                </c:pt>
                <c:pt idx="664">
                  <c:v>6.3636363636363633</c:v>
                </c:pt>
                <c:pt idx="665">
                  <c:v>6.3257575757575761</c:v>
                </c:pt>
                <c:pt idx="666">
                  <c:v>6.3636363636363633</c:v>
                </c:pt>
                <c:pt idx="667">
                  <c:v>32.196969696969695</c:v>
                </c:pt>
                <c:pt idx="668">
                  <c:v>51.515151515151516</c:v>
                </c:pt>
                <c:pt idx="669">
                  <c:v>122.34848484848484</c:v>
                </c:pt>
                <c:pt idx="670">
                  <c:v>94.88636363636364</c:v>
                </c:pt>
                <c:pt idx="671">
                  <c:v>62.5</c:v>
                </c:pt>
                <c:pt idx="672">
                  <c:v>54.204545454545453</c:v>
                </c:pt>
                <c:pt idx="673">
                  <c:v>131.66666666666666</c:v>
                </c:pt>
                <c:pt idx="674">
                  <c:v>124.09090909090909</c:v>
                </c:pt>
                <c:pt idx="675">
                  <c:v>52.5</c:v>
                </c:pt>
                <c:pt idx="676">
                  <c:v>46.666666666666664</c:v>
                </c:pt>
                <c:pt idx="677">
                  <c:v>120.90909090909091</c:v>
                </c:pt>
                <c:pt idx="678">
                  <c:v>116.93181818181819</c:v>
                </c:pt>
                <c:pt idx="679">
                  <c:v>97.5</c:v>
                </c:pt>
                <c:pt idx="680">
                  <c:v>100.03787878787878</c:v>
                </c:pt>
                <c:pt idx="681">
                  <c:v>86.931818181818187</c:v>
                </c:pt>
                <c:pt idx="682">
                  <c:v>68.939393939393938</c:v>
                </c:pt>
                <c:pt idx="683">
                  <c:v>54.166666666666664</c:v>
                </c:pt>
                <c:pt idx="684">
                  <c:v>85.909090909090907</c:v>
                </c:pt>
                <c:pt idx="685">
                  <c:v>70.909090909090907</c:v>
                </c:pt>
                <c:pt idx="686">
                  <c:v>78.030303030303031</c:v>
                </c:pt>
                <c:pt idx="687">
                  <c:v>45.340909090909093</c:v>
                </c:pt>
                <c:pt idx="688">
                  <c:v>14.696969696969697</c:v>
                </c:pt>
                <c:pt idx="689">
                  <c:v>49.583333333333336</c:v>
                </c:pt>
                <c:pt idx="690">
                  <c:v>9.3181818181818183</c:v>
                </c:pt>
                <c:pt idx="691">
                  <c:v>129.54545454545453</c:v>
                </c:pt>
                <c:pt idx="692">
                  <c:v>39.204545454545453</c:v>
                </c:pt>
                <c:pt idx="693">
                  <c:v>43.18181818181818</c:v>
                </c:pt>
                <c:pt idx="694">
                  <c:v>103.21969696969697</c:v>
                </c:pt>
                <c:pt idx="695">
                  <c:v>113.48484848484848</c:v>
                </c:pt>
                <c:pt idx="696">
                  <c:v>141.81818181818181</c:v>
                </c:pt>
                <c:pt idx="697">
                  <c:v>117.42424242424242</c:v>
                </c:pt>
                <c:pt idx="698">
                  <c:v>9.0909090909090917</c:v>
                </c:pt>
                <c:pt idx="699">
                  <c:v>13.636363636363637</c:v>
                </c:pt>
                <c:pt idx="700">
                  <c:v>71.515151515151516</c:v>
                </c:pt>
                <c:pt idx="701">
                  <c:v>62.045454545454547</c:v>
                </c:pt>
                <c:pt idx="702">
                  <c:v>38.863636363636367</c:v>
                </c:pt>
                <c:pt idx="703">
                  <c:v>86.36363636363636</c:v>
                </c:pt>
                <c:pt idx="704">
                  <c:v>70.189393939393938</c:v>
                </c:pt>
                <c:pt idx="705">
                  <c:v>85.11363636363636</c:v>
                </c:pt>
                <c:pt idx="706">
                  <c:v>81.931818181818187</c:v>
                </c:pt>
                <c:pt idx="707">
                  <c:v>49.734848484848484</c:v>
                </c:pt>
                <c:pt idx="708">
                  <c:v>76.515151515151516</c:v>
                </c:pt>
                <c:pt idx="709">
                  <c:v>77.159090909090907</c:v>
                </c:pt>
                <c:pt idx="710">
                  <c:v>44.31818181818182</c:v>
                </c:pt>
                <c:pt idx="711">
                  <c:v>40.227272727272727</c:v>
                </c:pt>
                <c:pt idx="712">
                  <c:v>27.045454545454547</c:v>
                </c:pt>
                <c:pt idx="713">
                  <c:v>31.553030303030305</c:v>
                </c:pt>
                <c:pt idx="714">
                  <c:v>13.409090909090908</c:v>
                </c:pt>
                <c:pt idx="715">
                  <c:v>13.295454545454545</c:v>
                </c:pt>
                <c:pt idx="716">
                  <c:v>82.5</c:v>
                </c:pt>
                <c:pt idx="717">
                  <c:v>53.18181818181818</c:v>
                </c:pt>
                <c:pt idx="718">
                  <c:v>31.553030303030305</c:v>
                </c:pt>
                <c:pt idx="719">
                  <c:v>75.340909090909093</c:v>
                </c:pt>
                <c:pt idx="720">
                  <c:v>138.75</c:v>
                </c:pt>
                <c:pt idx="721">
                  <c:v>120.83333333333333</c:v>
                </c:pt>
                <c:pt idx="722">
                  <c:v>127.27272727272727</c:v>
                </c:pt>
                <c:pt idx="723">
                  <c:v>43.75</c:v>
                </c:pt>
                <c:pt idx="724">
                  <c:v>119.77272727272727</c:v>
                </c:pt>
                <c:pt idx="725">
                  <c:v>91.818181818181813</c:v>
                </c:pt>
                <c:pt idx="726">
                  <c:v>74.772727272727266</c:v>
                </c:pt>
                <c:pt idx="727">
                  <c:v>104.35606060606061</c:v>
                </c:pt>
                <c:pt idx="728">
                  <c:v>103.40909090909091</c:v>
                </c:pt>
                <c:pt idx="729">
                  <c:v>121.36363636363636</c:v>
                </c:pt>
                <c:pt idx="730">
                  <c:v>14.090909090909092</c:v>
                </c:pt>
                <c:pt idx="731">
                  <c:v>56.363636363636367</c:v>
                </c:pt>
                <c:pt idx="732">
                  <c:v>55.151515151515149</c:v>
                </c:pt>
                <c:pt idx="733">
                  <c:v>64.053030303030297</c:v>
                </c:pt>
                <c:pt idx="734">
                  <c:v>56.666666666666664</c:v>
                </c:pt>
                <c:pt idx="735">
                  <c:v>70.833333333333329</c:v>
                </c:pt>
                <c:pt idx="736">
                  <c:v>62.878787878787875</c:v>
                </c:pt>
                <c:pt idx="737">
                  <c:v>55.227272727272727</c:v>
                </c:pt>
                <c:pt idx="738">
                  <c:v>56.856060606060609</c:v>
                </c:pt>
                <c:pt idx="739">
                  <c:v>49.583333333333336</c:v>
                </c:pt>
                <c:pt idx="740">
                  <c:v>48.295454545454547</c:v>
                </c:pt>
                <c:pt idx="741">
                  <c:v>52.537878787878789</c:v>
                </c:pt>
                <c:pt idx="742">
                  <c:v>53.030303030303031</c:v>
                </c:pt>
                <c:pt idx="743">
                  <c:v>47.045454545454547</c:v>
                </c:pt>
                <c:pt idx="744">
                  <c:v>43.143939393939391</c:v>
                </c:pt>
                <c:pt idx="745">
                  <c:v>39.393939393939391</c:v>
                </c:pt>
                <c:pt idx="746">
                  <c:v>43.143939393939391</c:v>
                </c:pt>
                <c:pt idx="747">
                  <c:v>12.689393939393939</c:v>
                </c:pt>
                <c:pt idx="748">
                  <c:v>13.257575757575758</c:v>
                </c:pt>
                <c:pt idx="749">
                  <c:v>13.636363636363637</c:v>
                </c:pt>
                <c:pt idx="750">
                  <c:v>94.962121212121218</c:v>
                </c:pt>
                <c:pt idx="751">
                  <c:v>45.454545454545453</c:v>
                </c:pt>
                <c:pt idx="752">
                  <c:v>77.045454545454547</c:v>
                </c:pt>
                <c:pt idx="753">
                  <c:v>84.090909090909093</c:v>
                </c:pt>
                <c:pt idx="754">
                  <c:v>31.287878787878789</c:v>
                </c:pt>
                <c:pt idx="755">
                  <c:v>82.765151515151516</c:v>
                </c:pt>
                <c:pt idx="756">
                  <c:v>82.045454545454547</c:v>
                </c:pt>
                <c:pt idx="757">
                  <c:v>84.090909090909093</c:v>
                </c:pt>
                <c:pt idx="758">
                  <c:v>111.36363636363636</c:v>
                </c:pt>
                <c:pt idx="759">
                  <c:v>175</c:v>
                </c:pt>
                <c:pt idx="760">
                  <c:v>31.818181818181817</c:v>
                </c:pt>
                <c:pt idx="761">
                  <c:v>102.42424242424242</c:v>
                </c:pt>
                <c:pt idx="762">
                  <c:v>148.4848484848485</c:v>
                </c:pt>
                <c:pt idx="763">
                  <c:v>116.59090909090909</c:v>
                </c:pt>
                <c:pt idx="764">
                  <c:v>82.575757575757578</c:v>
                </c:pt>
                <c:pt idx="765">
                  <c:v>101.32575757575758</c:v>
                </c:pt>
                <c:pt idx="766">
                  <c:v>85.833333333333329</c:v>
                </c:pt>
                <c:pt idx="767">
                  <c:v>88.86363636363636</c:v>
                </c:pt>
                <c:pt idx="768">
                  <c:v>131.36363636363637</c:v>
                </c:pt>
                <c:pt idx="769">
                  <c:v>8.1818181818181817</c:v>
                </c:pt>
                <c:pt idx="770">
                  <c:v>32.424242424242422</c:v>
                </c:pt>
                <c:pt idx="771">
                  <c:v>66.969696969696969</c:v>
                </c:pt>
                <c:pt idx="772">
                  <c:v>66.325757575757578</c:v>
                </c:pt>
                <c:pt idx="773">
                  <c:v>128.59848484848484</c:v>
                </c:pt>
                <c:pt idx="774">
                  <c:v>24.924242424242426</c:v>
                </c:pt>
                <c:pt idx="775">
                  <c:v>44.810606060606062</c:v>
                </c:pt>
                <c:pt idx="776">
                  <c:v>50.56818181818182</c:v>
                </c:pt>
                <c:pt idx="777">
                  <c:v>106.66666666666667</c:v>
                </c:pt>
                <c:pt idx="778">
                  <c:v>105.11363636363636</c:v>
                </c:pt>
                <c:pt idx="779">
                  <c:v>114.54545454545455</c:v>
                </c:pt>
                <c:pt idx="780">
                  <c:v>114.01515151515152</c:v>
                </c:pt>
                <c:pt idx="781">
                  <c:v>100.45454545454545</c:v>
                </c:pt>
                <c:pt idx="782">
                  <c:v>96.439393939393938</c:v>
                </c:pt>
                <c:pt idx="783">
                  <c:v>66.477272727272734</c:v>
                </c:pt>
                <c:pt idx="784">
                  <c:v>21.212121212121211</c:v>
                </c:pt>
                <c:pt idx="785">
                  <c:v>29.393939393939394</c:v>
                </c:pt>
                <c:pt idx="786">
                  <c:v>50.303030303030305</c:v>
                </c:pt>
                <c:pt idx="787">
                  <c:v>56.590909090909093</c:v>
                </c:pt>
                <c:pt idx="788">
                  <c:v>44.015151515151516</c:v>
                </c:pt>
                <c:pt idx="789">
                  <c:v>50.303030303030305</c:v>
                </c:pt>
                <c:pt idx="790">
                  <c:v>50</c:v>
                </c:pt>
                <c:pt idx="791">
                  <c:v>43.75</c:v>
                </c:pt>
                <c:pt idx="792">
                  <c:v>43.75</c:v>
                </c:pt>
                <c:pt idx="793">
                  <c:v>25</c:v>
                </c:pt>
                <c:pt idx="794">
                  <c:v>31.439393939393938</c:v>
                </c:pt>
                <c:pt idx="795">
                  <c:v>25.454545454545453</c:v>
                </c:pt>
                <c:pt idx="796">
                  <c:v>31.25</c:v>
                </c:pt>
                <c:pt idx="797">
                  <c:v>25.151515151515152</c:v>
                </c:pt>
                <c:pt idx="798">
                  <c:v>46.666666666666664</c:v>
                </c:pt>
                <c:pt idx="799">
                  <c:v>93.333333333333329</c:v>
                </c:pt>
                <c:pt idx="800">
                  <c:v>33.522727272727273</c:v>
                </c:pt>
                <c:pt idx="801">
                  <c:v>80.909090909090907</c:v>
                </c:pt>
                <c:pt idx="802">
                  <c:v>94.393939393939391</c:v>
                </c:pt>
                <c:pt idx="803">
                  <c:v>107.27272727272727</c:v>
                </c:pt>
                <c:pt idx="804">
                  <c:v>20.34090909090909</c:v>
                </c:pt>
                <c:pt idx="805">
                  <c:v>61.363636363636367</c:v>
                </c:pt>
                <c:pt idx="806">
                  <c:v>54.242424242424242</c:v>
                </c:pt>
                <c:pt idx="807">
                  <c:v>47.462121212121211</c:v>
                </c:pt>
                <c:pt idx="808">
                  <c:v>47.196969696969695</c:v>
                </c:pt>
                <c:pt idx="809">
                  <c:v>89.128787878787875</c:v>
                </c:pt>
                <c:pt idx="810">
                  <c:v>54.242424242424242</c:v>
                </c:pt>
                <c:pt idx="811">
                  <c:v>61.022727272727273</c:v>
                </c:pt>
                <c:pt idx="812">
                  <c:v>123.40909090909091</c:v>
                </c:pt>
                <c:pt idx="813">
                  <c:v>35.037878787878789</c:v>
                </c:pt>
                <c:pt idx="814">
                  <c:v>47.727272727272727</c:v>
                </c:pt>
                <c:pt idx="815">
                  <c:v>48.257575757575758</c:v>
                </c:pt>
                <c:pt idx="816">
                  <c:v>40.909090909090907</c:v>
                </c:pt>
                <c:pt idx="817">
                  <c:v>84.090909090909093</c:v>
                </c:pt>
                <c:pt idx="818">
                  <c:v>54.848484848484851</c:v>
                </c:pt>
                <c:pt idx="819">
                  <c:v>69.318181818181813</c:v>
                </c:pt>
                <c:pt idx="820">
                  <c:v>82.727272727272734</c:v>
                </c:pt>
                <c:pt idx="821">
                  <c:v>61.704545454545453</c:v>
                </c:pt>
                <c:pt idx="822">
                  <c:v>68.939393939393938</c:v>
                </c:pt>
                <c:pt idx="823">
                  <c:v>62.045454545454547</c:v>
                </c:pt>
                <c:pt idx="824">
                  <c:v>61.704545454545453</c:v>
                </c:pt>
                <c:pt idx="825">
                  <c:v>54.848484848484851</c:v>
                </c:pt>
                <c:pt idx="826">
                  <c:v>68.560606060606062</c:v>
                </c:pt>
                <c:pt idx="827">
                  <c:v>186.13636363636363</c:v>
                </c:pt>
                <c:pt idx="828">
                  <c:v>50.113636363636367</c:v>
                </c:pt>
                <c:pt idx="829">
                  <c:v>83.181818181818187</c:v>
                </c:pt>
                <c:pt idx="830">
                  <c:v>90.11363636363636</c:v>
                </c:pt>
                <c:pt idx="831">
                  <c:v>69.318181818181813</c:v>
                </c:pt>
                <c:pt idx="832">
                  <c:v>76.25</c:v>
                </c:pt>
                <c:pt idx="833">
                  <c:v>105.11363636363636</c:v>
                </c:pt>
                <c:pt idx="834">
                  <c:v>34.848484848484851</c:v>
                </c:pt>
                <c:pt idx="835">
                  <c:v>49.053030303030305</c:v>
                </c:pt>
                <c:pt idx="836">
                  <c:v>49.053030303030305</c:v>
                </c:pt>
                <c:pt idx="837">
                  <c:v>41.81818181818182</c:v>
                </c:pt>
                <c:pt idx="838">
                  <c:v>48.787878787878789</c:v>
                </c:pt>
                <c:pt idx="839">
                  <c:v>42.272727272727273</c:v>
                </c:pt>
                <c:pt idx="840">
                  <c:v>56.666666666666664</c:v>
                </c:pt>
                <c:pt idx="841">
                  <c:v>77.5</c:v>
                </c:pt>
                <c:pt idx="842">
                  <c:v>12.348484848484848</c:v>
                </c:pt>
                <c:pt idx="843">
                  <c:v>63.409090909090907</c:v>
                </c:pt>
                <c:pt idx="844">
                  <c:v>63.409090909090907</c:v>
                </c:pt>
                <c:pt idx="845">
                  <c:v>56.060606060606062</c:v>
                </c:pt>
                <c:pt idx="846">
                  <c:v>63.409090909090907</c:v>
                </c:pt>
                <c:pt idx="847">
                  <c:v>63.06818181818182</c:v>
                </c:pt>
                <c:pt idx="848">
                  <c:v>56.969696969696969</c:v>
                </c:pt>
                <c:pt idx="849">
                  <c:v>106.81818181818181</c:v>
                </c:pt>
                <c:pt idx="850">
                  <c:v>116.96969696969697</c:v>
                </c:pt>
                <c:pt idx="851">
                  <c:v>106.25</c:v>
                </c:pt>
                <c:pt idx="852">
                  <c:v>102.42424242424242</c:v>
                </c:pt>
                <c:pt idx="853">
                  <c:v>107.12121212121212</c:v>
                </c:pt>
                <c:pt idx="854">
                  <c:v>113.63636363636364</c:v>
                </c:pt>
                <c:pt idx="855">
                  <c:v>113.63636363636364</c:v>
                </c:pt>
                <c:pt idx="856">
                  <c:v>112.5</c:v>
                </c:pt>
                <c:pt idx="857">
                  <c:v>122.34848484848484</c:v>
                </c:pt>
                <c:pt idx="858">
                  <c:v>107.38636363636364</c:v>
                </c:pt>
                <c:pt idx="859">
                  <c:v>106.25</c:v>
                </c:pt>
                <c:pt idx="860">
                  <c:v>81.818181818181813</c:v>
                </c:pt>
                <c:pt idx="861">
                  <c:v>62.045454545454547</c:v>
                </c:pt>
                <c:pt idx="862">
                  <c:v>54.848484848484851</c:v>
                </c:pt>
                <c:pt idx="863">
                  <c:v>61.363636363636367</c:v>
                </c:pt>
                <c:pt idx="864">
                  <c:v>54.545454545454547</c:v>
                </c:pt>
                <c:pt idx="865">
                  <c:v>61.363636363636367</c:v>
                </c:pt>
                <c:pt idx="866">
                  <c:v>81.818181818181813</c:v>
                </c:pt>
                <c:pt idx="867">
                  <c:v>94.924242424242422</c:v>
                </c:pt>
                <c:pt idx="868">
                  <c:v>81.36363636363636</c:v>
                </c:pt>
                <c:pt idx="869">
                  <c:v>94.924242424242422</c:v>
                </c:pt>
                <c:pt idx="870">
                  <c:v>82.727272727272734</c:v>
                </c:pt>
                <c:pt idx="871">
                  <c:v>55.757575757575758</c:v>
                </c:pt>
                <c:pt idx="872">
                  <c:v>63.06818181818182</c:v>
                </c:pt>
                <c:pt idx="873">
                  <c:v>76.666666666666671</c:v>
                </c:pt>
                <c:pt idx="874">
                  <c:v>67.803030303030297</c:v>
                </c:pt>
                <c:pt idx="875">
                  <c:v>56.666666666666664</c:v>
                </c:pt>
                <c:pt idx="876">
                  <c:v>49.31818181818182</c:v>
                </c:pt>
                <c:pt idx="877">
                  <c:v>49.848484848484851</c:v>
                </c:pt>
                <c:pt idx="878">
                  <c:v>56.969696969696969</c:v>
                </c:pt>
                <c:pt idx="879">
                  <c:v>57.272727272727273</c:v>
                </c:pt>
                <c:pt idx="880">
                  <c:v>49.848484848484851</c:v>
                </c:pt>
                <c:pt idx="881">
                  <c:v>64.090909090909093</c:v>
                </c:pt>
                <c:pt idx="882">
                  <c:v>64.090909090909093</c:v>
                </c:pt>
                <c:pt idx="883">
                  <c:v>115.75757575757575</c:v>
                </c:pt>
                <c:pt idx="884">
                  <c:v>116.36363636363636</c:v>
                </c:pt>
                <c:pt idx="885">
                  <c:v>60.909090909090907</c:v>
                </c:pt>
                <c:pt idx="886">
                  <c:v>97.992424242424249</c:v>
                </c:pt>
                <c:pt idx="887">
                  <c:v>128.14393939393941</c:v>
                </c:pt>
                <c:pt idx="888">
                  <c:v>138.18181818181819</c:v>
                </c:pt>
                <c:pt idx="889">
                  <c:v>122.34848484848484</c:v>
                </c:pt>
                <c:pt idx="890">
                  <c:v>100.22727272727273</c:v>
                </c:pt>
                <c:pt idx="891">
                  <c:v>126.81818181818181</c:v>
                </c:pt>
                <c:pt idx="892">
                  <c:v>137.87878787878788</c:v>
                </c:pt>
                <c:pt idx="893">
                  <c:v>110.90909090909091</c:v>
                </c:pt>
                <c:pt idx="894">
                  <c:v>128.82575757575756</c:v>
                </c:pt>
                <c:pt idx="895">
                  <c:v>113.97727272727273</c:v>
                </c:pt>
                <c:pt idx="896">
                  <c:v>33.333333333333336</c:v>
                </c:pt>
                <c:pt idx="897">
                  <c:v>118.63636363636364</c:v>
                </c:pt>
                <c:pt idx="898">
                  <c:v>32.575757575757578</c:v>
                </c:pt>
                <c:pt idx="899">
                  <c:v>123.06818181818181</c:v>
                </c:pt>
                <c:pt idx="900">
                  <c:v>103.03030303030303</c:v>
                </c:pt>
                <c:pt idx="901">
                  <c:v>132.84090909090909</c:v>
                </c:pt>
                <c:pt idx="902">
                  <c:v>112.5</c:v>
                </c:pt>
                <c:pt idx="903">
                  <c:v>105.60606060606061</c:v>
                </c:pt>
                <c:pt idx="904">
                  <c:v>30.871212121212121</c:v>
                </c:pt>
                <c:pt idx="905">
                  <c:v>30.871212121212121</c:v>
                </c:pt>
                <c:pt idx="906">
                  <c:v>31.439393939393938</c:v>
                </c:pt>
                <c:pt idx="907">
                  <c:v>31.060606060606062</c:v>
                </c:pt>
                <c:pt idx="908">
                  <c:v>37.045454545454547</c:v>
                </c:pt>
                <c:pt idx="909">
                  <c:v>37.045454545454547</c:v>
                </c:pt>
                <c:pt idx="910">
                  <c:v>37.272727272727273</c:v>
                </c:pt>
                <c:pt idx="911">
                  <c:v>37.272727272727273</c:v>
                </c:pt>
                <c:pt idx="912">
                  <c:v>116.59090909090909</c:v>
                </c:pt>
                <c:pt idx="913">
                  <c:v>103.67424242424242</c:v>
                </c:pt>
                <c:pt idx="914">
                  <c:v>101.74242424242425</c:v>
                </c:pt>
                <c:pt idx="915">
                  <c:v>100.45454545454545</c:v>
                </c:pt>
                <c:pt idx="916">
                  <c:v>86.931818181818187</c:v>
                </c:pt>
                <c:pt idx="917">
                  <c:v>40.037878787878789</c:v>
                </c:pt>
                <c:pt idx="918">
                  <c:v>102.27272727272727</c:v>
                </c:pt>
                <c:pt idx="919">
                  <c:v>127.1969696969697</c:v>
                </c:pt>
                <c:pt idx="920">
                  <c:v>118.33333333333333</c:v>
                </c:pt>
                <c:pt idx="921">
                  <c:v>89.507575757575751</c:v>
                </c:pt>
                <c:pt idx="922">
                  <c:v>91.36363636363636</c:v>
                </c:pt>
                <c:pt idx="923">
                  <c:v>179.39393939393941</c:v>
                </c:pt>
                <c:pt idx="924">
                  <c:v>23.939393939393938</c:v>
                </c:pt>
                <c:pt idx="925">
                  <c:v>2.7651515151515151</c:v>
                </c:pt>
                <c:pt idx="926">
                  <c:v>33.409090909090907</c:v>
                </c:pt>
                <c:pt idx="927">
                  <c:v>58.295454545454547</c:v>
                </c:pt>
                <c:pt idx="928">
                  <c:v>27.916666666666668</c:v>
                </c:pt>
                <c:pt idx="929">
                  <c:v>67.424242424242422</c:v>
                </c:pt>
                <c:pt idx="930">
                  <c:v>67.045454545454547</c:v>
                </c:pt>
                <c:pt idx="931">
                  <c:v>115.90909090909091</c:v>
                </c:pt>
                <c:pt idx="932">
                  <c:v>54.545454545454547</c:v>
                </c:pt>
                <c:pt idx="933">
                  <c:v>61.363636363636367</c:v>
                </c:pt>
                <c:pt idx="934">
                  <c:v>33.333333333333336</c:v>
                </c:pt>
                <c:pt idx="935">
                  <c:v>53.939393939393938</c:v>
                </c:pt>
                <c:pt idx="936">
                  <c:v>54.545454545454547</c:v>
                </c:pt>
                <c:pt idx="937">
                  <c:v>61.704545454545453</c:v>
                </c:pt>
                <c:pt idx="938">
                  <c:v>34.090909090909093</c:v>
                </c:pt>
                <c:pt idx="939">
                  <c:v>40.68181818181818</c:v>
                </c:pt>
                <c:pt idx="940">
                  <c:v>47.727272727272727</c:v>
                </c:pt>
                <c:pt idx="941">
                  <c:v>68.939393939393938</c:v>
                </c:pt>
                <c:pt idx="942">
                  <c:v>62.045454545454547</c:v>
                </c:pt>
                <c:pt idx="943">
                  <c:v>68.560606060606062</c:v>
                </c:pt>
                <c:pt idx="944">
                  <c:v>59.659090909090907</c:v>
                </c:pt>
                <c:pt idx="945">
                  <c:v>41.363636363636367</c:v>
                </c:pt>
                <c:pt idx="946">
                  <c:v>51.969696969696969</c:v>
                </c:pt>
                <c:pt idx="947">
                  <c:v>62.045454545454547</c:v>
                </c:pt>
                <c:pt idx="948">
                  <c:v>69.696969696969703</c:v>
                </c:pt>
                <c:pt idx="949">
                  <c:v>36.93181818181818</c:v>
                </c:pt>
                <c:pt idx="950">
                  <c:v>41.81818181818182</c:v>
                </c:pt>
                <c:pt idx="951">
                  <c:v>46.363636363636367</c:v>
                </c:pt>
                <c:pt idx="952">
                  <c:v>45.68181818181818</c:v>
                </c:pt>
                <c:pt idx="953">
                  <c:v>88.63636363636364</c:v>
                </c:pt>
                <c:pt idx="954">
                  <c:v>42.727272727272727</c:v>
                </c:pt>
                <c:pt idx="955">
                  <c:v>64.090909090909093</c:v>
                </c:pt>
                <c:pt idx="956">
                  <c:v>58.787878787878789</c:v>
                </c:pt>
                <c:pt idx="957">
                  <c:v>64.090909090909093</c:v>
                </c:pt>
                <c:pt idx="958">
                  <c:v>36.93181818181818</c:v>
                </c:pt>
                <c:pt idx="959">
                  <c:v>66.818181818181813</c:v>
                </c:pt>
                <c:pt idx="960">
                  <c:v>60.606060606060609</c:v>
                </c:pt>
                <c:pt idx="961">
                  <c:v>82.916666666666671</c:v>
                </c:pt>
                <c:pt idx="962">
                  <c:v>87.727272727272734</c:v>
                </c:pt>
                <c:pt idx="963">
                  <c:v>106.36363636363636</c:v>
                </c:pt>
                <c:pt idx="964">
                  <c:v>7.1212121212121211</c:v>
                </c:pt>
                <c:pt idx="965">
                  <c:v>96.022727272727266</c:v>
                </c:pt>
                <c:pt idx="966">
                  <c:v>67.5</c:v>
                </c:pt>
                <c:pt idx="967">
                  <c:v>81.666666666666671</c:v>
                </c:pt>
                <c:pt idx="968">
                  <c:v>67.159090909090907</c:v>
                </c:pt>
                <c:pt idx="969">
                  <c:v>60.606060606060609</c:v>
                </c:pt>
                <c:pt idx="970">
                  <c:v>105.53030303030303</c:v>
                </c:pt>
                <c:pt idx="971">
                  <c:v>76.13636363636364</c:v>
                </c:pt>
                <c:pt idx="972">
                  <c:v>68.522727272727266</c:v>
                </c:pt>
                <c:pt idx="973">
                  <c:v>60.303030303030305</c:v>
                </c:pt>
                <c:pt idx="974">
                  <c:v>60</c:v>
                </c:pt>
                <c:pt idx="975">
                  <c:v>99.962121212121218</c:v>
                </c:pt>
                <c:pt idx="976">
                  <c:v>99.469696969696969</c:v>
                </c:pt>
                <c:pt idx="977">
                  <c:v>83.333333333333329</c:v>
                </c:pt>
                <c:pt idx="978">
                  <c:v>45</c:v>
                </c:pt>
                <c:pt idx="979">
                  <c:v>46.590909090909093</c:v>
                </c:pt>
                <c:pt idx="980">
                  <c:v>46.590909090909093</c:v>
                </c:pt>
                <c:pt idx="981">
                  <c:v>132.00757575757575</c:v>
                </c:pt>
                <c:pt idx="982">
                  <c:v>148.25757575757575</c:v>
                </c:pt>
                <c:pt idx="983">
                  <c:v>202.72727272727272</c:v>
                </c:pt>
                <c:pt idx="984">
                  <c:v>99.962121212121218</c:v>
                </c:pt>
                <c:pt idx="985">
                  <c:v>61.515151515151516</c:v>
                </c:pt>
                <c:pt idx="986">
                  <c:v>182.08333333333334</c:v>
                </c:pt>
                <c:pt idx="987">
                  <c:v>85.416666666666671</c:v>
                </c:pt>
                <c:pt idx="988">
                  <c:v>94.090909090909093</c:v>
                </c:pt>
                <c:pt idx="989">
                  <c:v>78.030303030303031</c:v>
                </c:pt>
                <c:pt idx="990">
                  <c:v>120.37878787878788</c:v>
                </c:pt>
                <c:pt idx="991">
                  <c:v>144.88636363636363</c:v>
                </c:pt>
                <c:pt idx="992">
                  <c:v>392.04545454545456</c:v>
                </c:pt>
                <c:pt idx="993">
                  <c:v>108.82575757575758</c:v>
                </c:pt>
                <c:pt idx="994">
                  <c:v>289.0151515151515</c:v>
                </c:pt>
                <c:pt idx="995">
                  <c:v>65.151515151515156</c:v>
                </c:pt>
                <c:pt idx="996">
                  <c:v>137.80303030303031</c:v>
                </c:pt>
                <c:pt idx="997">
                  <c:v>282.27272727272725</c:v>
                </c:pt>
                <c:pt idx="998">
                  <c:v>92.727272727272734</c:v>
                </c:pt>
                <c:pt idx="999">
                  <c:v>105.37878787878788</c:v>
                </c:pt>
                <c:pt idx="1000">
                  <c:v>114.54545454545455</c:v>
                </c:pt>
                <c:pt idx="1001">
                  <c:v>121.59090909090909</c:v>
                </c:pt>
                <c:pt idx="1002">
                  <c:v>112.95454545454545</c:v>
                </c:pt>
                <c:pt idx="1003">
                  <c:v>41.098484848484851</c:v>
                </c:pt>
                <c:pt idx="1004">
                  <c:v>25.568181818181817</c:v>
                </c:pt>
                <c:pt idx="1005">
                  <c:v>80.454545454545453</c:v>
                </c:pt>
                <c:pt idx="1006">
                  <c:v>56.212121212121211</c:v>
                </c:pt>
                <c:pt idx="1007">
                  <c:v>136.5151515151515</c:v>
                </c:pt>
                <c:pt idx="1008">
                  <c:v>71.590909090909093</c:v>
                </c:pt>
                <c:pt idx="1009">
                  <c:v>72.272727272727266</c:v>
                </c:pt>
                <c:pt idx="1010">
                  <c:v>113.48484848484848</c:v>
                </c:pt>
                <c:pt idx="1011">
                  <c:v>64.242424242424249</c:v>
                </c:pt>
                <c:pt idx="1012">
                  <c:v>82.196969696969703</c:v>
                </c:pt>
                <c:pt idx="1013">
                  <c:v>72.272727272727266</c:v>
                </c:pt>
                <c:pt idx="1014">
                  <c:v>131.5151515151515</c:v>
                </c:pt>
                <c:pt idx="1015">
                  <c:v>156.89393939393941</c:v>
                </c:pt>
                <c:pt idx="1016">
                  <c:v>40.151515151515149</c:v>
                </c:pt>
                <c:pt idx="1017">
                  <c:v>132.12121212121212</c:v>
                </c:pt>
                <c:pt idx="1018">
                  <c:v>159.05303030303031</c:v>
                </c:pt>
                <c:pt idx="1019">
                  <c:v>48.636363636363633</c:v>
                </c:pt>
                <c:pt idx="1020">
                  <c:v>151.36363636363637</c:v>
                </c:pt>
                <c:pt idx="1021">
                  <c:v>58.598484848484851</c:v>
                </c:pt>
                <c:pt idx="1022">
                  <c:v>91.25</c:v>
                </c:pt>
                <c:pt idx="1023">
                  <c:v>100</c:v>
                </c:pt>
                <c:pt idx="1024">
                  <c:v>246.06060606060606</c:v>
                </c:pt>
                <c:pt idx="1025">
                  <c:v>100.90909090909091</c:v>
                </c:pt>
                <c:pt idx="1026">
                  <c:v>107.84090909090909</c:v>
                </c:pt>
                <c:pt idx="1027">
                  <c:v>82.575757575757578</c:v>
                </c:pt>
                <c:pt idx="1028">
                  <c:v>33.787878787878789</c:v>
                </c:pt>
                <c:pt idx="1029">
                  <c:v>75.340909090909093</c:v>
                </c:pt>
                <c:pt idx="1030">
                  <c:v>74.318181818181813</c:v>
                </c:pt>
                <c:pt idx="1031">
                  <c:v>66.666666666666671</c:v>
                </c:pt>
                <c:pt idx="1032">
                  <c:v>98.63636363636364</c:v>
                </c:pt>
                <c:pt idx="1033">
                  <c:v>103.75</c:v>
                </c:pt>
                <c:pt idx="1034">
                  <c:v>67.272727272727266</c:v>
                </c:pt>
                <c:pt idx="1035">
                  <c:v>75.681818181818187</c:v>
                </c:pt>
                <c:pt idx="1036">
                  <c:v>16.59090909090909</c:v>
                </c:pt>
                <c:pt idx="1037">
                  <c:v>59.393939393939391</c:v>
                </c:pt>
                <c:pt idx="1038">
                  <c:v>84.090909090909093</c:v>
                </c:pt>
                <c:pt idx="1039">
                  <c:v>58.598484848484851</c:v>
                </c:pt>
                <c:pt idx="1040">
                  <c:v>50</c:v>
                </c:pt>
                <c:pt idx="1041">
                  <c:v>117.72727272727273</c:v>
                </c:pt>
                <c:pt idx="1042">
                  <c:v>47.727272727272727</c:v>
                </c:pt>
                <c:pt idx="1043">
                  <c:v>33.484848484848484</c:v>
                </c:pt>
                <c:pt idx="1044">
                  <c:v>42.045454545454547</c:v>
                </c:pt>
                <c:pt idx="1045">
                  <c:v>50.454545454545453</c:v>
                </c:pt>
                <c:pt idx="1046">
                  <c:v>50.454545454545453</c:v>
                </c:pt>
                <c:pt idx="1047">
                  <c:v>42.613636363636367</c:v>
                </c:pt>
                <c:pt idx="1048">
                  <c:v>59.659090909090907</c:v>
                </c:pt>
                <c:pt idx="1049">
                  <c:v>76.022727272727266</c:v>
                </c:pt>
                <c:pt idx="1050">
                  <c:v>59.128787878787875</c:v>
                </c:pt>
                <c:pt idx="1051">
                  <c:v>166.25</c:v>
                </c:pt>
                <c:pt idx="1052">
                  <c:v>38.333333333333336</c:v>
                </c:pt>
                <c:pt idx="1053">
                  <c:v>76.704545454545453</c:v>
                </c:pt>
                <c:pt idx="1054">
                  <c:v>164.81060606060606</c:v>
                </c:pt>
                <c:pt idx="1055">
                  <c:v>157.5</c:v>
                </c:pt>
                <c:pt idx="1056">
                  <c:v>58.636363636363633</c:v>
                </c:pt>
                <c:pt idx="1057">
                  <c:v>77.045454545454547</c:v>
                </c:pt>
                <c:pt idx="1058">
                  <c:v>76.022727272727266</c:v>
                </c:pt>
                <c:pt idx="1059">
                  <c:v>102.27272727272727</c:v>
                </c:pt>
                <c:pt idx="1060">
                  <c:v>145.53030303030303</c:v>
                </c:pt>
                <c:pt idx="1061">
                  <c:v>111.78030303030303</c:v>
                </c:pt>
                <c:pt idx="1062">
                  <c:v>148.10606060606059</c:v>
                </c:pt>
                <c:pt idx="1063">
                  <c:v>78.068181818181813</c:v>
                </c:pt>
                <c:pt idx="1064">
                  <c:v>177.27272727272728</c:v>
                </c:pt>
                <c:pt idx="1065">
                  <c:v>104.09090909090909</c:v>
                </c:pt>
                <c:pt idx="1066">
                  <c:v>121.96969696969697</c:v>
                </c:pt>
                <c:pt idx="1067">
                  <c:v>131.81818181818181</c:v>
                </c:pt>
                <c:pt idx="1068">
                  <c:v>150.56818181818181</c:v>
                </c:pt>
                <c:pt idx="1069">
                  <c:v>162.95454545454547</c:v>
                </c:pt>
                <c:pt idx="1070">
                  <c:v>175.75757575757575</c:v>
                </c:pt>
                <c:pt idx="1071">
                  <c:v>92.5</c:v>
                </c:pt>
                <c:pt idx="1072">
                  <c:v>154.77272727272728</c:v>
                </c:pt>
                <c:pt idx="1073">
                  <c:v>118.25757575757575</c:v>
                </c:pt>
                <c:pt idx="1074">
                  <c:v>116.13636363636364</c:v>
                </c:pt>
                <c:pt idx="1075">
                  <c:v>134.54545454545453</c:v>
                </c:pt>
                <c:pt idx="1076">
                  <c:v>134.54545454545453</c:v>
                </c:pt>
                <c:pt idx="1077">
                  <c:v>107.84090909090909</c:v>
                </c:pt>
                <c:pt idx="1078">
                  <c:v>165.15151515151516</c:v>
                </c:pt>
                <c:pt idx="1079">
                  <c:v>189.05303030303031</c:v>
                </c:pt>
                <c:pt idx="1080">
                  <c:v>173.40909090909091</c:v>
                </c:pt>
                <c:pt idx="1081">
                  <c:v>137.15909090909091</c:v>
                </c:pt>
                <c:pt idx="1082">
                  <c:v>95.416666666666671</c:v>
                </c:pt>
                <c:pt idx="1083">
                  <c:v>112.27272727272727</c:v>
                </c:pt>
                <c:pt idx="1084">
                  <c:v>60.719696969696969</c:v>
                </c:pt>
                <c:pt idx="1085">
                  <c:v>68.787878787878782</c:v>
                </c:pt>
                <c:pt idx="1086">
                  <c:v>60.984848484848484</c:v>
                </c:pt>
                <c:pt idx="1087">
                  <c:v>60.189393939393938</c:v>
                </c:pt>
                <c:pt idx="1088">
                  <c:v>52.272727272727273</c:v>
                </c:pt>
                <c:pt idx="1089">
                  <c:v>17.196969696969695</c:v>
                </c:pt>
                <c:pt idx="1090">
                  <c:v>70</c:v>
                </c:pt>
                <c:pt idx="1091">
                  <c:v>17.272727272727273</c:v>
                </c:pt>
                <c:pt idx="1092">
                  <c:v>52.5</c:v>
                </c:pt>
                <c:pt idx="1093">
                  <c:v>52.272727272727273</c:v>
                </c:pt>
                <c:pt idx="1094">
                  <c:v>96.666666666666671</c:v>
                </c:pt>
                <c:pt idx="1095">
                  <c:v>61.25</c:v>
                </c:pt>
                <c:pt idx="1096">
                  <c:v>60.984848484848484</c:v>
                </c:pt>
                <c:pt idx="1097">
                  <c:v>120.45454545454545</c:v>
                </c:pt>
                <c:pt idx="1098">
                  <c:v>61.515151515151516</c:v>
                </c:pt>
                <c:pt idx="1099">
                  <c:v>70.909090909090907</c:v>
                </c:pt>
                <c:pt idx="1100">
                  <c:v>60.984848484848484</c:v>
                </c:pt>
                <c:pt idx="1101">
                  <c:v>60.984848484848484</c:v>
                </c:pt>
                <c:pt idx="1102">
                  <c:v>61.590909090909093</c:v>
                </c:pt>
                <c:pt idx="1103">
                  <c:v>91.704545454545453</c:v>
                </c:pt>
                <c:pt idx="1104">
                  <c:v>106.36363636363636</c:v>
                </c:pt>
                <c:pt idx="1105">
                  <c:v>43.560606060606062</c:v>
                </c:pt>
                <c:pt idx="1106">
                  <c:v>70.909090909090907</c:v>
                </c:pt>
                <c:pt idx="1107">
                  <c:v>88.257575757575751</c:v>
                </c:pt>
                <c:pt idx="1108">
                  <c:v>88.257575757575751</c:v>
                </c:pt>
                <c:pt idx="1109">
                  <c:v>98.75</c:v>
                </c:pt>
                <c:pt idx="1110">
                  <c:v>52.5</c:v>
                </c:pt>
                <c:pt idx="1111">
                  <c:v>161.59090909090909</c:v>
                </c:pt>
                <c:pt idx="1112">
                  <c:v>113.75</c:v>
                </c:pt>
                <c:pt idx="1113">
                  <c:v>185.34090909090909</c:v>
                </c:pt>
                <c:pt idx="1114">
                  <c:v>148.75</c:v>
                </c:pt>
                <c:pt idx="1115">
                  <c:v>166.25</c:v>
                </c:pt>
                <c:pt idx="1116">
                  <c:v>163.37121212121212</c:v>
                </c:pt>
                <c:pt idx="1117">
                  <c:v>144.88636363636363</c:v>
                </c:pt>
                <c:pt idx="1118">
                  <c:v>108.33333333333333</c:v>
                </c:pt>
                <c:pt idx="1119">
                  <c:v>90.416666666666671</c:v>
                </c:pt>
                <c:pt idx="1120">
                  <c:v>64.848484848484844</c:v>
                </c:pt>
                <c:pt idx="1121">
                  <c:v>140.37878787878788</c:v>
                </c:pt>
                <c:pt idx="1122">
                  <c:v>261.81818181818181</c:v>
                </c:pt>
                <c:pt idx="1123">
                  <c:v>139.09090909090909</c:v>
                </c:pt>
                <c:pt idx="1124">
                  <c:v>24.318181818181817</c:v>
                </c:pt>
                <c:pt idx="1125">
                  <c:v>163.63636363636363</c:v>
                </c:pt>
                <c:pt idx="1126">
                  <c:v>151.13636363636363</c:v>
                </c:pt>
                <c:pt idx="1127">
                  <c:v>61.212121212121211</c:v>
                </c:pt>
                <c:pt idx="1128">
                  <c:v>126.06060606060606</c:v>
                </c:pt>
                <c:pt idx="1129">
                  <c:v>148.97727272727272</c:v>
                </c:pt>
                <c:pt idx="1130">
                  <c:v>159.09090909090909</c:v>
                </c:pt>
                <c:pt idx="1131">
                  <c:v>156.81818181818181</c:v>
                </c:pt>
                <c:pt idx="1132">
                  <c:v>146.09848484848484</c:v>
                </c:pt>
                <c:pt idx="1133">
                  <c:v>45.909090909090907</c:v>
                </c:pt>
                <c:pt idx="1134">
                  <c:v>105</c:v>
                </c:pt>
                <c:pt idx="1135">
                  <c:v>81.666666666666671</c:v>
                </c:pt>
                <c:pt idx="1136">
                  <c:v>102.34848484848484</c:v>
                </c:pt>
                <c:pt idx="1137">
                  <c:v>95.530303030303031</c:v>
                </c:pt>
                <c:pt idx="1138">
                  <c:v>71.590909090909093</c:v>
                </c:pt>
                <c:pt idx="1139">
                  <c:v>57.272727272727273</c:v>
                </c:pt>
                <c:pt idx="1140">
                  <c:v>85</c:v>
                </c:pt>
                <c:pt idx="1141">
                  <c:v>173.37121212121212</c:v>
                </c:pt>
                <c:pt idx="1142">
                  <c:v>206.81818181818181</c:v>
                </c:pt>
                <c:pt idx="1143">
                  <c:v>160</c:v>
                </c:pt>
                <c:pt idx="1144">
                  <c:v>209.09090909090909</c:v>
                </c:pt>
                <c:pt idx="1145">
                  <c:v>179.24242424242425</c:v>
                </c:pt>
                <c:pt idx="1146">
                  <c:v>166.66666666666666</c:v>
                </c:pt>
                <c:pt idx="1147">
                  <c:v>173.86363636363637</c:v>
                </c:pt>
                <c:pt idx="1148">
                  <c:v>171.81818181818181</c:v>
                </c:pt>
                <c:pt idx="1149">
                  <c:v>181.81818181818181</c:v>
                </c:pt>
                <c:pt idx="1150">
                  <c:v>186.70454545454547</c:v>
                </c:pt>
                <c:pt idx="1151">
                  <c:v>323.18181818181819</c:v>
                </c:pt>
                <c:pt idx="1152">
                  <c:v>127.5</c:v>
                </c:pt>
                <c:pt idx="1153">
                  <c:v>149.69696969696969</c:v>
                </c:pt>
                <c:pt idx="1154">
                  <c:v>162.57575757575756</c:v>
                </c:pt>
                <c:pt idx="1155">
                  <c:v>149.31818181818181</c:v>
                </c:pt>
                <c:pt idx="1156">
                  <c:v>114.54545454545455</c:v>
                </c:pt>
                <c:pt idx="1157">
                  <c:v>137.87878787878788</c:v>
                </c:pt>
                <c:pt idx="1158">
                  <c:v>129.7348484848485</c:v>
                </c:pt>
                <c:pt idx="1159">
                  <c:v>141.06060606060606</c:v>
                </c:pt>
                <c:pt idx="1160">
                  <c:v>61.553030303030305</c:v>
                </c:pt>
                <c:pt idx="1161">
                  <c:v>114.58333333333333</c:v>
                </c:pt>
                <c:pt idx="1162">
                  <c:v>151.13636363636363</c:v>
                </c:pt>
                <c:pt idx="1163">
                  <c:v>39.393939393939391</c:v>
                </c:pt>
                <c:pt idx="1164">
                  <c:v>29.393939393939394</c:v>
                </c:pt>
                <c:pt idx="1165">
                  <c:v>35.909090909090907</c:v>
                </c:pt>
                <c:pt idx="1166">
                  <c:v>23.333333333333332</c:v>
                </c:pt>
                <c:pt idx="1167">
                  <c:v>22.727272727272727</c:v>
                </c:pt>
                <c:pt idx="1168">
                  <c:v>64.015151515151516</c:v>
                </c:pt>
                <c:pt idx="1169">
                  <c:v>92.083333333333329</c:v>
                </c:pt>
                <c:pt idx="1170">
                  <c:v>54.848484848484851</c:v>
                </c:pt>
                <c:pt idx="1171">
                  <c:v>14.242424242424242</c:v>
                </c:pt>
                <c:pt idx="1172">
                  <c:v>61.515151515151516</c:v>
                </c:pt>
                <c:pt idx="1173">
                  <c:v>42.803030303030305</c:v>
                </c:pt>
                <c:pt idx="1174">
                  <c:v>42.424242424242422</c:v>
                </c:pt>
                <c:pt idx="1175">
                  <c:v>42.803030303030305</c:v>
                </c:pt>
                <c:pt idx="1176">
                  <c:v>51.363636363636367</c:v>
                </c:pt>
                <c:pt idx="1177">
                  <c:v>59.924242424242422</c:v>
                </c:pt>
                <c:pt idx="1178">
                  <c:v>51.363636363636367</c:v>
                </c:pt>
                <c:pt idx="1179">
                  <c:v>59.659090909090907</c:v>
                </c:pt>
                <c:pt idx="1180">
                  <c:v>123.56060606060606</c:v>
                </c:pt>
                <c:pt idx="1181">
                  <c:v>165.53030303030303</c:v>
                </c:pt>
                <c:pt idx="1182">
                  <c:v>146.17424242424244</c:v>
                </c:pt>
                <c:pt idx="1183">
                  <c:v>160.49242424242425</c:v>
                </c:pt>
                <c:pt idx="1184">
                  <c:v>120.37878787878788</c:v>
                </c:pt>
                <c:pt idx="1185">
                  <c:v>83.712121212121218</c:v>
                </c:pt>
                <c:pt idx="1186">
                  <c:v>66.969696969696969</c:v>
                </c:pt>
                <c:pt idx="1187">
                  <c:v>82.575757575757578</c:v>
                </c:pt>
                <c:pt idx="1188">
                  <c:v>91.666666666666671</c:v>
                </c:pt>
                <c:pt idx="1189">
                  <c:v>65.757575757575751</c:v>
                </c:pt>
                <c:pt idx="1190">
                  <c:v>73.977272727272734</c:v>
                </c:pt>
                <c:pt idx="1191">
                  <c:v>80.681818181818187</c:v>
                </c:pt>
                <c:pt idx="1192">
                  <c:v>81.818181818181813</c:v>
                </c:pt>
                <c:pt idx="1193">
                  <c:v>72.954545454545453</c:v>
                </c:pt>
                <c:pt idx="1194">
                  <c:v>72.272727272727266</c:v>
                </c:pt>
                <c:pt idx="1195">
                  <c:v>73.977272727272734</c:v>
                </c:pt>
                <c:pt idx="1196">
                  <c:v>87.083333333333329</c:v>
                </c:pt>
                <c:pt idx="1197">
                  <c:v>88.333333333333329</c:v>
                </c:pt>
                <c:pt idx="1198">
                  <c:v>54.886363636363633</c:v>
                </c:pt>
                <c:pt idx="1199">
                  <c:v>70.909090909090907</c:v>
                </c:pt>
                <c:pt idx="1200">
                  <c:v>69.545454545454547</c:v>
                </c:pt>
                <c:pt idx="1201">
                  <c:v>71.25</c:v>
                </c:pt>
                <c:pt idx="1202">
                  <c:v>77.272727272727266</c:v>
                </c:pt>
                <c:pt idx="1203">
                  <c:v>85.833333333333329</c:v>
                </c:pt>
                <c:pt idx="1204">
                  <c:v>82.916666666666671</c:v>
                </c:pt>
                <c:pt idx="1205">
                  <c:v>68.86363636363636</c:v>
                </c:pt>
                <c:pt idx="1206">
                  <c:v>67.5</c:v>
                </c:pt>
                <c:pt idx="1207">
                  <c:v>83.75</c:v>
                </c:pt>
                <c:pt idx="1208">
                  <c:v>74.242424242424249</c:v>
                </c:pt>
                <c:pt idx="1209">
                  <c:v>82.083333333333329</c:v>
                </c:pt>
                <c:pt idx="1210">
                  <c:v>66.13636363636364</c:v>
                </c:pt>
                <c:pt idx="1211">
                  <c:v>80.833333333333329</c:v>
                </c:pt>
                <c:pt idx="1212">
                  <c:v>65.11363636363636</c:v>
                </c:pt>
                <c:pt idx="1213">
                  <c:v>72.727272727272734</c:v>
                </c:pt>
                <c:pt idx="1214">
                  <c:v>65.454545454545453</c:v>
                </c:pt>
                <c:pt idx="1215">
                  <c:v>79.583333333333329</c:v>
                </c:pt>
                <c:pt idx="1216">
                  <c:v>79.583333333333329</c:v>
                </c:pt>
                <c:pt idx="1217">
                  <c:v>56.666666666666664</c:v>
                </c:pt>
                <c:pt idx="1218">
                  <c:v>85</c:v>
                </c:pt>
                <c:pt idx="1219">
                  <c:v>70.454545454545453</c:v>
                </c:pt>
                <c:pt idx="1220">
                  <c:v>69.696969696969703</c:v>
                </c:pt>
                <c:pt idx="1221">
                  <c:v>83.333333333333329</c:v>
                </c:pt>
                <c:pt idx="1222">
                  <c:v>75.833333333333329</c:v>
                </c:pt>
                <c:pt idx="1223">
                  <c:v>68.560606060606062</c:v>
                </c:pt>
                <c:pt idx="1224">
                  <c:v>54.848484848484851</c:v>
                </c:pt>
                <c:pt idx="1225">
                  <c:v>54.545454545454547</c:v>
                </c:pt>
                <c:pt idx="1226">
                  <c:v>67.803030303030297</c:v>
                </c:pt>
                <c:pt idx="1227">
                  <c:v>61.022727272727273</c:v>
                </c:pt>
                <c:pt idx="1228">
                  <c:v>113.93939393939394</c:v>
                </c:pt>
                <c:pt idx="1229">
                  <c:v>56.060606060606062</c:v>
                </c:pt>
                <c:pt idx="1230">
                  <c:v>225.45454545454547</c:v>
                </c:pt>
                <c:pt idx="1231">
                  <c:v>169.50757575757575</c:v>
                </c:pt>
                <c:pt idx="1232">
                  <c:v>115.90909090909091</c:v>
                </c:pt>
                <c:pt idx="1233">
                  <c:v>190.03787878787878</c:v>
                </c:pt>
                <c:pt idx="1234">
                  <c:v>177.12121212121212</c:v>
                </c:pt>
                <c:pt idx="1235">
                  <c:v>187.5</c:v>
                </c:pt>
                <c:pt idx="1236">
                  <c:v>97.575757575757578</c:v>
                </c:pt>
                <c:pt idx="1237">
                  <c:v>222.84090909090909</c:v>
                </c:pt>
                <c:pt idx="1238">
                  <c:v>341.13636363636363</c:v>
                </c:pt>
                <c:pt idx="1239">
                  <c:v>165.45454545454547</c:v>
                </c:pt>
                <c:pt idx="1240">
                  <c:v>43.636363636363633</c:v>
                </c:pt>
                <c:pt idx="1241">
                  <c:v>188.25757575757575</c:v>
                </c:pt>
                <c:pt idx="1242">
                  <c:v>220.53030303030303</c:v>
                </c:pt>
                <c:pt idx="1243">
                  <c:v>217.42424242424244</c:v>
                </c:pt>
                <c:pt idx="1244">
                  <c:v>150.49242424242425</c:v>
                </c:pt>
                <c:pt idx="1245">
                  <c:v>71.060606060606062</c:v>
                </c:pt>
                <c:pt idx="1246">
                  <c:v>198.4848484848485</c:v>
                </c:pt>
                <c:pt idx="1247">
                  <c:v>36.363636363636367</c:v>
                </c:pt>
                <c:pt idx="1248">
                  <c:v>153.25757575757575</c:v>
                </c:pt>
                <c:pt idx="1249">
                  <c:v>145.90909090909091</c:v>
                </c:pt>
                <c:pt idx="1250">
                  <c:v>137.80303030303031</c:v>
                </c:pt>
                <c:pt idx="1251">
                  <c:v>124.09090909090909</c:v>
                </c:pt>
                <c:pt idx="1252">
                  <c:v>112.04545454545455</c:v>
                </c:pt>
                <c:pt idx="1253">
                  <c:v>66.212121212121218</c:v>
                </c:pt>
                <c:pt idx="1254">
                  <c:v>21.212121212121211</c:v>
                </c:pt>
                <c:pt idx="1255">
                  <c:v>40</c:v>
                </c:pt>
                <c:pt idx="1256">
                  <c:v>120.90909090909091</c:v>
                </c:pt>
                <c:pt idx="1257">
                  <c:v>128.93939393939394</c:v>
                </c:pt>
                <c:pt idx="1258">
                  <c:v>49.166666666666664</c:v>
                </c:pt>
                <c:pt idx="1259">
                  <c:v>230.90909090909091</c:v>
                </c:pt>
                <c:pt idx="1260">
                  <c:v>338.18181818181819</c:v>
                </c:pt>
                <c:pt idx="1261">
                  <c:v>115.53030303030303</c:v>
                </c:pt>
                <c:pt idx="1262">
                  <c:v>118.18181818181819</c:v>
                </c:pt>
                <c:pt idx="1263">
                  <c:v>111.74242424242425</c:v>
                </c:pt>
                <c:pt idx="1264">
                  <c:v>93.068181818181813</c:v>
                </c:pt>
                <c:pt idx="1265">
                  <c:v>132.68939393939394</c:v>
                </c:pt>
                <c:pt idx="1266">
                  <c:v>151.36363636363637</c:v>
                </c:pt>
                <c:pt idx="1267">
                  <c:v>90.833333333333329</c:v>
                </c:pt>
                <c:pt idx="1268">
                  <c:v>110.22727272727273</c:v>
                </c:pt>
                <c:pt idx="1269">
                  <c:v>123.33333333333333</c:v>
                </c:pt>
                <c:pt idx="1270">
                  <c:v>104.73484848484848</c:v>
                </c:pt>
                <c:pt idx="1271">
                  <c:v>88.068181818181813</c:v>
                </c:pt>
                <c:pt idx="1272">
                  <c:v>38.18181818181818</c:v>
                </c:pt>
                <c:pt idx="1273">
                  <c:v>20.454545454545453</c:v>
                </c:pt>
                <c:pt idx="1274">
                  <c:v>14.545454545454545</c:v>
                </c:pt>
                <c:pt idx="1275">
                  <c:v>18.787878787878789</c:v>
                </c:pt>
                <c:pt idx="1276">
                  <c:v>43.333333333333336</c:v>
                </c:pt>
                <c:pt idx="1277">
                  <c:v>35.151515151515149</c:v>
                </c:pt>
                <c:pt idx="1278">
                  <c:v>35</c:v>
                </c:pt>
                <c:pt idx="1279">
                  <c:v>34.848484848484851</c:v>
                </c:pt>
                <c:pt idx="1280">
                  <c:v>35</c:v>
                </c:pt>
                <c:pt idx="1281">
                  <c:v>34.848484848484851</c:v>
                </c:pt>
                <c:pt idx="1282">
                  <c:v>88.63636363636364</c:v>
                </c:pt>
                <c:pt idx="1283">
                  <c:v>71.515151515151516</c:v>
                </c:pt>
                <c:pt idx="1284">
                  <c:v>90.151515151515156</c:v>
                </c:pt>
                <c:pt idx="1285">
                  <c:v>62.045454545454547</c:v>
                </c:pt>
                <c:pt idx="1286">
                  <c:v>62.310606060606062</c:v>
                </c:pt>
                <c:pt idx="1287">
                  <c:v>71.212121212121218</c:v>
                </c:pt>
                <c:pt idx="1288">
                  <c:v>80.454545454545453</c:v>
                </c:pt>
                <c:pt idx="1289">
                  <c:v>52.954545454545453</c:v>
                </c:pt>
                <c:pt idx="1290">
                  <c:v>62.310606060606062</c:v>
                </c:pt>
                <c:pt idx="1291">
                  <c:v>62.575757575757578</c:v>
                </c:pt>
                <c:pt idx="1292">
                  <c:v>51.136363636363633</c:v>
                </c:pt>
                <c:pt idx="1293">
                  <c:v>62.310606060606062</c:v>
                </c:pt>
                <c:pt idx="1294">
                  <c:v>81.13636363636364</c:v>
                </c:pt>
                <c:pt idx="1295">
                  <c:v>53.18181818181818</c:v>
                </c:pt>
                <c:pt idx="1296">
                  <c:v>53.863636363636367</c:v>
                </c:pt>
                <c:pt idx="1297">
                  <c:v>53.409090909090907</c:v>
                </c:pt>
                <c:pt idx="1298">
                  <c:v>80.795454545454547</c:v>
                </c:pt>
                <c:pt idx="1299">
                  <c:v>90.151515151515156</c:v>
                </c:pt>
                <c:pt idx="1300">
                  <c:v>62.840909090909093</c:v>
                </c:pt>
                <c:pt idx="1301">
                  <c:v>71.515151515151516</c:v>
                </c:pt>
                <c:pt idx="1302">
                  <c:v>63.106060606060609</c:v>
                </c:pt>
                <c:pt idx="1303">
                  <c:v>71.515151515151516</c:v>
                </c:pt>
                <c:pt idx="1304">
                  <c:v>91.287878787878782</c:v>
                </c:pt>
                <c:pt idx="1305">
                  <c:v>81.477272727272734</c:v>
                </c:pt>
                <c:pt idx="1306">
                  <c:v>90.530303030303031</c:v>
                </c:pt>
                <c:pt idx="1307">
                  <c:v>81.818181818181813</c:v>
                </c:pt>
                <c:pt idx="1308">
                  <c:v>91.287878787878782</c:v>
                </c:pt>
                <c:pt idx="1309">
                  <c:v>100.41666666666667</c:v>
                </c:pt>
                <c:pt idx="1310">
                  <c:v>18.257575757575758</c:v>
                </c:pt>
                <c:pt idx="1311">
                  <c:v>86.060606060606062</c:v>
                </c:pt>
                <c:pt idx="1312">
                  <c:v>92.803030303030297</c:v>
                </c:pt>
                <c:pt idx="1313">
                  <c:v>63.106060606060609</c:v>
                </c:pt>
                <c:pt idx="1314">
                  <c:v>73.333333333333329</c:v>
                </c:pt>
                <c:pt idx="1315">
                  <c:v>93.181818181818187</c:v>
                </c:pt>
                <c:pt idx="1316">
                  <c:v>90.530303030303031</c:v>
                </c:pt>
                <c:pt idx="1317">
                  <c:v>129.92424242424244</c:v>
                </c:pt>
                <c:pt idx="1318">
                  <c:v>127.8030303030303</c:v>
                </c:pt>
                <c:pt idx="1319">
                  <c:v>159.05303030303031</c:v>
                </c:pt>
                <c:pt idx="1320">
                  <c:v>147.27272727272728</c:v>
                </c:pt>
                <c:pt idx="1321">
                  <c:v>147.27272727272728</c:v>
                </c:pt>
                <c:pt idx="1322">
                  <c:v>146.06060606060606</c:v>
                </c:pt>
                <c:pt idx="1323">
                  <c:v>59.128787878787875</c:v>
                </c:pt>
                <c:pt idx="1324">
                  <c:v>49.31818181818182</c:v>
                </c:pt>
                <c:pt idx="1325">
                  <c:v>120.64393939393939</c:v>
                </c:pt>
                <c:pt idx="1326">
                  <c:v>101.66666666666667</c:v>
                </c:pt>
                <c:pt idx="1327">
                  <c:v>92.424242424242422</c:v>
                </c:pt>
                <c:pt idx="1328">
                  <c:v>83.522727272727266</c:v>
                </c:pt>
                <c:pt idx="1329">
                  <c:v>93.181818181818187</c:v>
                </c:pt>
                <c:pt idx="1330">
                  <c:v>92.803030303030297</c:v>
                </c:pt>
                <c:pt idx="1331">
                  <c:v>80.909090909090907</c:v>
                </c:pt>
                <c:pt idx="1332">
                  <c:v>49.848484848484851</c:v>
                </c:pt>
                <c:pt idx="1333">
                  <c:v>83.181818181818187</c:v>
                </c:pt>
                <c:pt idx="1334">
                  <c:v>92.424242424242422</c:v>
                </c:pt>
                <c:pt idx="1335">
                  <c:v>63.371212121212125</c:v>
                </c:pt>
                <c:pt idx="1336">
                  <c:v>82.840909090909093</c:v>
                </c:pt>
                <c:pt idx="1337">
                  <c:v>101.66666666666667</c:v>
                </c:pt>
                <c:pt idx="1338">
                  <c:v>91.666666666666671</c:v>
                </c:pt>
                <c:pt idx="1339">
                  <c:v>64.962121212121218</c:v>
                </c:pt>
                <c:pt idx="1340">
                  <c:v>65.492424242424249</c:v>
                </c:pt>
                <c:pt idx="1341">
                  <c:v>94.696969696969703</c:v>
                </c:pt>
                <c:pt idx="1342">
                  <c:v>94.318181818181813</c:v>
                </c:pt>
                <c:pt idx="1343">
                  <c:v>75.151515151515156</c:v>
                </c:pt>
                <c:pt idx="1344">
                  <c:v>103.33333333333333</c:v>
                </c:pt>
                <c:pt idx="1345">
                  <c:v>152.12121212121212</c:v>
                </c:pt>
                <c:pt idx="1346">
                  <c:v>37.272727272727273</c:v>
                </c:pt>
                <c:pt idx="1347">
                  <c:v>86.666666666666671</c:v>
                </c:pt>
                <c:pt idx="1348">
                  <c:v>75.757575757575751</c:v>
                </c:pt>
                <c:pt idx="1349">
                  <c:v>93.939393939393938</c:v>
                </c:pt>
                <c:pt idx="1350">
                  <c:v>74.848484848484844</c:v>
                </c:pt>
                <c:pt idx="1351">
                  <c:v>121.66666666666667</c:v>
                </c:pt>
                <c:pt idx="1352">
                  <c:v>105.41666666666667</c:v>
                </c:pt>
                <c:pt idx="1353">
                  <c:v>122.61363636363636</c:v>
                </c:pt>
                <c:pt idx="1354">
                  <c:v>123.59848484848484</c:v>
                </c:pt>
                <c:pt idx="1355">
                  <c:v>150.18939393939394</c:v>
                </c:pt>
                <c:pt idx="1356">
                  <c:v>76.060606060606062</c:v>
                </c:pt>
                <c:pt idx="1357">
                  <c:v>66.553030303030297</c:v>
                </c:pt>
                <c:pt idx="1358">
                  <c:v>218.33333333333334</c:v>
                </c:pt>
                <c:pt idx="1359">
                  <c:v>226.5151515151515</c:v>
                </c:pt>
                <c:pt idx="1360">
                  <c:v>227.38636363636363</c:v>
                </c:pt>
                <c:pt idx="1361">
                  <c:v>328.75</c:v>
                </c:pt>
                <c:pt idx="1362">
                  <c:v>403.78787878787881</c:v>
                </c:pt>
                <c:pt idx="1363">
                  <c:v>242.27272727272728</c:v>
                </c:pt>
                <c:pt idx="1364">
                  <c:v>117.68939393939394</c:v>
                </c:pt>
                <c:pt idx="1365">
                  <c:v>471.43939393939394</c:v>
                </c:pt>
                <c:pt idx="1366">
                  <c:v>392.42424242424244</c:v>
                </c:pt>
                <c:pt idx="1367">
                  <c:v>513.33333333333337</c:v>
                </c:pt>
                <c:pt idx="1368">
                  <c:v>509.54545454545456</c:v>
                </c:pt>
                <c:pt idx="1369">
                  <c:v>415.90909090909093</c:v>
                </c:pt>
                <c:pt idx="1370">
                  <c:v>392.04545454545456</c:v>
                </c:pt>
                <c:pt idx="1371">
                  <c:v>513.93939393939399</c:v>
                </c:pt>
                <c:pt idx="1372">
                  <c:v>405.30303030303031</c:v>
                </c:pt>
                <c:pt idx="1373">
                  <c:v>133.93939393939394</c:v>
                </c:pt>
                <c:pt idx="1374">
                  <c:v>234.09090909090909</c:v>
                </c:pt>
                <c:pt idx="1375">
                  <c:v>417.87878787878788</c:v>
                </c:pt>
                <c:pt idx="1376">
                  <c:v>375.41666666666669</c:v>
                </c:pt>
                <c:pt idx="1377">
                  <c:v>165.45454545454547</c:v>
                </c:pt>
                <c:pt idx="1378">
                  <c:v>427.5</c:v>
                </c:pt>
                <c:pt idx="1379">
                  <c:v>79.772727272727266</c:v>
                </c:pt>
                <c:pt idx="1380">
                  <c:v>95.757575757575751</c:v>
                </c:pt>
                <c:pt idx="1381">
                  <c:v>271.81818181818181</c:v>
                </c:pt>
                <c:pt idx="1382">
                  <c:v>274.16666666666669</c:v>
                </c:pt>
                <c:pt idx="1383">
                  <c:v>310.41666666666669</c:v>
                </c:pt>
                <c:pt idx="1384">
                  <c:v>112.12121212121212</c:v>
                </c:pt>
                <c:pt idx="1385">
                  <c:v>61.81818181818182</c:v>
                </c:pt>
                <c:pt idx="1386">
                  <c:v>167.42424242424244</c:v>
                </c:pt>
                <c:pt idx="1387">
                  <c:v>232.95454545454547</c:v>
                </c:pt>
                <c:pt idx="1388">
                  <c:v>171.28787878787878</c:v>
                </c:pt>
                <c:pt idx="1389">
                  <c:v>176.36363636363637</c:v>
                </c:pt>
                <c:pt idx="1390">
                  <c:v>148.33333333333334</c:v>
                </c:pt>
                <c:pt idx="1391">
                  <c:v>37.916666666666664</c:v>
                </c:pt>
                <c:pt idx="1392">
                  <c:v>92.5</c:v>
                </c:pt>
                <c:pt idx="1393">
                  <c:v>81.818181818181813</c:v>
                </c:pt>
                <c:pt idx="1394">
                  <c:v>104.88636363636364</c:v>
                </c:pt>
                <c:pt idx="1395">
                  <c:v>89.166666666666671</c:v>
                </c:pt>
                <c:pt idx="1396">
                  <c:v>66.553030303030297</c:v>
                </c:pt>
                <c:pt idx="1397">
                  <c:v>66.553030303030297</c:v>
                </c:pt>
                <c:pt idx="1398">
                  <c:v>38.030303030303031</c:v>
                </c:pt>
                <c:pt idx="1399">
                  <c:v>144.88636363636363</c:v>
                </c:pt>
                <c:pt idx="1400">
                  <c:v>168.06818181818181</c:v>
                </c:pt>
                <c:pt idx="1401">
                  <c:v>145.45454545454547</c:v>
                </c:pt>
                <c:pt idx="1402">
                  <c:v>177.27272727272728</c:v>
                </c:pt>
                <c:pt idx="1403">
                  <c:v>203.78787878787878</c:v>
                </c:pt>
                <c:pt idx="1404">
                  <c:v>214.77272727272728</c:v>
                </c:pt>
                <c:pt idx="1405">
                  <c:v>252.84090909090909</c:v>
                </c:pt>
                <c:pt idx="1406">
                  <c:v>267.95454545454544</c:v>
                </c:pt>
                <c:pt idx="1407">
                  <c:v>196.21212121212122</c:v>
                </c:pt>
                <c:pt idx="1408">
                  <c:v>175.22727272727272</c:v>
                </c:pt>
                <c:pt idx="1409">
                  <c:v>223.90151515151516</c:v>
                </c:pt>
                <c:pt idx="1410">
                  <c:v>243.37121212121212</c:v>
                </c:pt>
                <c:pt idx="1411">
                  <c:v>286.70454545454544</c:v>
                </c:pt>
                <c:pt idx="1412">
                  <c:v>115</c:v>
                </c:pt>
                <c:pt idx="1413">
                  <c:v>263.030303030303</c:v>
                </c:pt>
                <c:pt idx="1414">
                  <c:v>241.47727272727272</c:v>
                </c:pt>
                <c:pt idx="1415">
                  <c:v>232.95454545454547</c:v>
                </c:pt>
                <c:pt idx="1416">
                  <c:v>96.590909090909093</c:v>
                </c:pt>
                <c:pt idx="1417">
                  <c:v>144.88636363636363</c:v>
                </c:pt>
                <c:pt idx="1418">
                  <c:v>423.33333333333331</c:v>
                </c:pt>
                <c:pt idx="1419">
                  <c:v>374.24242424242425</c:v>
                </c:pt>
                <c:pt idx="1420">
                  <c:v>93.560606060606062</c:v>
                </c:pt>
                <c:pt idx="1421">
                  <c:v>296.969696969697</c:v>
                </c:pt>
                <c:pt idx="1422">
                  <c:v>116.70454545454545</c:v>
                </c:pt>
                <c:pt idx="1423">
                  <c:v>97.083333333333329</c:v>
                </c:pt>
                <c:pt idx="1424">
                  <c:v>3.0681818181818183</c:v>
                </c:pt>
                <c:pt idx="1425">
                  <c:v>465.75757575757575</c:v>
                </c:pt>
                <c:pt idx="1426">
                  <c:v>270.45454545454544</c:v>
                </c:pt>
                <c:pt idx="1427">
                  <c:v>163.86363636363637</c:v>
                </c:pt>
                <c:pt idx="1428">
                  <c:v>244.84848484848484</c:v>
                </c:pt>
                <c:pt idx="1429">
                  <c:v>184.65909090909091</c:v>
                </c:pt>
                <c:pt idx="1430">
                  <c:v>273.29545454545456</c:v>
                </c:pt>
                <c:pt idx="1431">
                  <c:v>294.81060606060606</c:v>
                </c:pt>
                <c:pt idx="1432">
                  <c:v>451.74242424242425</c:v>
                </c:pt>
                <c:pt idx="1433">
                  <c:v>348.63636363636363</c:v>
                </c:pt>
                <c:pt idx="1434">
                  <c:v>64.772727272727266</c:v>
                </c:pt>
                <c:pt idx="1435">
                  <c:v>153.40909090909091</c:v>
                </c:pt>
                <c:pt idx="1436">
                  <c:v>176.85606060606059</c:v>
                </c:pt>
                <c:pt idx="1437">
                  <c:v>82.38636363636364</c:v>
                </c:pt>
                <c:pt idx="1438">
                  <c:v>100.45454545454545</c:v>
                </c:pt>
                <c:pt idx="1439">
                  <c:v>58.333333333333336</c:v>
                </c:pt>
                <c:pt idx="1440">
                  <c:v>315.15151515151513</c:v>
                </c:pt>
                <c:pt idx="1441">
                  <c:v>290.11363636363637</c:v>
                </c:pt>
                <c:pt idx="1442">
                  <c:v>51.81818181818182</c:v>
                </c:pt>
                <c:pt idx="1443">
                  <c:v>356.06060606060606</c:v>
                </c:pt>
                <c:pt idx="1444">
                  <c:v>276.09848484848487</c:v>
                </c:pt>
                <c:pt idx="1445">
                  <c:v>226.62878787878788</c:v>
                </c:pt>
                <c:pt idx="1446">
                  <c:v>306.66666666666669</c:v>
                </c:pt>
                <c:pt idx="1447">
                  <c:v>175.22727272727272</c:v>
                </c:pt>
                <c:pt idx="1448">
                  <c:v>134.16666666666666</c:v>
                </c:pt>
                <c:pt idx="1449">
                  <c:v>214.16666666666666</c:v>
                </c:pt>
                <c:pt idx="1450">
                  <c:v>77.575757575757578</c:v>
                </c:pt>
                <c:pt idx="1451">
                  <c:v>219.16666666666666</c:v>
                </c:pt>
                <c:pt idx="1452">
                  <c:v>197.68939393939394</c:v>
                </c:pt>
                <c:pt idx="1453">
                  <c:v>139.46969696969697</c:v>
                </c:pt>
                <c:pt idx="1454">
                  <c:v>158.18181818181819</c:v>
                </c:pt>
                <c:pt idx="1455">
                  <c:v>77.575757575757578</c:v>
                </c:pt>
                <c:pt idx="1456">
                  <c:v>106.25</c:v>
                </c:pt>
                <c:pt idx="1457">
                  <c:v>127.53787878787878</c:v>
                </c:pt>
                <c:pt idx="1458">
                  <c:v>58.18181818181818</c:v>
                </c:pt>
                <c:pt idx="1459">
                  <c:v>88.977272727272734</c:v>
                </c:pt>
                <c:pt idx="1460">
                  <c:v>30</c:v>
                </c:pt>
                <c:pt idx="1461">
                  <c:v>88.63636363636364</c:v>
                </c:pt>
                <c:pt idx="1462">
                  <c:v>98.484848484848484</c:v>
                </c:pt>
                <c:pt idx="1463">
                  <c:v>98.484848484848484</c:v>
                </c:pt>
                <c:pt idx="1464">
                  <c:v>67.348484848484844</c:v>
                </c:pt>
                <c:pt idx="1465">
                  <c:v>98.484848484848484</c:v>
                </c:pt>
                <c:pt idx="1466">
                  <c:v>46.212121212121211</c:v>
                </c:pt>
                <c:pt idx="1467">
                  <c:v>118.63636363636364</c:v>
                </c:pt>
                <c:pt idx="1468">
                  <c:v>231.74242424242425</c:v>
                </c:pt>
                <c:pt idx="1469">
                  <c:v>88.977272727272734</c:v>
                </c:pt>
                <c:pt idx="1470">
                  <c:v>144.09090909090909</c:v>
                </c:pt>
                <c:pt idx="1471">
                  <c:v>238.33333333333334</c:v>
                </c:pt>
                <c:pt idx="1472">
                  <c:v>190.22727272727272</c:v>
                </c:pt>
                <c:pt idx="1473">
                  <c:v>191.59090909090909</c:v>
                </c:pt>
                <c:pt idx="1474">
                  <c:v>81.515151515151516</c:v>
                </c:pt>
                <c:pt idx="1475">
                  <c:v>204.77272727272728</c:v>
                </c:pt>
                <c:pt idx="1476">
                  <c:v>219.54545454545453</c:v>
                </c:pt>
                <c:pt idx="1477">
                  <c:v>232.5</c:v>
                </c:pt>
                <c:pt idx="1478">
                  <c:v>197.91666666666666</c:v>
                </c:pt>
                <c:pt idx="1479">
                  <c:v>209.09090909090909</c:v>
                </c:pt>
                <c:pt idx="1480">
                  <c:v>263.25757575757575</c:v>
                </c:pt>
                <c:pt idx="1481">
                  <c:v>46.81818181818182</c:v>
                </c:pt>
                <c:pt idx="1482">
                  <c:v>78.787878787878782</c:v>
                </c:pt>
                <c:pt idx="1483">
                  <c:v>64.166666666666671</c:v>
                </c:pt>
                <c:pt idx="1484">
                  <c:v>145.83333333333334</c:v>
                </c:pt>
                <c:pt idx="1485">
                  <c:v>133.93939393939394</c:v>
                </c:pt>
                <c:pt idx="1486">
                  <c:v>144.24242424242425</c:v>
                </c:pt>
                <c:pt idx="1487">
                  <c:v>239.58333333333334</c:v>
                </c:pt>
                <c:pt idx="1488">
                  <c:v>245.68181818181819</c:v>
                </c:pt>
                <c:pt idx="1489">
                  <c:v>231.47727272727272</c:v>
                </c:pt>
                <c:pt idx="1490">
                  <c:v>96.590909090909093</c:v>
                </c:pt>
                <c:pt idx="1491">
                  <c:v>232.5</c:v>
                </c:pt>
                <c:pt idx="1492">
                  <c:v>166.06060606060606</c:v>
                </c:pt>
                <c:pt idx="1493">
                  <c:v>261.36363636363637</c:v>
                </c:pt>
                <c:pt idx="1494">
                  <c:v>268.86363636363637</c:v>
                </c:pt>
                <c:pt idx="1495">
                  <c:v>40</c:v>
                </c:pt>
                <c:pt idx="1496">
                  <c:v>295.49242424242425</c:v>
                </c:pt>
                <c:pt idx="1497">
                  <c:v>258.030303030303</c:v>
                </c:pt>
                <c:pt idx="1498">
                  <c:v>278.18181818181819</c:v>
                </c:pt>
                <c:pt idx="1499">
                  <c:v>254.09090909090909</c:v>
                </c:pt>
                <c:pt idx="1500">
                  <c:v>205.22727272727272</c:v>
                </c:pt>
                <c:pt idx="1501">
                  <c:v>264.88636363636363</c:v>
                </c:pt>
                <c:pt idx="1502">
                  <c:v>264.88636363636363</c:v>
                </c:pt>
                <c:pt idx="1503">
                  <c:v>306.47727272727275</c:v>
                </c:pt>
                <c:pt idx="1504">
                  <c:v>301.81818181818181</c:v>
                </c:pt>
                <c:pt idx="1505">
                  <c:v>265.15151515151513</c:v>
                </c:pt>
                <c:pt idx="1506">
                  <c:v>266.89393939393938</c:v>
                </c:pt>
                <c:pt idx="1507">
                  <c:v>292.19696969696969</c:v>
                </c:pt>
                <c:pt idx="1508">
                  <c:v>39.545454545454547</c:v>
                </c:pt>
                <c:pt idx="1509">
                  <c:v>67.348484848484844</c:v>
                </c:pt>
                <c:pt idx="1510">
                  <c:v>251.13636363636363</c:v>
                </c:pt>
                <c:pt idx="1511">
                  <c:v>247.15909090909091</c:v>
                </c:pt>
                <c:pt idx="1512">
                  <c:v>430.37878787878788</c:v>
                </c:pt>
                <c:pt idx="1513">
                  <c:v>253.63636363636363</c:v>
                </c:pt>
                <c:pt idx="1514">
                  <c:v>232.42424242424244</c:v>
                </c:pt>
                <c:pt idx="1515">
                  <c:v>249.24242424242425</c:v>
                </c:pt>
                <c:pt idx="1516">
                  <c:v>205.45454545454547</c:v>
                </c:pt>
                <c:pt idx="1517">
                  <c:v>199.50757575757575</c:v>
                </c:pt>
                <c:pt idx="1518">
                  <c:v>214.96212121212122</c:v>
                </c:pt>
                <c:pt idx="1519">
                  <c:v>242.7651515151515</c:v>
                </c:pt>
                <c:pt idx="1520">
                  <c:v>206.43939393939394</c:v>
                </c:pt>
                <c:pt idx="1521">
                  <c:v>159.84848484848484</c:v>
                </c:pt>
                <c:pt idx="1522">
                  <c:v>256.25</c:v>
                </c:pt>
                <c:pt idx="1523">
                  <c:v>335</c:v>
                </c:pt>
                <c:pt idx="1524">
                  <c:v>245</c:v>
                </c:pt>
                <c:pt idx="1525">
                  <c:v>243.40909090909091</c:v>
                </c:pt>
                <c:pt idx="1526">
                  <c:v>210.18939393939394</c:v>
                </c:pt>
                <c:pt idx="1527">
                  <c:v>333.33333333333331</c:v>
                </c:pt>
                <c:pt idx="1528">
                  <c:v>265.15151515151513</c:v>
                </c:pt>
                <c:pt idx="1529">
                  <c:v>165.71969696969697</c:v>
                </c:pt>
                <c:pt idx="1530">
                  <c:v>300.87121212121212</c:v>
                </c:pt>
                <c:pt idx="1531">
                  <c:v>289.09090909090907</c:v>
                </c:pt>
                <c:pt idx="1532">
                  <c:v>273.56060606060606</c:v>
                </c:pt>
                <c:pt idx="1533">
                  <c:v>338.33333333333331</c:v>
                </c:pt>
                <c:pt idx="1534">
                  <c:v>125.83333333333333</c:v>
                </c:pt>
                <c:pt idx="1535">
                  <c:v>186.74242424242425</c:v>
                </c:pt>
                <c:pt idx="1536">
                  <c:v>153.82575757575756</c:v>
                </c:pt>
                <c:pt idx="1537">
                  <c:v>175.18939393939394</c:v>
                </c:pt>
                <c:pt idx="1538">
                  <c:v>461.25</c:v>
                </c:pt>
                <c:pt idx="1539">
                  <c:v>130.90909090909091</c:v>
                </c:pt>
                <c:pt idx="1540">
                  <c:v>158.06818181818181</c:v>
                </c:pt>
                <c:pt idx="1541">
                  <c:v>55.68181818181818</c:v>
                </c:pt>
                <c:pt idx="1542">
                  <c:v>237.19696969696969</c:v>
                </c:pt>
                <c:pt idx="1543">
                  <c:v>97.5</c:v>
                </c:pt>
                <c:pt idx="1544">
                  <c:v>3.9772727272727271</c:v>
                </c:pt>
                <c:pt idx="1545">
                  <c:v>39.545454545454547</c:v>
                </c:pt>
                <c:pt idx="1546">
                  <c:v>29.545454545454547</c:v>
                </c:pt>
                <c:pt idx="1547">
                  <c:v>118.18181818181819</c:v>
                </c:pt>
                <c:pt idx="1548">
                  <c:v>218.18181818181819</c:v>
                </c:pt>
                <c:pt idx="1549">
                  <c:v>243.40909090909091</c:v>
                </c:pt>
                <c:pt idx="1550">
                  <c:v>224.24242424242425</c:v>
                </c:pt>
                <c:pt idx="1551">
                  <c:v>234.39393939393941</c:v>
                </c:pt>
                <c:pt idx="1552">
                  <c:v>211.36363636363637</c:v>
                </c:pt>
                <c:pt idx="1553">
                  <c:v>111.40151515151516</c:v>
                </c:pt>
                <c:pt idx="1554">
                  <c:v>303.18181818181819</c:v>
                </c:pt>
                <c:pt idx="1555">
                  <c:v>196.36363636363637</c:v>
                </c:pt>
                <c:pt idx="1556">
                  <c:v>200</c:v>
                </c:pt>
                <c:pt idx="1557">
                  <c:v>144.88636363636363</c:v>
                </c:pt>
                <c:pt idx="1558">
                  <c:v>150.34090909090909</c:v>
                </c:pt>
                <c:pt idx="1559">
                  <c:v>188.03030303030303</c:v>
                </c:pt>
                <c:pt idx="1560">
                  <c:v>145.22727272727272</c:v>
                </c:pt>
                <c:pt idx="1561">
                  <c:v>167.27272727272728</c:v>
                </c:pt>
                <c:pt idx="1562">
                  <c:v>97.727272727272734</c:v>
                </c:pt>
                <c:pt idx="1563">
                  <c:v>14.090909090909092</c:v>
                </c:pt>
                <c:pt idx="1564">
                  <c:v>191.02272727272728</c:v>
                </c:pt>
                <c:pt idx="1565">
                  <c:v>216.06060606060606</c:v>
                </c:pt>
                <c:pt idx="1566">
                  <c:v>160.41666666666666</c:v>
                </c:pt>
                <c:pt idx="1567">
                  <c:v>95.833333333333329</c:v>
                </c:pt>
                <c:pt idx="1568">
                  <c:v>181.66666666666666</c:v>
                </c:pt>
                <c:pt idx="1569">
                  <c:v>163.63636363636363</c:v>
                </c:pt>
                <c:pt idx="1570">
                  <c:v>145.90909090909091</c:v>
                </c:pt>
                <c:pt idx="1571">
                  <c:v>151.47727272727272</c:v>
                </c:pt>
                <c:pt idx="1572">
                  <c:v>145</c:v>
                </c:pt>
                <c:pt idx="1573">
                  <c:v>20.151515151515152</c:v>
                </c:pt>
                <c:pt idx="1574">
                  <c:v>109.77272727272727</c:v>
                </c:pt>
              </c:numCache>
            </c:numRef>
          </c:xVal>
          <c:yVal>
            <c:numRef>
              <c:f>'[Rig HP Calculation.xlsx]WJR1-2 HP'!$D$3:$D$1577</c:f>
              <c:numCache>
                <c:formatCode>_-* #,##0_-;\-* #,##0_-;_-* "-"??_-;_-@_-</c:formatCode>
                <c:ptCount val="1575"/>
                <c:pt idx="0">
                  <c:v>9.7536000000000005</c:v>
                </c:pt>
                <c:pt idx="1">
                  <c:v>23.4696</c:v>
                </c:pt>
                <c:pt idx="2">
                  <c:v>44.805599999999998</c:v>
                </c:pt>
                <c:pt idx="3">
                  <c:v>49.072800000000001</c:v>
                </c:pt>
                <c:pt idx="4">
                  <c:v>39.319200000000002</c:v>
                </c:pt>
                <c:pt idx="5">
                  <c:v>65.227199999999996</c:v>
                </c:pt>
                <c:pt idx="6">
                  <c:v>77.114400000000003</c:v>
                </c:pt>
                <c:pt idx="7">
                  <c:v>90.830399999999997</c:v>
                </c:pt>
                <c:pt idx="8">
                  <c:v>82.905600000000007</c:v>
                </c:pt>
                <c:pt idx="9">
                  <c:v>72.847200000000001</c:v>
                </c:pt>
                <c:pt idx="10">
                  <c:v>87.172799999999995</c:v>
                </c:pt>
                <c:pt idx="11">
                  <c:v>69.799199999999999</c:v>
                </c:pt>
                <c:pt idx="12">
                  <c:v>46.634399999999999</c:v>
                </c:pt>
                <c:pt idx="13">
                  <c:v>11.5824</c:v>
                </c:pt>
                <c:pt idx="14">
                  <c:v>11.2776</c:v>
                </c:pt>
                <c:pt idx="15">
                  <c:v>2.1335999999999999</c:v>
                </c:pt>
                <c:pt idx="16">
                  <c:v>2.4384000000000001</c:v>
                </c:pt>
                <c:pt idx="17">
                  <c:v>52.425600000000003</c:v>
                </c:pt>
                <c:pt idx="18">
                  <c:v>70.7136</c:v>
                </c:pt>
                <c:pt idx="19">
                  <c:v>76.809600000000003</c:v>
                </c:pt>
                <c:pt idx="20">
                  <c:v>46.024799999999999</c:v>
                </c:pt>
                <c:pt idx="21">
                  <c:v>95.7072</c:v>
                </c:pt>
                <c:pt idx="22">
                  <c:v>113.6904</c:v>
                </c:pt>
                <c:pt idx="23">
                  <c:v>103.93680000000001</c:v>
                </c:pt>
                <c:pt idx="24">
                  <c:v>85.039199999999994</c:v>
                </c:pt>
                <c:pt idx="25">
                  <c:v>106.07040000000001</c:v>
                </c:pt>
                <c:pt idx="26">
                  <c:v>95.7072</c:v>
                </c:pt>
                <c:pt idx="27">
                  <c:v>114.3</c:v>
                </c:pt>
                <c:pt idx="28">
                  <c:v>102.4128</c:v>
                </c:pt>
                <c:pt idx="29">
                  <c:v>114.6048</c:v>
                </c:pt>
                <c:pt idx="30">
                  <c:v>112.1664</c:v>
                </c:pt>
                <c:pt idx="31">
                  <c:v>113.0808</c:v>
                </c:pt>
                <c:pt idx="32">
                  <c:v>136.5504</c:v>
                </c:pt>
                <c:pt idx="33">
                  <c:v>139.5984</c:v>
                </c:pt>
                <c:pt idx="34">
                  <c:v>122.5296</c:v>
                </c:pt>
                <c:pt idx="35">
                  <c:v>113.3856</c:v>
                </c:pt>
                <c:pt idx="36">
                  <c:v>142.3416</c:v>
                </c:pt>
                <c:pt idx="37">
                  <c:v>160.62960000000001</c:v>
                </c:pt>
                <c:pt idx="38">
                  <c:v>144.1704</c:v>
                </c:pt>
                <c:pt idx="39">
                  <c:v>155.14320000000001</c:v>
                </c:pt>
                <c:pt idx="40">
                  <c:v>169.77359999999999</c:v>
                </c:pt>
                <c:pt idx="41">
                  <c:v>180.74639999999999</c:v>
                </c:pt>
                <c:pt idx="42">
                  <c:v>186.5376</c:v>
                </c:pt>
                <c:pt idx="43">
                  <c:v>168.85919999999999</c:v>
                </c:pt>
                <c:pt idx="44">
                  <c:v>181.05119999999999</c:v>
                </c:pt>
                <c:pt idx="45">
                  <c:v>157.88640000000001</c:v>
                </c:pt>
                <c:pt idx="46">
                  <c:v>110.9472</c:v>
                </c:pt>
                <c:pt idx="47">
                  <c:v>82.296000000000006</c:v>
                </c:pt>
                <c:pt idx="48">
                  <c:v>45.110399999999998</c:v>
                </c:pt>
                <c:pt idx="49">
                  <c:v>4.8768000000000002</c:v>
                </c:pt>
                <c:pt idx="50">
                  <c:v>28.041599999999999</c:v>
                </c:pt>
                <c:pt idx="51">
                  <c:v>42.062399999999997</c:v>
                </c:pt>
                <c:pt idx="52">
                  <c:v>77.419200000000004</c:v>
                </c:pt>
                <c:pt idx="53">
                  <c:v>57.607199999999999</c:v>
                </c:pt>
                <c:pt idx="54">
                  <c:v>70.7136</c:v>
                </c:pt>
                <c:pt idx="55">
                  <c:v>54.254399999999997</c:v>
                </c:pt>
                <c:pt idx="56">
                  <c:v>28.651199999999999</c:v>
                </c:pt>
                <c:pt idx="57">
                  <c:v>20.116800000000001</c:v>
                </c:pt>
                <c:pt idx="58">
                  <c:v>164.28720000000001</c:v>
                </c:pt>
                <c:pt idx="59">
                  <c:v>163.67760000000001</c:v>
                </c:pt>
                <c:pt idx="60">
                  <c:v>159.10560000000001</c:v>
                </c:pt>
                <c:pt idx="61">
                  <c:v>137.4648</c:v>
                </c:pt>
                <c:pt idx="62">
                  <c:v>73.761600000000001</c:v>
                </c:pt>
                <c:pt idx="63">
                  <c:v>47.5488</c:v>
                </c:pt>
                <c:pt idx="64">
                  <c:v>34.137599999999999</c:v>
                </c:pt>
                <c:pt idx="65">
                  <c:v>85.039199999999994</c:v>
                </c:pt>
                <c:pt idx="66">
                  <c:v>110.64239999999999</c:v>
                </c:pt>
                <c:pt idx="67">
                  <c:v>158.19120000000001</c:v>
                </c:pt>
                <c:pt idx="68">
                  <c:v>113.3856</c:v>
                </c:pt>
                <c:pt idx="69">
                  <c:v>102.4128</c:v>
                </c:pt>
                <c:pt idx="70">
                  <c:v>108.81359999999999</c:v>
                </c:pt>
                <c:pt idx="71">
                  <c:v>93.268799999999999</c:v>
                </c:pt>
                <c:pt idx="72">
                  <c:v>104.85120000000001</c:v>
                </c:pt>
                <c:pt idx="73">
                  <c:v>101.1936</c:v>
                </c:pt>
                <c:pt idx="74">
                  <c:v>102.7176</c:v>
                </c:pt>
                <c:pt idx="75">
                  <c:v>103.3272</c:v>
                </c:pt>
                <c:pt idx="76">
                  <c:v>103.93680000000001</c:v>
                </c:pt>
                <c:pt idx="77">
                  <c:v>101.4984</c:v>
                </c:pt>
                <c:pt idx="78">
                  <c:v>108.20399999999999</c:v>
                </c:pt>
                <c:pt idx="79">
                  <c:v>92.659199999999998</c:v>
                </c:pt>
                <c:pt idx="80">
                  <c:v>166.42080000000001</c:v>
                </c:pt>
                <c:pt idx="81">
                  <c:v>109.72799999999999</c:v>
                </c:pt>
                <c:pt idx="82">
                  <c:v>85.648799999999994</c:v>
                </c:pt>
                <c:pt idx="83">
                  <c:v>15.24</c:v>
                </c:pt>
                <c:pt idx="84">
                  <c:v>77.114400000000003</c:v>
                </c:pt>
                <c:pt idx="85">
                  <c:v>71.0184</c:v>
                </c:pt>
                <c:pt idx="86">
                  <c:v>77.114400000000003</c:v>
                </c:pt>
                <c:pt idx="87">
                  <c:v>78.638400000000004</c:v>
                </c:pt>
                <c:pt idx="88">
                  <c:v>61.874400000000001</c:v>
                </c:pt>
                <c:pt idx="89">
                  <c:v>43.891199999999998</c:v>
                </c:pt>
                <c:pt idx="90">
                  <c:v>10.972799999999999</c:v>
                </c:pt>
                <c:pt idx="91">
                  <c:v>30.784800000000001</c:v>
                </c:pt>
                <c:pt idx="92">
                  <c:v>22.250399999999999</c:v>
                </c:pt>
                <c:pt idx="93">
                  <c:v>40.233600000000003</c:v>
                </c:pt>
                <c:pt idx="94">
                  <c:v>38.1</c:v>
                </c:pt>
                <c:pt idx="95">
                  <c:v>4.2671999999999999</c:v>
                </c:pt>
                <c:pt idx="96">
                  <c:v>41.757599999999996</c:v>
                </c:pt>
                <c:pt idx="97">
                  <c:v>41.757599999999996</c:v>
                </c:pt>
                <c:pt idx="98">
                  <c:v>41.757599999999996</c:v>
                </c:pt>
                <c:pt idx="99">
                  <c:v>41.757599999999996</c:v>
                </c:pt>
                <c:pt idx="100">
                  <c:v>32.918399999999998</c:v>
                </c:pt>
                <c:pt idx="101">
                  <c:v>26.822399999999998</c:v>
                </c:pt>
                <c:pt idx="102">
                  <c:v>27.736799999999999</c:v>
                </c:pt>
                <c:pt idx="103">
                  <c:v>15.849600000000001</c:v>
                </c:pt>
                <c:pt idx="104">
                  <c:v>9.4488000000000003</c:v>
                </c:pt>
                <c:pt idx="105">
                  <c:v>25.298400000000001</c:v>
                </c:pt>
                <c:pt idx="106">
                  <c:v>33.832799999999999</c:v>
                </c:pt>
                <c:pt idx="107">
                  <c:v>37.490400000000001</c:v>
                </c:pt>
                <c:pt idx="108">
                  <c:v>21.335999999999999</c:v>
                </c:pt>
                <c:pt idx="109">
                  <c:v>35.052</c:v>
                </c:pt>
                <c:pt idx="110">
                  <c:v>19.202400000000001</c:v>
                </c:pt>
                <c:pt idx="111">
                  <c:v>55.778399999999998</c:v>
                </c:pt>
                <c:pt idx="112">
                  <c:v>40.538400000000003</c:v>
                </c:pt>
                <c:pt idx="113">
                  <c:v>57.302399999999999</c:v>
                </c:pt>
                <c:pt idx="114">
                  <c:v>42.062399999999997</c:v>
                </c:pt>
                <c:pt idx="115">
                  <c:v>53.644799999999996</c:v>
                </c:pt>
                <c:pt idx="116">
                  <c:v>57.607199999999999</c:v>
                </c:pt>
                <c:pt idx="117">
                  <c:v>80.162400000000005</c:v>
                </c:pt>
                <c:pt idx="118">
                  <c:v>64.922399999999996</c:v>
                </c:pt>
                <c:pt idx="119">
                  <c:v>85.039199999999994</c:v>
                </c:pt>
                <c:pt idx="120">
                  <c:v>68.884799999999998</c:v>
                </c:pt>
                <c:pt idx="121">
                  <c:v>77.114400000000003</c:v>
                </c:pt>
                <c:pt idx="122">
                  <c:v>61.264800000000001</c:v>
                </c:pt>
                <c:pt idx="123">
                  <c:v>72.847200000000001</c:v>
                </c:pt>
                <c:pt idx="124">
                  <c:v>75.895200000000003</c:v>
                </c:pt>
                <c:pt idx="125">
                  <c:v>75.895200000000003</c:v>
                </c:pt>
                <c:pt idx="126">
                  <c:v>85.039199999999994</c:v>
                </c:pt>
                <c:pt idx="127">
                  <c:v>65.836799999999997</c:v>
                </c:pt>
                <c:pt idx="128">
                  <c:v>22.555199999999999</c:v>
                </c:pt>
                <c:pt idx="129">
                  <c:v>3.9624000000000001</c:v>
                </c:pt>
                <c:pt idx="130">
                  <c:v>83.515199999999993</c:v>
                </c:pt>
                <c:pt idx="131">
                  <c:v>89.306399999999996</c:v>
                </c:pt>
                <c:pt idx="132">
                  <c:v>70.103999999999999</c:v>
                </c:pt>
                <c:pt idx="133">
                  <c:v>121.92</c:v>
                </c:pt>
                <c:pt idx="134">
                  <c:v>103.0224</c:v>
                </c:pt>
                <c:pt idx="135">
                  <c:v>108.50879999999999</c:v>
                </c:pt>
                <c:pt idx="136">
                  <c:v>86.563199999999995</c:v>
                </c:pt>
                <c:pt idx="137">
                  <c:v>137.16</c:v>
                </c:pt>
                <c:pt idx="138">
                  <c:v>134.7216</c:v>
                </c:pt>
                <c:pt idx="139">
                  <c:v>160.02000000000001</c:v>
                </c:pt>
                <c:pt idx="140">
                  <c:v>168.55439999999999</c:v>
                </c:pt>
                <c:pt idx="141">
                  <c:v>170.07839999999999</c:v>
                </c:pt>
                <c:pt idx="142">
                  <c:v>149.6568</c:v>
                </c:pt>
                <c:pt idx="143">
                  <c:v>176.47919999999999</c:v>
                </c:pt>
                <c:pt idx="144">
                  <c:v>156.97200000000001</c:v>
                </c:pt>
                <c:pt idx="145">
                  <c:v>185.0136</c:v>
                </c:pt>
                <c:pt idx="146">
                  <c:v>170.99279999999999</c:v>
                </c:pt>
                <c:pt idx="147">
                  <c:v>171.90719999999999</c:v>
                </c:pt>
                <c:pt idx="148">
                  <c:v>174.34559999999999</c:v>
                </c:pt>
                <c:pt idx="149">
                  <c:v>184.7088</c:v>
                </c:pt>
                <c:pt idx="150">
                  <c:v>168.85919999999999</c:v>
                </c:pt>
                <c:pt idx="151">
                  <c:v>185.0136</c:v>
                </c:pt>
                <c:pt idx="152">
                  <c:v>167.94479999999999</c:v>
                </c:pt>
                <c:pt idx="153">
                  <c:v>181.35599999999999</c:v>
                </c:pt>
                <c:pt idx="154">
                  <c:v>164.89680000000001</c:v>
                </c:pt>
                <c:pt idx="155">
                  <c:v>147.5232</c:v>
                </c:pt>
                <c:pt idx="156">
                  <c:v>123.444</c:v>
                </c:pt>
                <c:pt idx="157">
                  <c:v>119.1768</c:v>
                </c:pt>
                <c:pt idx="158">
                  <c:v>92.963999999999999</c:v>
                </c:pt>
                <c:pt idx="159">
                  <c:v>84.429599999999994</c:v>
                </c:pt>
                <c:pt idx="160">
                  <c:v>82.905600000000007</c:v>
                </c:pt>
                <c:pt idx="161">
                  <c:v>92.659199999999998</c:v>
                </c:pt>
                <c:pt idx="162">
                  <c:v>177.69839999999999</c:v>
                </c:pt>
                <c:pt idx="163">
                  <c:v>180.44159999999999</c:v>
                </c:pt>
                <c:pt idx="164">
                  <c:v>182.5752</c:v>
                </c:pt>
                <c:pt idx="165">
                  <c:v>185.0136</c:v>
                </c:pt>
                <c:pt idx="166">
                  <c:v>166.42080000000001</c:v>
                </c:pt>
                <c:pt idx="167">
                  <c:v>169.77359999999999</c:v>
                </c:pt>
                <c:pt idx="168">
                  <c:v>162.15360000000001</c:v>
                </c:pt>
                <c:pt idx="169">
                  <c:v>132.89279999999999</c:v>
                </c:pt>
                <c:pt idx="170">
                  <c:v>116.7384</c:v>
                </c:pt>
                <c:pt idx="171">
                  <c:v>89.915999999999997</c:v>
                </c:pt>
                <c:pt idx="172">
                  <c:v>51.816000000000003</c:v>
                </c:pt>
                <c:pt idx="173">
                  <c:v>25.908000000000001</c:v>
                </c:pt>
                <c:pt idx="174">
                  <c:v>10.363200000000001</c:v>
                </c:pt>
                <c:pt idx="175">
                  <c:v>100.2792</c:v>
                </c:pt>
                <c:pt idx="176">
                  <c:v>99.974400000000003</c:v>
                </c:pt>
                <c:pt idx="177">
                  <c:v>100.2792</c:v>
                </c:pt>
                <c:pt idx="178">
                  <c:v>106.37520000000001</c:v>
                </c:pt>
                <c:pt idx="179">
                  <c:v>106.98480000000001</c:v>
                </c:pt>
                <c:pt idx="180">
                  <c:v>107.59439999999999</c:v>
                </c:pt>
                <c:pt idx="181">
                  <c:v>108.20399999999999</c:v>
                </c:pt>
                <c:pt idx="182">
                  <c:v>108.20399999999999</c:v>
                </c:pt>
                <c:pt idx="183">
                  <c:v>108.20399999999999</c:v>
                </c:pt>
                <c:pt idx="184">
                  <c:v>108.81359999999999</c:v>
                </c:pt>
                <c:pt idx="185">
                  <c:v>108.81359999999999</c:v>
                </c:pt>
                <c:pt idx="186">
                  <c:v>108.81359999999999</c:v>
                </c:pt>
                <c:pt idx="187">
                  <c:v>108.50879999999999</c:v>
                </c:pt>
                <c:pt idx="188">
                  <c:v>108.50879999999999</c:v>
                </c:pt>
                <c:pt idx="189">
                  <c:v>108.81359999999999</c:v>
                </c:pt>
                <c:pt idx="190">
                  <c:v>92.354399999999998</c:v>
                </c:pt>
                <c:pt idx="191">
                  <c:v>60.96</c:v>
                </c:pt>
                <c:pt idx="192">
                  <c:v>42.367199999999997</c:v>
                </c:pt>
                <c:pt idx="193">
                  <c:v>7.0103999999999997</c:v>
                </c:pt>
                <c:pt idx="194">
                  <c:v>109.11839999999999</c:v>
                </c:pt>
                <c:pt idx="195">
                  <c:v>109.11839999999999</c:v>
                </c:pt>
                <c:pt idx="196">
                  <c:v>96.926400000000001</c:v>
                </c:pt>
                <c:pt idx="197">
                  <c:v>97.231200000000001</c:v>
                </c:pt>
                <c:pt idx="198">
                  <c:v>96.926400000000001</c:v>
                </c:pt>
                <c:pt idx="199">
                  <c:v>22.250399999999999</c:v>
                </c:pt>
                <c:pt idx="200">
                  <c:v>106.68</c:v>
                </c:pt>
                <c:pt idx="201">
                  <c:v>52.120800000000003</c:v>
                </c:pt>
                <c:pt idx="202">
                  <c:v>61.569600000000001</c:v>
                </c:pt>
                <c:pt idx="203">
                  <c:v>14.3256</c:v>
                </c:pt>
                <c:pt idx="204">
                  <c:v>106.98480000000001</c:v>
                </c:pt>
                <c:pt idx="205">
                  <c:v>106.98480000000001</c:v>
                </c:pt>
                <c:pt idx="206">
                  <c:v>106.98480000000001</c:v>
                </c:pt>
                <c:pt idx="207">
                  <c:v>102.108</c:v>
                </c:pt>
                <c:pt idx="208">
                  <c:v>103.0224</c:v>
                </c:pt>
                <c:pt idx="209">
                  <c:v>104.85120000000001</c:v>
                </c:pt>
                <c:pt idx="210">
                  <c:v>109.42319999999999</c:v>
                </c:pt>
                <c:pt idx="211">
                  <c:v>108.81359999999999</c:v>
                </c:pt>
                <c:pt idx="212">
                  <c:v>107.59439999999999</c:v>
                </c:pt>
                <c:pt idx="213">
                  <c:v>99.669600000000003</c:v>
                </c:pt>
                <c:pt idx="214">
                  <c:v>110.03279999999999</c:v>
                </c:pt>
                <c:pt idx="215">
                  <c:v>107.28959999999999</c:v>
                </c:pt>
                <c:pt idx="216">
                  <c:v>109.11839999999999</c:v>
                </c:pt>
                <c:pt idx="217">
                  <c:v>111.8616</c:v>
                </c:pt>
                <c:pt idx="218">
                  <c:v>103.3272</c:v>
                </c:pt>
                <c:pt idx="219">
                  <c:v>109.11839999999999</c:v>
                </c:pt>
                <c:pt idx="220">
                  <c:v>100.2792</c:v>
                </c:pt>
                <c:pt idx="221">
                  <c:v>74.676000000000002</c:v>
                </c:pt>
                <c:pt idx="222">
                  <c:v>37.185600000000001</c:v>
                </c:pt>
                <c:pt idx="223">
                  <c:v>17.9832</c:v>
                </c:pt>
                <c:pt idx="224">
                  <c:v>12.801600000000001</c:v>
                </c:pt>
                <c:pt idx="225">
                  <c:v>105.76560000000001</c:v>
                </c:pt>
                <c:pt idx="226">
                  <c:v>88.696799999999996</c:v>
                </c:pt>
                <c:pt idx="227">
                  <c:v>51.816000000000003</c:v>
                </c:pt>
                <c:pt idx="228">
                  <c:v>19.202400000000001</c:v>
                </c:pt>
                <c:pt idx="229">
                  <c:v>95.4024</c:v>
                </c:pt>
                <c:pt idx="230">
                  <c:v>83.515199999999993</c:v>
                </c:pt>
                <c:pt idx="231">
                  <c:v>92.963999999999999</c:v>
                </c:pt>
                <c:pt idx="232">
                  <c:v>81.076800000000006</c:v>
                </c:pt>
                <c:pt idx="233">
                  <c:v>98.145600000000002</c:v>
                </c:pt>
                <c:pt idx="234">
                  <c:v>98.145600000000002</c:v>
                </c:pt>
                <c:pt idx="235">
                  <c:v>102.4128</c:v>
                </c:pt>
                <c:pt idx="236">
                  <c:v>103.93680000000001</c:v>
                </c:pt>
                <c:pt idx="237">
                  <c:v>102.108</c:v>
                </c:pt>
                <c:pt idx="238">
                  <c:v>103.0224</c:v>
                </c:pt>
                <c:pt idx="239">
                  <c:v>108.81359999999999</c:v>
                </c:pt>
                <c:pt idx="240">
                  <c:v>119.4816</c:v>
                </c:pt>
                <c:pt idx="241">
                  <c:v>111.5568</c:v>
                </c:pt>
                <c:pt idx="242">
                  <c:v>98.755200000000002</c:v>
                </c:pt>
                <c:pt idx="243">
                  <c:v>116.1288</c:v>
                </c:pt>
                <c:pt idx="244">
                  <c:v>103.93680000000001</c:v>
                </c:pt>
                <c:pt idx="245">
                  <c:v>141.4272</c:v>
                </c:pt>
                <c:pt idx="246">
                  <c:v>128.93039999999999</c:v>
                </c:pt>
                <c:pt idx="247">
                  <c:v>138.9888</c:v>
                </c:pt>
                <c:pt idx="248">
                  <c:v>126.1872</c:v>
                </c:pt>
                <c:pt idx="249">
                  <c:v>132.89279999999999</c:v>
                </c:pt>
                <c:pt idx="250">
                  <c:v>122.2248</c:v>
                </c:pt>
                <c:pt idx="251">
                  <c:v>103.63200000000001</c:v>
                </c:pt>
                <c:pt idx="252">
                  <c:v>75.895200000000003</c:v>
                </c:pt>
                <c:pt idx="253">
                  <c:v>60.655200000000001</c:v>
                </c:pt>
                <c:pt idx="254">
                  <c:v>128.32079999999999</c:v>
                </c:pt>
                <c:pt idx="255">
                  <c:v>25.603200000000001</c:v>
                </c:pt>
                <c:pt idx="256">
                  <c:v>3.048</c:v>
                </c:pt>
                <c:pt idx="257">
                  <c:v>13.411199999999999</c:v>
                </c:pt>
                <c:pt idx="258">
                  <c:v>42.062399999999997</c:v>
                </c:pt>
                <c:pt idx="259">
                  <c:v>77.114400000000003</c:v>
                </c:pt>
                <c:pt idx="260">
                  <c:v>116.1288</c:v>
                </c:pt>
                <c:pt idx="261">
                  <c:v>103.63200000000001</c:v>
                </c:pt>
                <c:pt idx="262">
                  <c:v>142.6464</c:v>
                </c:pt>
                <c:pt idx="263">
                  <c:v>129.84479999999999</c:v>
                </c:pt>
                <c:pt idx="264">
                  <c:v>140.208</c:v>
                </c:pt>
                <c:pt idx="265">
                  <c:v>127.1016</c:v>
                </c:pt>
                <c:pt idx="266">
                  <c:v>139.5984</c:v>
                </c:pt>
                <c:pt idx="267">
                  <c:v>134.7216</c:v>
                </c:pt>
                <c:pt idx="268">
                  <c:v>138.684</c:v>
                </c:pt>
                <c:pt idx="269">
                  <c:v>142.3416</c:v>
                </c:pt>
                <c:pt idx="270">
                  <c:v>150.5712</c:v>
                </c:pt>
                <c:pt idx="271">
                  <c:v>138.3792</c:v>
                </c:pt>
                <c:pt idx="272">
                  <c:v>124.968</c:v>
                </c:pt>
                <c:pt idx="273">
                  <c:v>149.6568</c:v>
                </c:pt>
                <c:pt idx="274">
                  <c:v>138.684</c:v>
                </c:pt>
                <c:pt idx="275">
                  <c:v>125.2728</c:v>
                </c:pt>
                <c:pt idx="276">
                  <c:v>123.1392</c:v>
                </c:pt>
                <c:pt idx="277">
                  <c:v>161.54400000000001</c:v>
                </c:pt>
                <c:pt idx="278">
                  <c:v>173.12639999999999</c:v>
                </c:pt>
                <c:pt idx="279">
                  <c:v>163.06800000000001</c:v>
                </c:pt>
                <c:pt idx="280">
                  <c:v>177.39359999999999</c:v>
                </c:pt>
                <c:pt idx="281">
                  <c:v>167.03039999999999</c:v>
                </c:pt>
                <c:pt idx="282">
                  <c:v>186.5376</c:v>
                </c:pt>
                <c:pt idx="283">
                  <c:v>176.78399999999999</c:v>
                </c:pt>
                <c:pt idx="284">
                  <c:v>166.42080000000001</c:v>
                </c:pt>
                <c:pt idx="285">
                  <c:v>180.13679999999999</c:v>
                </c:pt>
                <c:pt idx="286">
                  <c:v>145.0848</c:v>
                </c:pt>
                <c:pt idx="287">
                  <c:v>110.64239999999999</c:v>
                </c:pt>
                <c:pt idx="288">
                  <c:v>87.477599999999995</c:v>
                </c:pt>
                <c:pt idx="289">
                  <c:v>47.8536</c:v>
                </c:pt>
                <c:pt idx="290">
                  <c:v>21.945599999999999</c:v>
                </c:pt>
                <c:pt idx="291">
                  <c:v>7.3151999999999999</c:v>
                </c:pt>
                <c:pt idx="292">
                  <c:v>199.94880000000001</c:v>
                </c:pt>
                <c:pt idx="293">
                  <c:v>188.6712</c:v>
                </c:pt>
                <c:pt idx="294">
                  <c:v>234.0864</c:v>
                </c:pt>
                <c:pt idx="295">
                  <c:v>223.41839999999999</c:v>
                </c:pt>
                <c:pt idx="296">
                  <c:v>211.83600000000001</c:v>
                </c:pt>
                <c:pt idx="297">
                  <c:v>230.7336</c:v>
                </c:pt>
                <c:pt idx="298">
                  <c:v>260.29919999999998</c:v>
                </c:pt>
                <c:pt idx="299">
                  <c:v>249.02160000000001</c:v>
                </c:pt>
                <c:pt idx="300">
                  <c:v>237.1344</c:v>
                </c:pt>
                <c:pt idx="301">
                  <c:v>261.21359999999999</c:v>
                </c:pt>
                <c:pt idx="302">
                  <c:v>278.2824</c:v>
                </c:pt>
                <c:pt idx="303">
                  <c:v>289.56</c:v>
                </c:pt>
                <c:pt idx="304">
                  <c:v>317.90640000000002</c:v>
                </c:pt>
                <c:pt idx="305">
                  <c:v>303.58080000000001</c:v>
                </c:pt>
                <c:pt idx="306">
                  <c:v>310.59120000000001</c:v>
                </c:pt>
                <c:pt idx="307">
                  <c:v>295.35120000000001</c:v>
                </c:pt>
                <c:pt idx="308">
                  <c:v>315.16320000000002</c:v>
                </c:pt>
                <c:pt idx="309">
                  <c:v>300.83760000000001</c:v>
                </c:pt>
                <c:pt idx="310">
                  <c:v>346.55759999999998</c:v>
                </c:pt>
                <c:pt idx="311">
                  <c:v>332.23200000000003</c:v>
                </c:pt>
                <c:pt idx="312">
                  <c:v>343.81439999999998</c:v>
                </c:pt>
                <c:pt idx="313">
                  <c:v>329.18400000000003</c:v>
                </c:pt>
                <c:pt idx="314">
                  <c:v>348.69119999999998</c:v>
                </c:pt>
                <c:pt idx="315">
                  <c:v>334.67039999999997</c:v>
                </c:pt>
                <c:pt idx="316">
                  <c:v>362.10239999999999</c:v>
                </c:pt>
                <c:pt idx="317">
                  <c:v>367.89359999999999</c:v>
                </c:pt>
                <c:pt idx="318">
                  <c:v>378.8664</c:v>
                </c:pt>
                <c:pt idx="319">
                  <c:v>390.14400000000001</c:v>
                </c:pt>
                <c:pt idx="320">
                  <c:v>389.2296</c:v>
                </c:pt>
                <c:pt idx="321">
                  <c:v>385.2672</c:v>
                </c:pt>
                <c:pt idx="322">
                  <c:v>384.3528</c:v>
                </c:pt>
                <c:pt idx="323">
                  <c:v>386.4864</c:v>
                </c:pt>
                <c:pt idx="324">
                  <c:v>378.8664</c:v>
                </c:pt>
                <c:pt idx="325">
                  <c:v>357.83519999999999</c:v>
                </c:pt>
                <c:pt idx="326">
                  <c:v>343.50959999999998</c:v>
                </c:pt>
                <c:pt idx="327">
                  <c:v>324.00240000000002</c:v>
                </c:pt>
                <c:pt idx="328">
                  <c:v>305.10480000000001</c:v>
                </c:pt>
                <c:pt idx="329">
                  <c:v>302.36160000000001</c:v>
                </c:pt>
                <c:pt idx="330">
                  <c:v>312.11520000000002</c:v>
                </c:pt>
                <c:pt idx="331">
                  <c:v>300.22800000000001</c:v>
                </c:pt>
                <c:pt idx="332">
                  <c:v>288.036</c:v>
                </c:pt>
                <c:pt idx="333">
                  <c:v>276.14879999999999</c:v>
                </c:pt>
                <c:pt idx="334">
                  <c:v>259.68959999999998</c:v>
                </c:pt>
                <c:pt idx="335">
                  <c:v>227.07599999999999</c:v>
                </c:pt>
                <c:pt idx="336">
                  <c:v>196.9008</c:v>
                </c:pt>
                <c:pt idx="337">
                  <c:v>199.64400000000001</c:v>
                </c:pt>
                <c:pt idx="338">
                  <c:v>197.5104</c:v>
                </c:pt>
                <c:pt idx="339">
                  <c:v>198.12</c:v>
                </c:pt>
                <c:pt idx="340">
                  <c:v>206.65440000000001</c:v>
                </c:pt>
                <c:pt idx="341">
                  <c:v>255.42240000000001</c:v>
                </c:pt>
                <c:pt idx="342">
                  <c:v>293.5224</c:v>
                </c:pt>
                <c:pt idx="343">
                  <c:v>334.06079999999997</c:v>
                </c:pt>
                <c:pt idx="344">
                  <c:v>381.6096</c:v>
                </c:pt>
                <c:pt idx="345">
                  <c:v>388.3152</c:v>
                </c:pt>
                <c:pt idx="346">
                  <c:v>389.83920000000001</c:v>
                </c:pt>
                <c:pt idx="347">
                  <c:v>383.4384</c:v>
                </c:pt>
                <c:pt idx="348">
                  <c:v>391.97280000000001</c:v>
                </c:pt>
                <c:pt idx="349">
                  <c:v>406.60320000000002</c:v>
                </c:pt>
                <c:pt idx="350">
                  <c:v>394.10640000000001</c:v>
                </c:pt>
                <c:pt idx="351">
                  <c:v>380.3904</c:v>
                </c:pt>
                <c:pt idx="352">
                  <c:v>399.59280000000001</c:v>
                </c:pt>
                <c:pt idx="353">
                  <c:v>386.4864</c:v>
                </c:pt>
                <c:pt idx="354">
                  <c:v>405.07920000000001</c:v>
                </c:pt>
                <c:pt idx="355">
                  <c:v>392.58240000000001</c:v>
                </c:pt>
                <c:pt idx="356">
                  <c:v>434.03519999999997</c:v>
                </c:pt>
                <c:pt idx="357">
                  <c:v>412.08960000000002</c:v>
                </c:pt>
                <c:pt idx="358">
                  <c:v>432.20639999999997</c:v>
                </c:pt>
                <c:pt idx="359">
                  <c:v>436.16879999999998</c:v>
                </c:pt>
                <c:pt idx="360">
                  <c:v>465.42959999999999</c:v>
                </c:pt>
                <c:pt idx="361">
                  <c:v>443.78879999999998</c:v>
                </c:pt>
                <c:pt idx="362">
                  <c:v>449.58</c:v>
                </c:pt>
                <c:pt idx="363">
                  <c:v>454.76159999999999</c:v>
                </c:pt>
                <c:pt idx="364">
                  <c:v>479.4504</c:v>
                </c:pt>
                <c:pt idx="365">
                  <c:v>485.54640000000001</c:v>
                </c:pt>
                <c:pt idx="366">
                  <c:v>470.6112</c:v>
                </c:pt>
                <c:pt idx="367">
                  <c:v>488.59440000000001</c:v>
                </c:pt>
                <c:pt idx="368">
                  <c:v>473.964</c:v>
                </c:pt>
                <c:pt idx="369">
                  <c:v>467.56319999999999</c:v>
                </c:pt>
                <c:pt idx="370">
                  <c:v>473.3544</c:v>
                </c:pt>
                <c:pt idx="371">
                  <c:v>486.46080000000001</c:v>
                </c:pt>
                <c:pt idx="372">
                  <c:v>469.6968</c:v>
                </c:pt>
                <c:pt idx="373">
                  <c:v>462.07679999999999</c:v>
                </c:pt>
                <c:pt idx="374">
                  <c:v>444.70319999999998</c:v>
                </c:pt>
                <c:pt idx="375">
                  <c:v>414.52800000000002</c:v>
                </c:pt>
                <c:pt idx="376">
                  <c:v>389.2296</c:v>
                </c:pt>
                <c:pt idx="377">
                  <c:v>368.80799999999999</c:v>
                </c:pt>
                <c:pt idx="378">
                  <c:v>342.29039999999998</c:v>
                </c:pt>
                <c:pt idx="379">
                  <c:v>321.86880000000002</c:v>
                </c:pt>
                <c:pt idx="380">
                  <c:v>320.34480000000002</c:v>
                </c:pt>
                <c:pt idx="381">
                  <c:v>301.44720000000001</c:v>
                </c:pt>
                <c:pt idx="382">
                  <c:v>287.7312</c:v>
                </c:pt>
                <c:pt idx="383">
                  <c:v>273.10079999999999</c:v>
                </c:pt>
                <c:pt idx="384">
                  <c:v>248.71680000000001</c:v>
                </c:pt>
                <c:pt idx="385">
                  <c:v>212.14080000000001</c:v>
                </c:pt>
                <c:pt idx="386">
                  <c:v>202.99680000000001</c:v>
                </c:pt>
                <c:pt idx="387">
                  <c:v>185.3184</c:v>
                </c:pt>
                <c:pt idx="388">
                  <c:v>169.46879999999999</c:v>
                </c:pt>
                <c:pt idx="389">
                  <c:v>137.16</c:v>
                </c:pt>
                <c:pt idx="390">
                  <c:v>96.621600000000001</c:v>
                </c:pt>
                <c:pt idx="391">
                  <c:v>75.590400000000002</c:v>
                </c:pt>
                <c:pt idx="392">
                  <c:v>43.891199999999998</c:v>
                </c:pt>
                <c:pt idx="393">
                  <c:v>7.62</c:v>
                </c:pt>
                <c:pt idx="394">
                  <c:v>3.3527999999999998</c:v>
                </c:pt>
                <c:pt idx="395">
                  <c:v>7.0103999999999997</c:v>
                </c:pt>
                <c:pt idx="396">
                  <c:v>182.5752</c:v>
                </c:pt>
                <c:pt idx="397">
                  <c:v>195.9864</c:v>
                </c:pt>
                <c:pt idx="398">
                  <c:v>181.05119999999999</c:v>
                </c:pt>
                <c:pt idx="399">
                  <c:v>224.02799999999999</c:v>
                </c:pt>
                <c:pt idx="400">
                  <c:v>210.00720000000001</c:v>
                </c:pt>
                <c:pt idx="401">
                  <c:v>237.4392</c:v>
                </c:pt>
                <c:pt idx="402">
                  <c:v>256.64159999999998</c:v>
                </c:pt>
                <c:pt idx="403">
                  <c:v>243.2304</c:v>
                </c:pt>
                <c:pt idx="404">
                  <c:v>254.20320000000001</c:v>
                </c:pt>
                <c:pt idx="405">
                  <c:v>234.0864</c:v>
                </c:pt>
                <c:pt idx="406">
                  <c:v>225.55199999999999</c:v>
                </c:pt>
                <c:pt idx="407">
                  <c:v>204.52080000000001</c:v>
                </c:pt>
                <c:pt idx="408">
                  <c:v>200.86320000000001</c:v>
                </c:pt>
                <c:pt idx="409">
                  <c:v>251.46</c:v>
                </c:pt>
                <c:pt idx="410">
                  <c:v>234.3912</c:v>
                </c:pt>
                <c:pt idx="411">
                  <c:v>257.25119999999998</c:v>
                </c:pt>
                <c:pt idx="412">
                  <c:v>247.80240000000001</c:v>
                </c:pt>
                <c:pt idx="413">
                  <c:v>285.5976</c:v>
                </c:pt>
                <c:pt idx="414">
                  <c:v>273.71039999999999</c:v>
                </c:pt>
                <c:pt idx="415">
                  <c:v>313.94400000000002</c:v>
                </c:pt>
                <c:pt idx="416">
                  <c:v>295.65600000000001</c:v>
                </c:pt>
                <c:pt idx="417">
                  <c:v>340.76639999999998</c:v>
                </c:pt>
                <c:pt idx="418">
                  <c:v>327.05040000000002</c:v>
                </c:pt>
                <c:pt idx="419">
                  <c:v>368.50319999999999</c:v>
                </c:pt>
                <c:pt idx="420">
                  <c:v>364.23599999999999</c:v>
                </c:pt>
                <c:pt idx="421">
                  <c:v>349.60559999999998</c:v>
                </c:pt>
                <c:pt idx="422">
                  <c:v>363.93119999999999</c:v>
                </c:pt>
                <c:pt idx="423">
                  <c:v>386.4864</c:v>
                </c:pt>
                <c:pt idx="424">
                  <c:v>394.71600000000001</c:v>
                </c:pt>
                <c:pt idx="425">
                  <c:v>380.6952</c:v>
                </c:pt>
                <c:pt idx="426">
                  <c:v>401.72640000000001</c:v>
                </c:pt>
                <c:pt idx="427">
                  <c:v>388.3152</c:v>
                </c:pt>
                <c:pt idx="428">
                  <c:v>431.59679999999997</c:v>
                </c:pt>
                <c:pt idx="429">
                  <c:v>431.90159999999997</c:v>
                </c:pt>
                <c:pt idx="430">
                  <c:v>414.22320000000002</c:v>
                </c:pt>
                <c:pt idx="431">
                  <c:v>450.49439999999998</c:v>
                </c:pt>
                <c:pt idx="432">
                  <c:v>436.16879999999998</c:v>
                </c:pt>
                <c:pt idx="433">
                  <c:v>462.07679999999999</c:v>
                </c:pt>
                <c:pt idx="434">
                  <c:v>483.4128</c:v>
                </c:pt>
                <c:pt idx="435">
                  <c:v>470.3064</c:v>
                </c:pt>
                <c:pt idx="436">
                  <c:v>485.24160000000001</c:v>
                </c:pt>
                <c:pt idx="437">
                  <c:v>472.1352</c:v>
                </c:pt>
                <c:pt idx="438">
                  <c:v>479.4504</c:v>
                </c:pt>
                <c:pt idx="439">
                  <c:v>465.73439999999999</c:v>
                </c:pt>
                <c:pt idx="440">
                  <c:v>477.012</c:v>
                </c:pt>
                <c:pt idx="441">
                  <c:v>462.99119999999999</c:v>
                </c:pt>
                <c:pt idx="442">
                  <c:v>480.06</c:v>
                </c:pt>
                <c:pt idx="443">
                  <c:v>466.34399999999999</c:v>
                </c:pt>
                <c:pt idx="444">
                  <c:v>482.4984</c:v>
                </c:pt>
                <c:pt idx="445">
                  <c:v>469.0872</c:v>
                </c:pt>
                <c:pt idx="446">
                  <c:v>450.18959999999998</c:v>
                </c:pt>
                <c:pt idx="447">
                  <c:v>435.55919999999998</c:v>
                </c:pt>
                <c:pt idx="448">
                  <c:v>424.89120000000003</c:v>
                </c:pt>
                <c:pt idx="449">
                  <c:v>411.17520000000002</c:v>
                </c:pt>
                <c:pt idx="450">
                  <c:v>395.32560000000001</c:v>
                </c:pt>
                <c:pt idx="451">
                  <c:v>381.3048</c:v>
                </c:pt>
                <c:pt idx="452">
                  <c:v>366.06479999999999</c:v>
                </c:pt>
                <c:pt idx="453">
                  <c:v>352.04399999999998</c:v>
                </c:pt>
                <c:pt idx="454">
                  <c:v>341.07119999999998</c:v>
                </c:pt>
                <c:pt idx="455">
                  <c:v>327.66000000000003</c:v>
                </c:pt>
                <c:pt idx="456">
                  <c:v>342.29039999999998</c:v>
                </c:pt>
                <c:pt idx="457">
                  <c:v>328.87920000000003</c:v>
                </c:pt>
                <c:pt idx="458">
                  <c:v>312.42</c:v>
                </c:pt>
                <c:pt idx="459">
                  <c:v>299.00880000000001</c:v>
                </c:pt>
                <c:pt idx="460">
                  <c:v>286.2072</c:v>
                </c:pt>
                <c:pt idx="461">
                  <c:v>272.79599999999999</c:v>
                </c:pt>
                <c:pt idx="462">
                  <c:v>261.51839999999999</c:v>
                </c:pt>
                <c:pt idx="463">
                  <c:v>279.5016</c:v>
                </c:pt>
                <c:pt idx="464">
                  <c:v>265.17599999999999</c:v>
                </c:pt>
                <c:pt idx="465">
                  <c:v>255.11760000000001</c:v>
                </c:pt>
                <c:pt idx="466">
                  <c:v>237.4392</c:v>
                </c:pt>
                <c:pt idx="467">
                  <c:v>219.76079999999999</c:v>
                </c:pt>
                <c:pt idx="468">
                  <c:v>203.60640000000001</c:v>
                </c:pt>
                <c:pt idx="469">
                  <c:v>185.6232</c:v>
                </c:pt>
                <c:pt idx="470">
                  <c:v>199.64400000000001</c:v>
                </c:pt>
                <c:pt idx="471">
                  <c:v>180.44159999999999</c:v>
                </c:pt>
                <c:pt idx="472">
                  <c:v>194.4624</c:v>
                </c:pt>
                <c:pt idx="473">
                  <c:v>165.50640000000001</c:v>
                </c:pt>
                <c:pt idx="474">
                  <c:v>151.48560000000001</c:v>
                </c:pt>
                <c:pt idx="475">
                  <c:v>132.58799999999999</c:v>
                </c:pt>
                <c:pt idx="476">
                  <c:v>488.59440000000001</c:v>
                </c:pt>
                <c:pt idx="477">
                  <c:v>473.0496</c:v>
                </c:pt>
                <c:pt idx="478">
                  <c:v>487.68</c:v>
                </c:pt>
                <c:pt idx="479">
                  <c:v>469.392</c:v>
                </c:pt>
                <c:pt idx="480">
                  <c:v>487.68</c:v>
                </c:pt>
                <c:pt idx="481">
                  <c:v>475.7928</c:v>
                </c:pt>
                <c:pt idx="482">
                  <c:v>462.68639999999999</c:v>
                </c:pt>
                <c:pt idx="483">
                  <c:v>480.3648</c:v>
                </c:pt>
                <c:pt idx="484">
                  <c:v>468.1728</c:v>
                </c:pt>
                <c:pt idx="485">
                  <c:v>477.3168</c:v>
                </c:pt>
                <c:pt idx="486">
                  <c:v>464.82</c:v>
                </c:pt>
                <c:pt idx="487">
                  <c:v>481.584</c:v>
                </c:pt>
                <c:pt idx="488">
                  <c:v>469.392</c:v>
                </c:pt>
                <c:pt idx="489">
                  <c:v>477.9264</c:v>
                </c:pt>
                <c:pt idx="490">
                  <c:v>465.42959999999999</c:v>
                </c:pt>
                <c:pt idx="491">
                  <c:v>488.59440000000001</c:v>
                </c:pt>
                <c:pt idx="492">
                  <c:v>477.012</c:v>
                </c:pt>
                <c:pt idx="493">
                  <c:v>464.51519999999999</c:v>
                </c:pt>
                <c:pt idx="494">
                  <c:v>479.4504</c:v>
                </c:pt>
                <c:pt idx="495">
                  <c:v>466.34399999999999</c:v>
                </c:pt>
                <c:pt idx="496">
                  <c:v>462.07679999999999</c:v>
                </c:pt>
                <c:pt idx="497">
                  <c:v>460.24799999999999</c:v>
                </c:pt>
                <c:pt idx="498">
                  <c:v>421.23360000000002</c:v>
                </c:pt>
                <c:pt idx="499">
                  <c:v>377.0376</c:v>
                </c:pt>
                <c:pt idx="500">
                  <c:v>363.62639999999999</c:v>
                </c:pt>
                <c:pt idx="501">
                  <c:v>344.72879999999998</c:v>
                </c:pt>
                <c:pt idx="502">
                  <c:v>309.67680000000001</c:v>
                </c:pt>
                <c:pt idx="503">
                  <c:v>270.35759999999999</c:v>
                </c:pt>
                <c:pt idx="504">
                  <c:v>227.68559999999999</c:v>
                </c:pt>
                <c:pt idx="505">
                  <c:v>194.7672</c:v>
                </c:pt>
                <c:pt idx="506">
                  <c:v>169.16399999999999</c:v>
                </c:pt>
                <c:pt idx="507">
                  <c:v>155.44800000000001</c:v>
                </c:pt>
                <c:pt idx="508">
                  <c:v>146.9136</c:v>
                </c:pt>
                <c:pt idx="509">
                  <c:v>134.11199999999999</c:v>
                </c:pt>
                <c:pt idx="510">
                  <c:v>128.93039999999999</c:v>
                </c:pt>
                <c:pt idx="511">
                  <c:v>102.7176</c:v>
                </c:pt>
                <c:pt idx="512">
                  <c:v>88.696799999999996</c:v>
                </c:pt>
                <c:pt idx="513">
                  <c:v>42.976799999999997</c:v>
                </c:pt>
                <c:pt idx="514">
                  <c:v>36.576000000000001</c:v>
                </c:pt>
                <c:pt idx="515">
                  <c:v>9.4488000000000003</c:v>
                </c:pt>
                <c:pt idx="516">
                  <c:v>9.4488000000000003</c:v>
                </c:pt>
                <c:pt idx="517">
                  <c:v>1.8288</c:v>
                </c:pt>
                <c:pt idx="518">
                  <c:v>141.1224</c:v>
                </c:pt>
                <c:pt idx="519">
                  <c:v>6.0960000000000001</c:v>
                </c:pt>
                <c:pt idx="520">
                  <c:v>17.9832</c:v>
                </c:pt>
                <c:pt idx="521">
                  <c:v>28.041599999999999</c:v>
                </c:pt>
                <c:pt idx="522">
                  <c:v>469.6968</c:v>
                </c:pt>
                <c:pt idx="523">
                  <c:v>468.1728</c:v>
                </c:pt>
                <c:pt idx="524">
                  <c:v>466.64879999999999</c:v>
                </c:pt>
                <c:pt idx="525">
                  <c:v>466.03919999999999</c:v>
                </c:pt>
                <c:pt idx="526">
                  <c:v>484.3272</c:v>
                </c:pt>
                <c:pt idx="527">
                  <c:v>462.38159999999999</c:v>
                </c:pt>
                <c:pt idx="528">
                  <c:v>470.0016</c:v>
                </c:pt>
                <c:pt idx="529">
                  <c:v>471.2208</c:v>
                </c:pt>
                <c:pt idx="530">
                  <c:v>488.89920000000001</c:v>
                </c:pt>
                <c:pt idx="531">
                  <c:v>475.7928</c:v>
                </c:pt>
                <c:pt idx="532">
                  <c:v>488.28960000000001</c:v>
                </c:pt>
                <c:pt idx="533">
                  <c:v>490.72800000000001</c:v>
                </c:pt>
                <c:pt idx="534">
                  <c:v>512.67359999999996</c:v>
                </c:pt>
                <c:pt idx="535">
                  <c:v>499.56720000000001</c:v>
                </c:pt>
                <c:pt idx="536">
                  <c:v>546.81119999999999</c:v>
                </c:pt>
                <c:pt idx="537">
                  <c:v>536.14319999999998</c:v>
                </c:pt>
                <c:pt idx="538">
                  <c:v>518.76959999999997</c:v>
                </c:pt>
                <c:pt idx="539">
                  <c:v>540.71519999999998</c:v>
                </c:pt>
                <c:pt idx="540">
                  <c:v>568.452</c:v>
                </c:pt>
                <c:pt idx="541">
                  <c:v>550.77359999999999</c:v>
                </c:pt>
                <c:pt idx="542">
                  <c:v>578.8152</c:v>
                </c:pt>
                <c:pt idx="543">
                  <c:v>594.66480000000001</c:v>
                </c:pt>
                <c:pt idx="544">
                  <c:v>603.19920000000002</c:v>
                </c:pt>
                <c:pt idx="545">
                  <c:v>587.34960000000001</c:v>
                </c:pt>
                <c:pt idx="546">
                  <c:v>599.84640000000002</c:v>
                </c:pt>
                <c:pt idx="547">
                  <c:v>594.66480000000001</c:v>
                </c:pt>
                <c:pt idx="548">
                  <c:v>607.46640000000002</c:v>
                </c:pt>
                <c:pt idx="549">
                  <c:v>606.24720000000002</c:v>
                </c:pt>
                <c:pt idx="550">
                  <c:v>606.85680000000002</c:v>
                </c:pt>
                <c:pt idx="551">
                  <c:v>605.94240000000002</c:v>
                </c:pt>
                <c:pt idx="552">
                  <c:v>606.55200000000002</c:v>
                </c:pt>
                <c:pt idx="553">
                  <c:v>607.16160000000002</c:v>
                </c:pt>
                <c:pt idx="554">
                  <c:v>606.85680000000002</c:v>
                </c:pt>
                <c:pt idx="555">
                  <c:v>606.85680000000002</c:v>
                </c:pt>
                <c:pt idx="556">
                  <c:v>606.85680000000002</c:v>
                </c:pt>
                <c:pt idx="557">
                  <c:v>607.16160000000002</c:v>
                </c:pt>
                <c:pt idx="558">
                  <c:v>607.16160000000002</c:v>
                </c:pt>
                <c:pt idx="559">
                  <c:v>606.55200000000002</c:v>
                </c:pt>
                <c:pt idx="560">
                  <c:v>606.24720000000002</c:v>
                </c:pt>
                <c:pt idx="561">
                  <c:v>607.46640000000002</c:v>
                </c:pt>
                <c:pt idx="562">
                  <c:v>607.16160000000002</c:v>
                </c:pt>
                <c:pt idx="563">
                  <c:v>606.24720000000002</c:v>
                </c:pt>
                <c:pt idx="564">
                  <c:v>606.85680000000002</c:v>
                </c:pt>
                <c:pt idx="565">
                  <c:v>607.16160000000002</c:v>
                </c:pt>
                <c:pt idx="566">
                  <c:v>606.24720000000002</c:v>
                </c:pt>
                <c:pt idx="567">
                  <c:v>606.55200000000002</c:v>
                </c:pt>
                <c:pt idx="568">
                  <c:v>606.55200000000002</c:v>
                </c:pt>
                <c:pt idx="569">
                  <c:v>608.99040000000002</c:v>
                </c:pt>
                <c:pt idx="570">
                  <c:v>622.09680000000003</c:v>
                </c:pt>
                <c:pt idx="571">
                  <c:v>615.08640000000003</c:v>
                </c:pt>
                <c:pt idx="572">
                  <c:v>635.20320000000004</c:v>
                </c:pt>
                <c:pt idx="573">
                  <c:v>625.44960000000003</c:v>
                </c:pt>
                <c:pt idx="574">
                  <c:v>612.03840000000002</c:v>
                </c:pt>
                <c:pt idx="575">
                  <c:v>636.42240000000004</c:v>
                </c:pt>
                <c:pt idx="576">
                  <c:v>627.27840000000003</c:v>
                </c:pt>
                <c:pt idx="577">
                  <c:v>617.82960000000003</c:v>
                </c:pt>
                <c:pt idx="578">
                  <c:v>632.15520000000004</c:v>
                </c:pt>
                <c:pt idx="579">
                  <c:v>619.65840000000003</c:v>
                </c:pt>
                <c:pt idx="580">
                  <c:v>630.02160000000003</c:v>
                </c:pt>
                <c:pt idx="581">
                  <c:v>613.25760000000002</c:v>
                </c:pt>
                <c:pt idx="582">
                  <c:v>604.11360000000002</c:v>
                </c:pt>
                <c:pt idx="583">
                  <c:v>583.99680000000001</c:v>
                </c:pt>
                <c:pt idx="584">
                  <c:v>576.3768</c:v>
                </c:pt>
                <c:pt idx="585">
                  <c:v>557.17439999999999</c:v>
                </c:pt>
                <c:pt idx="586">
                  <c:v>538.58159999999998</c:v>
                </c:pt>
                <c:pt idx="587">
                  <c:v>519.07439999999997</c:v>
                </c:pt>
                <c:pt idx="588">
                  <c:v>499.56720000000001</c:v>
                </c:pt>
                <c:pt idx="589">
                  <c:v>476.4024</c:v>
                </c:pt>
                <c:pt idx="590">
                  <c:v>466.95359999999999</c:v>
                </c:pt>
                <c:pt idx="591">
                  <c:v>467.86799999999999</c:v>
                </c:pt>
                <c:pt idx="592">
                  <c:v>448.97039999999998</c:v>
                </c:pt>
                <c:pt idx="593">
                  <c:v>374.2944</c:v>
                </c:pt>
                <c:pt idx="594">
                  <c:v>349.91039999999998</c:v>
                </c:pt>
                <c:pt idx="595">
                  <c:v>324.00240000000002</c:v>
                </c:pt>
                <c:pt idx="596">
                  <c:v>294.74160000000001</c:v>
                </c:pt>
                <c:pt idx="597">
                  <c:v>281.0256</c:v>
                </c:pt>
                <c:pt idx="598">
                  <c:v>242.6208</c:v>
                </c:pt>
                <c:pt idx="599">
                  <c:v>219.15119999999999</c:v>
                </c:pt>
                <c:pt idx="600">
                  <c:v>190.5</c:v>
                </c:pt>
                <c:pt idx="601">
                  <c:v>168.55439999999999</c:v>
                </c:pt>
                <c:pt idx="602">
                  <c:v>135.0264</c:v>
                </c:pt>
                <c:pt idx="603">
                  <c:v>97.231200000000001</c:v>
                </c:pt>
                <c:pt idx="604">
                  <c:v>74.980800000000002</c:v>
                </c:pt>
                <c:pt idx="605">
                  <c:v>65.836799999999997</c:v>
                </c:pt>
                <c:pt idx="606">
                  <c:v>634.28880000000004</c:v>
                </c:pt>
                <c:pt idx="607">
                  <c:v>635.20320000000004</c:v>
                </c:pt>
                <c:pt idx="608">
                  <c:v>637.33680000000004</c:v>
                </c:pt>
                <c:pt idx="609">
                  <c:v>640.68960000000004</c:v>
                </c:pt>
                <c:pt idx="610">
                  <c:v>640.08000000000004</c:v>
                </c:pt>
                <c:pt idx="611">
                  <c:v>656.53920000000005</c:v>
                </c:pt>
                <c:pt idx="612">
                  <c:v>654.71040000000005</c:v>
                </c:pt>
                <c:pt idx="613">
                  <c:v>644.65200000000004</c:v>
                </c:pt>
                <c:pt idx="614">
                  <c:v>652.57680000000005</c:v>
                </c:pt>
                <c:pt idx="615">
                  <c:v>635.81280000000004</c:v>
                </c:pt>
                <c:pt idx="616">
                  <c:v>663.54960000000005</c:v>
                </c:pt>
                <c:pt idx="617">
                  <c:v>669.03599999999994</c:v>
                </c:pt>
                <c:pt idx="618">
                  <c:v>672.99839999999995</c:v>
                </c:pt>
                <c:pt idx="619">
                  <c:v>681.53279999999995</c:v>
                </c:pt>
                <c:pt idx="620">
                  <c:v>689.76239999999996</c:v>
                </c:pt>
                <c:pt idx="621">
                  <c:v>674.82719999999995</c:v>
                </c:pt>
                <c:pt idx="622">
                  <c:v>683.66639999999995</c:v>
                </c:pt>
                <c:pt idx="623">
                  <c:v>671.16959999999995</c:v>
                </c:pt>
                <c:pt idx="624">
                  <c:v>716.28</c:v>
                </c:pt>
                <c:pt idx="625">
                  <c:v>705.30719999999997</c:v>
                </c:pt>
                <c:pt idx="626">
                  <c:v>692.50559999999996</c:v>
                </c:pt>
                <c:pt idx="627">
                  <c:v>740.05439999999999</c:v>
                </c:pt>
                <c:pt idx="628">
                  <c:v>730.60559999999998</c:v>
                </c:pt>
                <c:pt idx="629">
                  <c:v>754.9896</c:v>
                </c:pt>
                <c:pt idx="630">
                  <c:v>777.24</c:v>
                </c:pt>
                <c:pt idx="631">
                  <c:v>760.7808</c:v>
                </c:pt>
                <c:pt idx="632">
                  <c:v>774.49680000000001</c:v>
                </c:pt>
                <c:pt idx="633">
                  <c:v>751.63679999999999</c:v>
                </c:pt>
                <c:pt idx="634">
                  <c:v>781.81200000000001</c:v>
                </c:pt>
                <c:pt idx="635">
                  <c:v>760.1712</c:v>
                </c:pt>
                <c:pt idx="636">
                  <c:v>748.28399999999999</c:v>
                </c:pt>
                <c:pt idx="637">
                  <c:v>738.22559999999999</c:v>
                </c:pt>
                <c:pt idx="638">
                  <c:v>738.83519999999999</c:v>
                </c:pt>
                <c:pt idx="639">
                  <c:v>738.22559999999999</c:v>
                </c:pt>
                <c:pt idx="640">
                  <c:v>736.09199999999998</c:v>
                </c:pt>
                <c:pt idx="641">
                  <c:v>736.70159999999998</c:v>
                </c:pt>
                <c:pt idx="642">
                  <c:v>735.78719999999998</c:v>
                </c:pt>
                <c:pt idx="643">
                  <c:v>726.64319999999998</c:v>
                </c:pt>
                <c:pt idx="644">
                  <c:v>711.70799999999997</c:v>
                </c:pt>
                <c:pt idx="645">
                  <c:v>692.20079999999996</c:v>
                </c:pt>
                <c:pt idx="646">
                  <c:v>684.88559999999995</c:v>
                </c:pt>
                <c:pt idx="647">
                  <c:v>665.37840000000006</c:v>
                </c:pt>
                <c:pt idx="648">
                  <c:v>659.28240000000005</c:v>
                </c:pt>
                <c:pt idx="649">
                  <c:v>642.82320000000004</c:v>
                </c:pt>
                <c:pt idx="650">
                  <c:v>630.02160000000003</c:v>
                </c:pt>
                <c:pt idx="651">
                  <c:v>590.09280000000001</c:v>
                </c:pt>
                <c:pt idx="652">
                  <c:v>572.7192</c:v>
                </c:pt>
                <c:pt idx="653">
                  <c:v>547.42079999999999</c:v>
                </c:pt>
                <c:pt idx="654">
                  <c:v>530.65679999999998</c:v>
                </c:pt>
                <c:pt idx="655">
                  <c:v>518.16</c:v>
                </c:pt>
                <c:pt idx="656">
                  <c:v>494.99520000000001</c:v>
                </c:pt>
                <c:pt idx="657">
                  <c:v>483.7176</c:v>
                </c:pt>
                <c:pt idx="658">
                  <c:v>481.2792</c:v>
                </c:pt>
                <c:pt idx="659">
                  <c:v>481.2792</c:v>
                </c:pt>
                <c:pt idx="660">
                  <c:v>481.2792</c:v>
                </c:pt>
                <c:pt idx="661">
                  <c:v>481.2792</c:v>
                </c:pt>
                <c:pt idx="662">
                  <c:v>481.2792</c:v>
                </c:pt>
                <c:pt idx="663">
                  <c:v>481.2792</c:v>
                </c:pt>
                <c:pt idx="664">
                  <c:v>481.2792</c:v>
                </c:pt>
                <c:pt idx="665">
                  <c:v>481.2792</c:v>
                </c:pt>
                <c:pt idx="666">
                  <c:v>480.9744</c:v>
                </c:pt>
                <c:pt idx="667">
                  <c:v>473.964</c:v>
                </c:pt>
                <c:pt idx="668">
                  <c:v>465.12479999999999</c:v>
                </c:pt>
                <c:pt idx="669">
                  <c:v>459.02879999999999</c:v>
                </c:pt>
                <c:pt idx="670">
                  <c:v>436.47359999999998</c:v>
                </c:pt>
                <c:pt idx="671">
                  <c:v>404.77440000000001</c:v>
                </c:pt>
                <c:pt idx="672">
                  <c:v>346.55759999999998</c:v>
                </c:pt>
                <c:pt idx="673">
                  <c:v>326.13600000000002</c:v>
                </c:pt>
                <c:pt idx="674">
                  <c:v>306.01920000000001</c:v>
                </c:pt>
                <c:pt idx="675">
                  <c:v>295.65600000000001</c:v>
                </c:pt>
                <c:pt idx="676">
                  <c:v>289.56</c:v>
                </c:pt>
                <c:pt idx="677">
                  <c:v>265.17599999999999</c:v>
                </c:pt>
                <c:pt idx="678">
                  <c:v>250.24080000000001</c:v>
                </c:pt>
                <c:pt idx="679">
                  <c:v>223.11359999999999</c:v>
                </c:pt>
                <c:pt idx="680">
                  <c:v>194.4624</c:v>
                </c:pt>
                <c:pt idx="681">
                  <c:v>173.73599999999999</c:v>
                </c:pt>
                <c:pt idx="682">
                  <c:v>148.7424</c:v>
                </c:pt>
                <c:pt idx="683">
                  <c:v>119.4816</c:v>
                </c:pt>
                <c:pt idx="684">
                  <c:v>101.8032</c:v>
                </c:pt>
                <c:pt idx="685">
                  <c:v>86.867999999999995</c:v>
                </c:pt>
                <c:pt idx="686">
                  <c:v>46.329599999999999</c:v>
                </c:pt>
                <c:pt idx="687">
                  <c:v>3.9624000000000001</c:v>
                </c:pt>
                <c:pt idx="688">
                  <c:v>548.03039999999999</c:v>
                </c:pt>
                <c:pt idx="689">
                  <c:v>786.38400000000001</c:v>
                </c:pt>
                <c:pt idx="690">
                  <c:v>778.76400000000001</c:v>
                </c:pt>
                <c:pt idx="691">
                  <c:v>699.51599999999996</c:v>
                </c:pt>
                <c:pt idx="692">
                  <c:v>680.92319999999995</c:v>
                </c:pt>
                <c:pt idx="693">
                  <c:v>667.20719999999994</c:v>
                </c:pt>
                <c:pt idx="694">
                  <c:v>650.13840000000005</c:v>
                </c:pt>
                <c:pt idx="695">
                  <c:v>615.69600000000003</c:v>
                </c:pt>
                <c:pt idx="696">
                  <c:v>564.4896</c:v>
                </c:pt>
                <c:pt idx="697">
                  <c:v>502.61520000000002</c:v>
                </c:pt>
                <c:pt idx="698">
                  <c:v>778.76400000000001</c:v>
                </c:pt>
                <c:pt idx="699">
                  <c:v>778.76400000000001</c:v>
                </c:pt>
                <c:pt idx="700">
                  <c:v>761.6952</c:v>
                </c:pt>
                <c:pt idx="701">
                  <c:v>748.89359999999999</c:v>
                </c:pt>
                <c:pt idx="702">
                  <c:v>719.32799999999997</c:v>
                </c:pt>
                <c:pt idx="703">
                  <c:v>711.70799999999997</c:v>
                </c:pt>
                <c:pt idx="704">
                  <c:v>661.11120000000005</c:v>
                </c:pt>
                <c:pt idx="705">
                  <c:v>620.57280000000003</c:v>
                </c:pt>
                <c:pt idx="706">
                  <c:v>581.25360000000001</c:v>
                </c:pt>
                <c:pt idx="707">
                  <c:v>545.59199999999998</c:v>
                </c:pt>
                <c:pt idx="708">
                  <c:v>535.83839999999998</c:v>
                </c:pt>
                <c:pt idx="709">
                  <c:v>500.17680000000001</c:v>
                </c:pt>
                <c:pt idx="710">
                  <c:v>785.46960000000001</c:v>
                </c:pt>
                <c:pt idx="711">
                  <c:v>788.21280000000002</c:v>
                </c:pt>
                <c:pt idx="712">
                  <c:v>788.82240000000002</c:v>
                </c:pt>
                <c:pt idx="713">
                  <c:v>783.03120000000001</c:v>
                </c:pt>
                <c:pt idx="714">
                  <c:v>790.34640000000002</c:v>
                </c:pt>
                <c:pt idx="715">
                  <c:v>785.16480000000001</c:v>
                </c:pt>
                <c:pt idx="716">
                  <c:v>775.10640000000001</c:v>
                </c:pt>
                <c:pt idx="717">
                  <c:v>733.04399999999998</c:v>
                </c:pt>
                <c:pt idx="718">
                  <c:v>748.58879999999999</c:v>
                </c:pt>
                <c:pt idx="719">
                  <c:v>729.08159999999998</c:v>
                </c:pt>
                <c:pt idx="720">
                  <c:v>673.30319999999995</c:v>
                </c:pt>
                <c:pt idx="721">
                  <c:v>658.67280000000005</c:v>
                </c:pt>
                <c:pt idx="722">
                  <c:v>583.69200000000001</c:v>
                </c:pt>
                <c:pt idx="723">
                  <c:v>561.74639999999999</c:v>
                </c:pt>
                <c:pt idx="724">
                  <c:v>529.43759999999997</c:v>
                </c:pt>
                <c:pt idx="725">
                  <c:v>517.55039999999997</c:v>
                </c:pt>
                <c:pt idx="726">
                  <c:v>463.29599999999999</c:v>
                </c:pt>
                <c:pt idx="727">
                  <c:v>455.37119999999999</c:v>
                </c:pt>
                <c:pt idx="728">
                  <c:v>394.41120000000001</c:v>
                </c:pt>
                <c:pt idx="729">
                  <c:v>350.21519999999998</c:v>
                </c:pt>
                <c:pt idx="730">
                  <c:v>471.8304</c:v>
                </c:pt>
                <c:pt idx="731">
                  <c:v>455.67599999999999</c:v>
                </c:pt>
                <c:pt idx="732">
                  <c:v>423.67200000000003</c:v>
                </c:pt>
                <c:pt idx="733">
                  <c:v>390.44880000000001</c:v>
                </c:pt>
                <c:pt idx="734">
                  <c:v>360.88319999999999</c:v>
                </c:pt>
                <c:pt idx="735">
                  <c:v>322.47840000000002</c:v>
                </c:pt>
                <c:pt idx="736">
                  <c:v>296.57040000000001</c:v>
                </c:pt>
                <c:pt idx="737">
                  <c:v>270.96719999999999</c:v>
                </c:pt>
                <c:pt idx="738">
                  <c:v>246.58320000000001</c:v>
                </c:pt>
                <c:pt idx="739">
                  <c:v>220.37039999999999</c:v>
                </c:pt>
                <c:pt idx="740">
                  <c:v>192.9384</c:v>
                </c:pt>
                <c:pt idx="741">
                  <c:v>162.45840000000001</c:v>
                </c:pt>
                <c:pt idx="742">
                  <c:v>129.54</c:v>
                </c:pt>
                <c:pt idx="743">
                  <c:v>104.24160000000001</c:v>
                </c:pt>
                <c:pt idx="744">
                  <c:v>77.724000000000004</c:v>
                </c:pt>
                <c:pt idx="745">
                  <c:v>53.644799999999996</c:v>
                </c:pt>
                <c:pt idx="746">
                  <c:v>26.212800000000001</c:v>
                </c:pt>
                <c:pt idx="747">
                  <c:v>182.5752</c:v>
                </c:pt>
                <c:pt idx="748">
                  <c:v>239.5728</c:v>
                </c:pt>
                <c:pt idx="749">
                  <c:v>326.44080000000002</c:v>
                </c:pt>
                <c:pt idx="750">
                  <c:v>661.41600000000005</c:v>
                </c:pt>
                <c:pt idx="751">
                  <c:v>786.68880000000001</c:v>
                </c:pt>
                <c:pt idx="752">
                  <c:v>731.52</c:v>
                </c:pt>
                <c:pt idx="753">
                  <c:v>707.74559999999997</c:v>
                </c:pt>
                <c:pt idx="754">
                  <c:v>790.34640000000002</c:v>
                </c:pt>
                <c:pt idx="755">
                  <c:v>751.33199999999999</c:v>
                </c:pt>
                <c:pt idx="756">
                  <c:v>742.49279999999999</c:v>
                </c:pt>
                <c:pt idx="757">
                  <c:v>706.22159999999997</c:v>
                </c:pt>
                <c:pt idx="758">
                  <c:v>633.98400000000004</c:v>
                </c:pt>
                <c:pt idx="759">
                  <c:v>624.53520000000003</c:v>
                </c:pt>
                <c:pt idx="760">
                  <c:v>789.43200000000002</c:v>
                </c:pt>
                <c:pt idx="761">
                  <c:v>773.88720000000001</c:v>
                </c:pt>
                <c:pt idx="762">
                  <c:v>731.82479999999998</c:v>
                </c:pt>
                <c:pt idx="763">
                  <c:v>718.10879999999997</c:v>
                </c:pt>
                <c:pt idx="764">
                  <c:v>674.52239999999995</c:v>
                </c:pt>
                <c:pt idx="765">
                  <c:v>639.16560000000004</c:v>
                </c:pt>
                <c:pt idx="766">
                  <c:v>590.09280000000001</c:v>
                </c:pt>
                <c:pt idx="767">
                  <c:v>574.8528</c:v>
                </c:pt>
                <c:pt idx="768">
                  <c:v>532.79039999999998</c:v>
                </c:pt>
                <c:pt idx="769">
                  <c:v>652.57680000000005</c:v>
                </c:pt>
                <c:pt idx="770">
                  <c:v>642.21360000000004</c:v>
                </c:pt>
                <c:pt idx="771">
                  <c:v>616.00080000000003</c:v>
                </c:pt>
                <c:pt idx="772">
                  <c:v>611.42880000000002</c:v>
                </c:pt>
                <c:pt idx="773">
                  <c:v>496.82400000000001</c:v>
                </c:pt>
                <c:pt idx="774">
                  <c:v>469.6968</c:v>
                </c:pt>
                <c:pt idx="775">
                  <c:v>400.81200000000001</c:v>
                </c:pt>
                <c:pt idx="776">
                  <c:v>381.6096</c:v>
                </c:pt>
                <c:pt idx="777">
                  <c:v>350.52</c:v>
                </c:pt>
                <c:pt idx="778">
                  <c:v>177.69839999999999</c:v>
                </c:pt>
                <c:pt idx="779">
                  <c:v>135.0264</c:v>
                </c:pt>
                <c:pt idx="780">
                  <c:v>102.108</c:v>
                </c:pt>
                <c:pt idx="781">
                  <c:v>81.076800000000006</c:v>
                </c:pt>
                <c:pt idx="782">
                  <c:v>54.559199999999997</c:v>
                </c:pt>
                <c:pt idx="783">
                  <c:v>21.945599999999999</c:v>
                </c:pt>
                <c:pt idx="784">
                  <c:v>7.3151999999999999</c:v>
                </c:pt>
                <c:pt idx="785">
                  <c:v>289.8648</c:v>
                </c:pt>
                <c:pt idx="786">
                  <c:v>487.07040000000001</c:v>
                </c:pt>
                <c:pt idx="787">
                  <c:v>489.50880000000001</c:v>
                </c:pt>
                <c:pt idx="788">
                  <c:v>489.20400000000001</c:v>
                </c:pt>
                <c:pt idx="789">
                  <c:v>487.07040000000001</c:v>
                </c:pt>
                <c:pt idx="790">
                  <c:v>489.81360000000001</c:v>
                </c:pt>
                <c:pt idx="791">
                  <c:v>487.68</c:v>
                </c:pt>
                <c:pt idx="792">
                  <c:v>487.98480000000001</c:v>
                </c:pt>
                <c:pt idx="793">
                  <c:v>486.15600000000001</c:v>
                </c:pt>
                <c:pt idx="794">
                  <c:v>489.81360000000001</c:v>
                </c:pt>
                <c:pt idx="795">
                  <c:v>487.07040000000001</c:v>
                </c:pt>
                <c:pt idx="796">
                  <c:v>490.11840000000001</c:v>
                </c:pt>
                <c:pt idx="797">
                  <c:v>489.20400000000001</c:v>
                </c:pt>
                <c:pt idx="798">
                  <c:v>655.62480000000005</c:v>
                </c:pt>
                <c:pt idx="799">
                  <c:v>644.04240000000004</c:v>
                </c:pt>
                <c:pt idx="800">
                  <c:v>690.67679999999996</c:v>
                </c:pt>
                <c:pt idx="801">
                  <c:v>682.75199999999995</c:v>
                </c:pt>
                <c:pt idx="802">
                  <c:v>690.37199999999996</c:v>
                </c:pt>
                <c:pt idx="803">
                  <c:v>665.37840000000006</c:v>
                </c:pt>
                <c:pt idx="804">
                  <c:v>693.11519999999996</c:v>
                </c:pt>
                <c:pt idx="805">
                  <c:v>694.94399999999996</c:v>
                </c:pt>
                <c:pt idx="806">
                  <c:v>693.11519999999996</c:v>
                </c:pt>
                <c:pt idx="807">
                  <c:v>694.94399999999996</c:v>
                </c:pt>
                <c:pt idx="808">
                  <c:v>701.95439999999996</c:v>
                </c:pt>
                <c:pt idx="809">
                  <c:v>695.85839999999996</c:v>
                </c:pt>
                <c:pt idx="810">
                  <c:v>713.23199999999997</c:v>
                </c:pt>
                <c:pt idx="811">
                  <c:v>700.12559999999996</c:v>
                </c:pt>
                <c:pt idx="812">
                  <c:v>708.66</c:v>
                </c:pt>
                <c:pt idx="813">
                  <c:v>744.01679999999999</c:v>
                </c:pt>
                <c:pt idx="814">
                  <c:v>734.87279999999998</c:v>
                </c:pt>
                <c:pt idx="815">
                  <c:v>725.11919999999998</c:v>
                </c:pt>
                <c:pt idx="816">
                  <c:v>749.50319999999999</c:v>
                </c:pt>
                <c:pt idx="817">
                  <c:v>737.92079999999999</c:v>
                </c:pt>
                <c:pt idx="818">
                  <c:v>770.2296</c:v>
                </c:pt>
                <c:pt idx="819">
                  <c:v>783.64080000000001</c:v>
                </c:pt>
                <c:pt idx="820">
                  <c:v>787.60320000000002</c:v>
                </c:pt>
                <c:pt idx="821">
                  <c:v>780.59280000000001</c:v>
                </c:pt>
                <c:pt idx="822">
                  <c:v>783.64080000000001</c:v>
                </c:pt>
                <c:pt idx="823">
                  <c:v>787.29840000000002</c:v>
                </c:pt>
                <c:pt idx="824">
                  <c:v>789.43200000000002</c:v>
                </c:pt>
                <c:pt idx="825">
                  <c:v>798.88080000000002</c:v>
                </c:pt>
                <c:pt idx="826">
                  <c:v>784.86</c:v>
                </c:pt>
                <c:pt idx="827">
                  <c:v>786.07920000000001</c:v>
                </c:pt>
                <c:pt idx="828">
                  <c:v>810.15840000000003</c:v>
                </c:pt>
                <c:pt idx="829">
                  <c:v>823.87440000000004</c:v>
                </c:pt>
                <c:pt idx="830">
                  <c:v>827.22720000000004</c:v>
                </c:pt>
                <c:pt idx="831">
                  <c:v>857.09760000000006</c:v>
                </c:pt>
                <c:pt idx="832">
                  <c:v>841.55280000000005</c:v>
                </c:pt>
                <c:pt idx="833">
                  <c:v>856.18320000000006</c:v>
                </c:pt>
                <c:pt idx="834">
                  <c:v>885.74879999999996</c:v>
                </c:pt>
                <c:pt idx="835">
                  <c:v>878.43359999999996</c:v>
                </c:pt>
                <c:pt idx="836">
                  <c:v>868.37519999999995</c:v>
                </c:pt>
                <c:pt idx="837">
                  <c:v>879.34799999999996</c:v>
                </c:pt>
                <c:pt idx="838">
                  <c:v>869.28959999999995</c:v>
                </c:pt>
                <c:pt idx="839">
                  <c:v>880.87199999999996</c:v>
                </c:pt>
                <c:pt idx="840">
                  <c:v>890.32079999999996</c:v>
                </c:pt>
                <c:pt idx="841">
                  <c:v>876.90959999999995</c:v>
                </c:pt>
                <c:pt idx="842">
                  <c:v>913.18079999999998</c:v>
                </c:pt>
                <c:pt idx="843">
                  <c:v>922.93439999999998</c:v>
                </c:pt>
                <c:pt idx="844">
                  <c:v>910.13279999999997</c:v>
                </c:pt>
                <c:pt idx="845">
                  <c:v>896.11199999999997</c:v>
                </c:pt>
                <c:pt idx="846">
                  <c:v>916.22879999999998</c:v>
                </c:pt>
                <c:pt idx="847">
                  <c:v>902.81759999999997</c:v>
                </c:pt>
                <c:pt idx="848">
                  <c:v>920.80079999999998</c:v>
                </c:pt>
                <c:pt idx="849">
                  <c:v>903.42719999999997</c:v>
                </c:pt>
                <c:pt idx="850">
                  <c:v>908.91359999999997</c:v>
                </c:pt>
                <c:pt idx="851">
                  <c:v>915.00959999999998</c:v>
                </c:pt>
                <c:pt idx="852">
                  <c:v>918.66719999999998</c:v>
                </c:pt>
                <c:pt idx="853">
                  <c:v>896.41679999999997</c:v>
                </c:pt>
                <c:pt idx="854">
                  <c:v>888.49199999999996</c:v>
                </c:pt>
                <c:pt idx="855">
                  <c:v>864.41279999999995</c:v>
                </c:pt>
                <c:pt idx="856">
                  <c:v>858.31679999999994</c:v>
                </c:pt>
                <c:pt idx="857">
                  <c:v>815.03520000000003</c:v>
                </c:pt>
                <c:pt idx="858">
                  <c:v>802.23360000000002</c:v>
                </c:pt>
                <c:pt idx="859">
                  <c:v>779.37360000000001</c:v>
                </c:pt>
                <c:pt idx="860">
                  <c:v>769.3152</c:v>
                </c:pt>
                <c:pt idx="861">
                  <c:v>754.9896</c:v>
                </c:pt>
                <c:pt idx="862">
                  <c:v>770.53440000000001</c:v>
                </c:pt>
                <c:pt idx="863">
                  <c:v>757.1232</c:v>
                </c:pt>
                <c:pt idx="864">
                  <c:v>774.19200000000001</c:v>
                </c:pt>
                <c:pt idx="865">
                  <c:v>761.0856</c:v>
                </c:pt>
                <c:pt idx="866">
                  <c:v>774.49680000000001</c:v>
                </c:pt>
                <c:pt idx="867">
                  <c:v>751.33199999999999</c:v>
                </c:pt>
                <c:pt idx="868">
                  <c:v>746.45519999999999</c:v>
                </c:pt>
                <c:pt idx="869">
                  <c:v>727.55759999999998</c:v>
                </c:pt>
                <c:pt idx="870">
                  <c:v>733.34879999999998</c:v>
                </c:pt>
                <c:pt idx="871">
                  <c:v>744.62639999999999</c:v>
                </c:pt>
                <c:pt idx="872">
                  <c:v>749.50319999999999</c:v>
                </c:pt>
                <c:pt idx="873">
                  <c:v>734.87279999999998</c:v>
                </c:pt>
                <c:pt idx="874">
                  <c:v>723.29039999999998</c:v>
                </c:pt>
                <c:pt idx="875">
                  <c:v>911.65679999999998</c:v>
                </c:pt>
                <c:pt idx="876">
                  <c:v>900.68399999999997</c:v>
                </c:pt>
                <c:pt idx="877">
                  <c:v>921.41039999999998</c:v>
                </c:pt>
                <c:pt idx="878">
                  <c:v>910.43759999999997</c:v>
                </c:pt>
                <c:pt idx="879">
                  <c:v>898.85519999999997</c:v>
                </c:pt>
                <c:pt idx="880">
                  <c:v>912.87599999999998</c:v>
                </c:pt>
                <c:pt idx="881">
                  <c:v>900.68399999999997</c:v>
                </c:pt>
                <c:pt idx="882">
                  <c:v>918.36239999999998</c:v>
                </c:pt>
                <c:pt idx="883">
                  <c:v>894.89279999999997</c:v>
                </c:pt>
                <c:pt idx="884">
                  <c:v>911.04719999999998</c:v>
                </c:pt>
                <c:pt idx="885">
                  <c:v>885.74879999999996</c:v>
                </c:pt>
                <c:pt idx="886">
                  <c:v>868.68</c:v>
                </c:pt>
                <c:pt idx="887">
                  <c:v>860.45039999999995</c:v>
                </c:pt>
                <c:pt idx="888">
                  <c:v>818.08320000000003</c:v>
                </c:pt>
                <c:pt idx="889">
                  <c:v>801.92880000000002</c:v>
                </c:pt>
                <c:pt idx="890">
                  <c:v>778.15440000000001</c:v>
                </c:pt>
                <c:pt idx="891">
                  <c:v>751.94159999999999</c:v>
                </c:pt>
                <c:pt idx="892">
                  <c:v>729.08159999999998</c:v>
                </c:pt>
                <c:pt idx="893">
                  <c:v>718.10879999999997</c:v>
                </c:pt>
                <c:pt idx="894">
                  <c:v>680.31359999999995</c:v>
                </c:pt>
                <c:pt idx="895">
                  <c:v>660.80640000000005</c:v>
                </c:pt>
                <c:pt idx="896">
                  <c:v>634.28880000000004</c:v>
                </c:pt>
                <c:pt idx="897">
                  <c:v>622.70640000000003</c:v>
                </c:pt>
                <c:pt idx="898">
                  <c:v>606.24720000000002</c:v>
                </c:pt>
                <c:pt idx="899">
                  <c:v>578.5104</c:v>
                </c:pt>
                <c:pt idx="900">
                  <c:v>569.0616</c:v>
                </c:pt>
                <c:pt idx="901">
                  <c:v>526.08479999999997</c:v>
                </c:pt>
                <c:pt idx="902">
                  <c:v>506.57760000000002</c:v>
                </c:pt>
                <c:pt idx="903">
                  <c:v>487.68</c:v>
                </c:pt>
                <c:pt idx="904">
                  <c:v>483.7176</c:v>
                </c:pt>
                <c:pt idx="905">
                  <c:v>484.3272</c:v>
                </c:pt>
                <c:pt idx="906">
                  <c:v>486.46080000000001</c:v>
                </c:pt>
                <c:pt idx="907">
                  <c:v>482.8032</c:v>
                </c:pt>
                <c:pt idx="908">
                  <c:v>474.2688</c:v>
                </c:pt>
                <c:pt idx="909">
                  <c:v>465.73439999999999</c:v>
                </c:pt>
                <c:pt idx="910">
                  <c:v>485.85120000000001</c:v>
                </c:pt>
                <c:pt idx="911">
                  <c:v>477.9264</c:v>
                </c:pt>
                <c:pt idx="912">
                  <c:v>452.01839999999999</c:v>
                </c:pt>
                <c:pt idx="913">
                  <c:v>423.67200000000003</c:v>
                </c:pt>
                <c:pt idx="914">
                  <c:v>395.02080000000001</c:v>
                </c:pt>
                <c:pt idx="915">
                  <c:v>369.11279999999999</c:v>
                </c:pt>
                <c:pt idx="916">
                  <c:v>319.43040000000002</c:v>
                </c:pt>
                <c:pt idx="917">
                  <c:v>289.56</c:v>
                </c:pt>
                <c:pt idx="918">
                  <c:v>263.34719999999999</c:v>
                </c:pt>
                <c:pt idx="919">
                  <c:v>241.0968</c:v>
                </c:pt>
                <c:pt idx="920">
                  <c:v>213.05520000000001</c:v>
                </c:pt>
                <c:pt idx="921">
                  <c:v>199.64400000000001</c:v>
                </c:pt>
                <c:pt idx="922">
                  <c:v>169.77359999999999</c:v>
                </c:pt>
                <c:pt idx="923">
                  <c:v>122.2248</c:v>
                </c:pt>
                <c:pt idx="924">
                  <c:v>29.5656</c:v>
                </c:pt>
                <c:pt idx="925">
                  <c:v>11.5824</c:v>
                </c:pt>
                <c:pt idx="926">
                  <c:v>184.7088</c:v>
                </c:pt>
                <c:pt idx="927">
                  <c:v>510.54</c:v>
                </c:pt>
                <c:pt idx="928">
                  <c:v>10.363200000000001</c:v>
                </c:pt>
                <c:pt idx="929">
                  <c:v>912.26639999999998</c:v>
                </c:pt>
                <c:pt idx="930">
                  <c:v>897.02639999999997</c:v>
                </c:pt>
                <c:pt idx="931">
                  <c:v>897.33119999999997</c:v>
                </c:pt>
                <c:pt idx="932">
                  <c:v>918.36239999999998</c:v>
                </c:pt>
                <c:pt idx="933">
                  <c:v>921.41039999999998</c:v>
                </c:pt>
                <c:pt idx="934">
                  <c:v>924.76319999999998</c:v>
                </c:pt>
                <c:pt idx="935">
                  <c:v>917.14319999999998</c:v>
                </c:pt>
                <c:pt idx="936">
                  <c:v>912.57119999999998</c:v>
                </c:pt>
                <c:pt idx="937">
                  <c:v>900.37919999999997</c:v>
                </c:pt>
                <c:pt idx="938">
                  <c:v>887.88239999999996</c:v>
                </c:pt>
                <c:pt idx="939">
                  <c:v>914.09519999999998</c:v>
                </c:pt>
                <c:pt idx="940">
                  <c:v>906.78</c:v>
                </c:pt>
                <c:pt idx="941">
                  <c:v>930.55439999999999</c:v>
                </c:pt>
                <c:pt idx="942">
                  <c:v>935.73599999999999</c:v>
                </c:pt>
                <c:pt idx="943">
                  <c:v>921.10559999999998</c:v>
                </c:pt>
                <c:pt idx="944">
                  <c:v>955.548</c:v>
                </c:pt>
                <c:pt idx="945">
                  <c:v>961.33920000000001</c:v>
                </c:pt>
                <c:pt idx="946">
                  <c:v>965.60640000000001</c:v>
                </c:pt>
                <c:pt idx="947">
                  <c:v>972.92160000000001</c:v>
                </c:pt>
                <c:pt idx="948">
                  <c:v>959.5104</c:v>
                </c:pt>
                <c:pt idx="949">
                  <c:v>974.14080000000001</c:v>
                </c:pt>
                <c:pt idx="950">
                  <c:v>982.06560000000002</c:v>
                </c:pt>
                <c:pt idx="951">
                  <c:v>987.85680000000002</c:v>
                </c:pt>
                <c:pt idx="952">
                  <c:v>986.63760000000002</c:v>
                </c:pt>
                <c:pt idx="953">
                  <c:v>990.6</c:v>
                </c:pt>
                <c:pt idx="954">
                  <c:v>1012.5456</c:v>
                </c:pt>
                <c:pt idx="955">
                  <c:v>1015.2888</c:v>
                </c:pt>
                <c:pt idx="956">
                  <c:v>1028.0904</c:v>
                </c:pt>
                <c:pt idx="957">
                  <c:v>1015.2888</c:v>
                </c:pt>
                <c:pt idx="958">
                  <c:v>1027.4808</c:v>
                </c:pt>
                <c:pt idx="959">
                  <c:v>1033.2719999999999</c:v>
                </c:pt>
                <c:pt idx="960">
                  <c:v>1042.4159999999999</c:v>
                </c:pt>
                <c:pt idx="961">
                  <c:v>1042.1112000000001</c:v>
                </c:pt>
                <c:pt idx="962">
                  <c:v>1023.5184</c:v>
                </c:pt>
                <c:pt idx="963">
                  <c:v>1041.1967999999999</c:v>
                </c:pt>
                <c:pt idx="964">
                  <c:v>1070.7624000000001</c:v>
                </c:pt>
                <c:pt idx="965">
                  <c:v>1053.6936000000001</c:v>
                </c:pt>
                <c:pt idx="966">
                  <c:v>1068.0192</c:v>
                </c:pt>
                <c:pt idx="967">
                  <c:v>1089.3552</c:v>
                </c:pt>
                <c:pt idx="968">
                  <c:v>1076.8584000000001</c:v>
                </c:pt>
                <c:pt idx="969">
                  <c:v>1062.8376000000001</c:v>
                </c:pt>
                <c:pt idx="970">
                  <c:v>1088.136</c:v>
                </c:pt>
                <c:pt idx="971">
                  <c:v>1106.424</c:v>
                </c:pt>
                <c:pt idx="972">
                  <c:v>1110.0816</c:v>
                </c:pt>
                <c:pt idx="973">
                  <c:v>1117.3968</c:v>
                </c:pt>
                <c:pt idx="974">
                  <c:v>1103.376</c:v>
                </c:pt>
                <c:pt idx="975">
                  <c:v>1131.4176</c:v>
                </c:pt>
                <c:pt idx="976">
                  <c:v>1123.7976000000001</c:v>
                </c:pt>
                <c:pt idx="977">
                  <c:v>1152.144</c:v>
                </c:pt>
                <c:pt idx="978">
                  <c:v>1162.8119999999999</c:v>
                </c:pt>
                <c:pt idx="979">
                  <c:v>1171.3463999999999</c:v>
                </c:pt>
                <c:pt idx="980">
                  <c:v>1182.0144</c:v>
                </c:pt>
                <c:pt idx="981">
                  <c:v>1160.0688</c:v>
                </c:pt>
                <c:pt idx="982">
                  <c:v>1164.0311999999999</c:v>
                </c:pt>
                <c:pt idx="983">
                  <c:v>1178.0519999999999</c:v>
                </c:pt>
                <c:pt idx="984">
                  <c:v>1184.1479999999999</c:v>
                </c:pt>
                <c:pt idx="985">
                  <c:v>1187.8055999999999</c:v>
                </c:pt>
                <c:pt idx="986">
                  <c:v>1197.5591999999999</c:v>
                </c:pt>
                <c:pt idx="987">
                  <c:v>1179.8807999999999</c:v>
                </c:pt>
                <c:pt idx="988">
                  <c:v>1198.4736</c:v>
                </c:pt>
                <c:pt idx="989">
                  <c:v>1213.104</c:v>
                </c:pt>
                <c:pt idx="990">
                  <c:v>1202.4359999999999</c:v>
                </c:pt>
                <c:pt idx="991">
                  <c:v>1182.3191999999999</c:v>
                </c:pt>
                <c:pt idx="992">
                  <c:v>1159.7639999999999</c:v>
                </c:pt>
                <c:pt idx="993">
                  <c:v>1082.6496</c:v>
                </c:pt>
                <c:pt idx="994">
                  <c:v>1058.2655999999999</c:v>
                </c:pt>
                <c:pt idx="995">
                  <c:v>1024.4328</c:v>
                </c:pt>
                <c:pt idx="996">
                  <c:v>991.81920000000002</c:v>
                </c:pt>
                <c:pt idx="997">
                  <c:v>949.7568</c:v>
                </c:pt>
                <c:pt idx="998">
                  <c:v>925.98239999999998</c:v>
                </c:pt>
                <c:pt idx="999">
                  <c:v>1228.6487999999999</c:v>
                </c:pt>
                <c:pt idx="1000">
                  <c:v>1250.2896000000001</c:v>
                </c:pt>
                <c:pt idx="1001">
                  <c:v>1261.2624000000001</c:v>
                </c:pt>
                <c:pt idx="1002">
                  <c:v>1242.06</c:v>
                </c:pt>
                <c:pt idx="1003">
                  <c:v>1257.3</c:v>
                </c:pt>
                <c:pt idx="1004">
                  <c:v>1252.7280000000001</c:v>
                </c:pt>
                <c:pt idx="1005">
                  <c:v>1266.7488000000001</c:v>
                </c:pt>
                <c:pt idx="1006">
                  <c:v>1271.6256000000001</c:v>
                </c:pt>
                <c:pt idx="1007">
                  <c:v>1274.0640000000001</c:v>
                </c:pt>
                <c:pt idx="1008">
                  <c:v>1261.5672</c:v>
                </c:pt>
                <c:pt idx="1009">
                  <c:v>1281.0744</c:v>
                </c:pt>
                <c:pt idx="1010">
                  <c:v>1262.4816000000001</c:v>
                </c:pt>
                <c:pt idx="1011">
                  <c:v>1272.8448000000001</c:v>
                </c:pt>
                <c:pt idx="1012">
                  <c:v>1289.9136000000001</c:v>
                </c:pt>
                <c:pt idx="1013">
                  <c:v>1299.6672000000001</c:v>
                </c:pt>
                <c:pt idx="1014">
                  <c:v>1280.1600000000001</c:v>
                </c:pt>
                <c:pt idx="1015">
                  <c:v>1280.4648</c:v>
                </c:pt>
                <c:pt idx="1016">
                  <c:v>1296.3144</c:v>
                </c:pt>
                <c:pt idx="1017">
                  <c:v>1300.2768000000001</c:v>
                </c:pt>
                <c:pt idx="1018">
                  <c:v>1299.972</c:v>
                </c:pt>
                <c:pt idx="1019">
                  <c:v>1330.452</c:v>
                </c:pt>
                <c:pt idx="1020">
                  <c:v>1329.2328</c:v>
                </c:pt>
                <c:pt idx="1021">
                  <c:v>1333.8047999999999</c:v>
                </c:pt>
                <c:pt idx="1022">
                  <c:v>1340.2056</c:v>
                </c:pt>
                <c:pt idx="1023">
                  <c:v>1338.6815999999999</c:v>
                </c:pt>
                <c:pt idx="1024">
                  <c:v>1351.788</c:v>
                </c:pt>
                <c:pt idx="1025">
                  <c:v>1359.1032</c:v>
                </c:pt>
                <c:pt idx="1026">
                  <c:v>1371.6</c:v>
                </c:pt>
                <c:pt idx="1027">
                  <c:v>1356.6648</c:v>
                </c:pt>
                <c:pt idx="1028">
                  <c:v>1372.5144</c:v>
                </c:pt>
                <c:pt idx="1029">
                  <c:v>1385.6207999999999</c:v>
                </c:pt>
                <c:pt idx="1030">
                  <c:v>1392.6312</c:v>
                </c:pt>
                <c:pt idx="1031">
                  <c:v>1379.22</c:v>
                </c:pt>
                <c:pt idx="1032">
                  <c:v>1395.0696</c:v>
                </c:pt>
                <c:pt idx="1033">
                  <c:v>1397.8127999999999</c:v>
                </c:pt>
                <c:pt idx="1034">
                  <c:v>1406.3471999999999</c:v>
                </c:pt>
                <c:pt idx="1035">
                  <c:v>1393.2408</c:v>
                </c:pt>
                <c:pt idx="1036">
                  <c:v>1410.6143999999999</c:v>
                </c:pt>
                <c:pt idx="1037">
                  <c:v>1425.2447999999999</c:v>
                </c:pt>
                <c:pt idx="1038">
                  <c:v>1428.2927999999999</c:v>
                </c:pt>
                <c:pt idx="1039">
                  <c:v>1418.5391999999999</c:v>
                </c:pt>
                <c:pt idx="1040">
                  <c:v>1408.4808</c:v>
                </c:pt>
                <c:pt idx="1041">
                  <c:v>1428.2927999999999</c:v>
                </c:pt>
                <c:pt idx="1042">
                  <c:v>1436.8271999999999</c:v>
                </c:pt>
                <c:pt idx="1043">
                  <c:v>1452.0672</c:v>
                </c:pt>
                <c:pt idx="1044">
                  <c:v>1445.3616</c:v>
                </c:pt>
                <c:pt idx="1045">
                  <c:v>1436.8271999999999</c:v>
                </c:pt>
                <c:pt idx="1046">
                  <c:v>1426.7688000000001</c:v>
                </c:pt>
                <c:pt idx="1047">
                  <c:v>1449.0192</c:v>
                </c:pt>
                <c:pt idx="1048">
                  <c:v>1455.42</c:v>
                </c:pt>
                <c:pt idx="1049">
                  <c:v>1466.088</c:v>
                </c:pt>
                <c:pt idx="1050">
                  <c:v>1456.944</c:v>
                </c:pt>
                <c:pt idx="1051">
                  <c:v>1460.2968000000001</c:v>
                </c:pt>
                <c:pt idx="1052">
                  <c:v>1463.9544000000001</c:v>
                </c:pt>
                <c:pt idx="1053">
                  <c:v>1477.3656000000001</c:v>
                </c:pt>
                <c:pt idx="1054">
                  <c:v>1467.6120000000001</c:v>
                </c:pt>
                <c:pt idx="1055">
                  <c:v>1477.6704</c:v>
                </c:pt>
                <c:pt idx="1056">
                  <c:v>1489.8624</c:v>
                </c:pt>
                <c:pt idx="1057">
                  <c:v>1495.0440000000001</c:v>
                </c:pt>
                <c:pt idx="1058">
                  <c:v>1507.5408</c:v>
                </c:pt>
                <c:pt idx="1059">
                  <c:v>1490.7768000000001</c:v>
                </c:pt>
                <c:pt idx="1060">
                  <c:v>1506.6264000000001</c:v>
                </c:pt>
                <c:pt idx="1061">
                  <c:v>1483.1568</c:v>
                </c:pt>
                <c:pt idx="1062">
                  <c:v>1503.8832</c:v>
                </c:pt>
                <c:pt idx="1063">
                  <c:v>1521.5616</c:v>
                </c:pt>
                <c:pt idx="1064">
                  <c:v>1527.048</c:v>
                </c:pt>
                <c:pt idx="1065">
                  <c:v>1502.664</c:v>
                </c:pt>
                <c:pt idx="1066">
                  <c:v>1529.4864</c:v>
                </c:pt>
                <c:pt idx="1067">
                  <c:v>1505.1024</c:v>
                </c:pt>
                <c:pt idx="1068">
                  <c:v>1524.9143999999999</c:v>
                </c:pt>
                <c:pt idx="1069">
                  <c:v>1516.9896000000001</c:v>
                </c:pt>
                <c:pt idx="1070">
                  <c:v>1486.5096000000001</c:v>
                </c:pt>
                <c:pt idx="1071">
                  <c:v>1473.7080000000001</c:v>
                </c:pt>
                <c:pt idx="1072">
                  <c:v>1450.5432000000001</c:v>
                </c:pt>
                <c:pt idx="1073">
                  <c:v>1434.0840000000001</c:v>
                </c:pt>
                <c:pt idx="1074">
                  <c:v>1416.1007999999999</c:v>
                </c:pt>
                <c:pt idx="1075">
                  <c:v>1394.46</c:v>
                </c:pt>
                <c:pt idx="1076">
                  <c:v>1383.7919999999999</c:v>
                </c:pt>
                <c:pt idx="1077">
                  <c:v>1356.0552</c:v>
                </c:pt>
                <c:pt idx="1078">
                  <c:v>1311.2496000000001</c:v>
                </c:pt>
                <c:pt idx="1079">
                  <c:v>1290.828</c:v>
                </c:pt>
                <c:pt idx="1080">
                  <c:v>1256.3856000000001</c:v>
                </c:pt>
                <c:pt idx="1081">
                  <c:v>1235.3543999999999</c:v>
                </c:pt>
                <c:pt idx="1082">
                  <c:v>1543.5072</c:v>
                </c:pt>
                <c:pt idx="1083">
                  <c:v>1550.5175999999999</c:v>
                </c:pt>
                <c:pt idx="1084">
                  <c:v>1539.8496</c:v>
                </c:pt>
                <c:pt idx="1085">
                  <c:v>1528.5719999999999</c:v>
                </c:pt>
                <c:pt idx="1086">
                  <c:v>1549.2983999999999</c:v>
                </c:pt>
                <c:pt idx="1087">
                  <c:v>1562.4048</c:v>
                </c:pt>
                <c:pt idx="1088">
                  <c:v>1552.0416</c:v>
                </c:pt>
                <c:pt idx="1089">
                  <c:v>1566.672</c:v>
                </c:pt>
                <c:pt idx="1090">
                  <c:v>1578.864</c:v>
                </c:pt>
                <c:pt idx="1091">
                  <c:v>1584.6551999999999</c:v>
                </c:pt>
                <c:pt idx="1092">
                  <c:v>1575.2064</c:v>
                </c:pt>
                <c:pt idx="1093">
                  <c:v>1565.4528</c:v>
                </c:pt>
                <c:pt idx="1094">
                  <c:v>1602.0288</c:v>
                </c:pt>
                <c:pt idx="1095">
                  <c:v>1591.9703999999999</c:v>
                </c:pt>
                <c:pt idx="1096">
                  <c:v>1581.3024</c:v>
                </c:pt>
                <c:pt idx="1097">
                  <c:v>1608.1248000000001</c:v>
                </c:pt>
                <c:pt idx="1098">
                  <c:v>1609.6487999999999</c:v>
                </c:pt>
                <c:pt idx="1099">
                  <c:v>1613.6112000000001</c:v>
                </c:pt>
                <c:pt idx="1100">
                  <c:v>1602.6384</c:v>
                </c:pt>
                <c:pt idx="1101">
                  <c:v>1607.5152</c:v>
                </c:pt>
                <c:pt idx="1102">
                  <c:v>1606.9056</c:v>
                </c:pt>
                <c:pt idx="1103">
                  <c:v>1591.3607999999999</c:v>
                </c:pt>
                <c:pt idx="1104">
                  <c:v>1554.1751999999999</c:v>
                </c:pt>
                <c:pt idx="1105">
                  <c:v>1538.9351999999999</c:v>
                </c:pt>
                <c:pt idx="1106">
                  <c:v>1604.1623999999999</c:v>
                </c:pt>
                <c:pt idx="1107">
                  <c:v>1605.6864</c:v>
                </c:pt>
                <c:pt idx="1108">
                  <c:v>1607.2103999999999</c:v>
                </c:pt>
                <c:pt idx="1109">
                  <c:v>1604.7719999999999</c:v>
                </c:pt>
                <c:pt idx="1110">
                  <c:v>1597.4567999999999</c:v>
                </c:pt>
                <c:pt idx="1111">
                  <c:v>1576.4256</c:v>
                </c:pt>
                <c:pt idx="1112">
                  <c:v>1560.2711999999999</c:v>
                </c:pt>
                <c:pt idx="1113">
                  <c:v>1519.4280000000001</c:v>
                </c:pt>
                <c:pt idx="1114">
                  <c:v>1503.2736</c:v>
                </c:pt>
                <c:pt idx="1115">
                  <c:v>1456.944</c:v>
                </c:pt>
                <c:pt idx="1116">
                  <c:v>1442.9232</c:v>
                </c:pt>
                <c:pt idx="1117">
                  <c:v>1401.1656</c:v>
                </c:pt>
                <c:pt idx="1118">
                  <c:v>1386.84</c:v>
                </c:pt>
                <c:pt idx="1119">
                  <c:v>1350.8735999999999</c:v>
                </c:pt>
                <c:pt idx="1120">
                  <c:v>1321.0032000000001</c:v>
                </c:pt>
                <c:pt idx="1121">
                  <c:v>1292.0472</c:v>
                </c:pt>
                <c:pt idx="1122">
                  <c:v>1275.2832000000001</c:v>
                </c:pt>
                <c:pt idx="1123">
                  <c:v>1236.8784000000001</c:v>
                </c:pt>
                <c:pt idx="1124">
                  <c:v>1224.3815999999999</c:v>
                </c:pt>
                <c:pt idx="1125">
                  <c:v>1198.4736</c:v>
                </c:pt>
                <c:pt idx="1126">
                  <c:v>1182.624</c:v>
                </c:pt>
                <c:pt idx="1127">
                  <c:v>1164.336</c:v>
                </c:pt>
                <c:pt idx="1128">
                  <c:v>1139.0376000000001</c:v>
                </c:pt>
                <c:pt idx="1129">
                  <c:v>1121.664</c:v>
                </c:pt>
                <c:pt idx="1130">
                  <c:v>1107.9480000000001</c:v>
                </c:pt>
                <c:pt idx="1131">
                  <c:v>1082.9544000000001</c:v>
                </c:pt>
                <c:pt idx="1132">
                  <c:v>1063.752</c:v>
                </c:pt>
                <c:pt idx="1133">
                  <c:v>1046.0735999999999</c:v>
                </c:pt>
                <c:pt idx="1134">
                  <c:v>1023.2136</c:v>
                </c:pt>
                <c:pt idx="1135">
                  <c:v>1028.0904</c:v>
                </c:pt>
                <c:pt idx="1136">
                  <c:v>975.96960000000001</c:v>
                </c:pt>
                <c:pt idx="1137">
                  <c:v>956.4624</c:v>
                </c:pt>
                <c:pt idx="1138">
                  <c:v>940.30799999999999</c:v>
                </c:pt>
                <c:pt idx="1139">
                  <c:v>926.28719999999998</c:v>
                </c:pt>
                <c:pt idx="1140">
                  <c:v>914.09519999999998</c:v>
                </c:pt>
                <c:pt idx="1141">
                  <c:v>889.71119999999996</c:v>
                </c:pt>
                <c:pt idx="1142">
                  <c:v>853.44</c:v>
                </c:pt>
                <c:pt idx="1143">
                  <c:v>845.82</c:v>
                </c:pt>
                <c:pt idx="1144">
                  <c:v>808.63440000000003</c:v>
                </c:pt>
                <c:pt idx="1145">
                  <c:v>783.94560000000001</c:v>
                </c:pt>
                <c:pt idx="1146">
                  <c:v>720.24239999999998</c:v>
                </c:pt>
                <c:pt idx="1147">
                  <c:v>657.45360000000005</c:v>
                </c:pt>
                <c:pt idx="1148">
                  <c:v>642.82320000000004</c:v>
                </c:pt>
                <c:pt idx="1149">
                  <c:v>560.83199999999999</c:v>
                </c:pt>
                <c:pt idx="1150">
                  <c:v>546.20159999999998</c:v>
                </c:pt>
                <c:pt idx="1151">
                  <c:v>532.18079999999998</c:v>
                </c:pt>
                <c:pt idx="1152">
                  <c:v>477.012</c:v>
                </c:pt>
                <c:pt idx="1153">
                  <c:v>464.82</c:v>
                </c:pt>
                <c:pt idx="1154">
                  <c:v>410.56560000000002</c:v>
                </c:pt>
                <c:pt idx="1155">
                  <c:v>379.7808</c:v>
                </c:pt>
                <c:pt idx="1156">
                  <c:v>353.26319999999998</c:v>
                </c:pt>
                <c:pt idx="1157">
                  <c:v>328.87920000000003</c:v>
                </c:pt>
                <c:pt idx="1158">
                  <c:v>295.04640000000001</c:v>
                </c:pt>
                <c:pt idx="1159">
                  <c:v>257.86079999999998</c:v>
                </c:pt>
                <c:pt idx="1160">
                  <c:v>242.0112</c:v>
                </c:pt>
                <c:pt idx="1161">
                  <c:v>206.34960000000001</c:v>
                </c:pt>
                <c:pt idx="1162">
                  <c:v>157.27680000000001</c:v>
                </c:pt>
                <c:pt idx="1163">
                  <c:v>113.9952</c:v>
                </c:pt>
                <c:pt idx="1164">
                  <c:v>63.093600000000002</c:v>
                </c:pt>
                <c:pt idx="1165">
                  <c:v>35.9664</c:v>
                </c:pt>
                <c:pt idx="1166">
                  <c:v>20.726400000000002</c:v>
                </c:pt>
                <c:pt idx="1167">
                  <c:v>14.6304</c:v>
                </c:pt>
                <c:pt idx="1168">
                  <c:v>1.2192000000000001</c:v>
                </c:pt>
                <c:pt idx="1169">
                  <c:v>1179.2711999999999</c:v>
                </c:pt>
                <c:pt idx="1170">
                  <c:v>1209.4464</c:v>
                </c:pt>
                <c:pt idx="1171">
                  <c:v>1615.44</c:v>
                </c:pt>
                <c:pt idx="1172">
                  <c:v>1614.5255999999999</c:v>
                </c:pt>
                <c:pt idx="1173">
                  <c:v>1614.8304000000001</c:v>
                </c:pt>
                <c:pt idx="1174">
                  <c:v>1605.9911999999999</c:v>
                </c:pt>
                <c:pt idx="1175">
                  <c:v>1607.82</c:v>
                </c:pt>
                <c:pt idx="1176">
                  <c:v>1610.8679999999999</c:v>
                </c:pt>
                <c:pt idx="1177">
                  <c:v>1611.1728000000001</c:v>
                </c:pt>
                <c:pt idx="1178">
                  <c:v>1613.0016000000001</c:v>
                </c:pt>
                <c:pt idx="1179">
                  <c:v>1612.0871999999999</c:v>
                </c:pt>
                <c:pt idx="1180">
                  <c:v>1605.6864</c:v>
                </c:pt>
                <c:pt idx="1181">
                  <c:v>1588.3127999999999</c:v>
                </c:pt>
                <c:pt idx="1182">
                  <c:v>1568.5008</c:v>
                </c:pt>
                <c:pt idx="1183">
                  <c:v>1543.5072</c:v>
                </c:pt>
                <c:pt idx="1184">
                  <c:v>1518.2088000000001</c:v>
                </c:pt>
                <c:pt idx="1185">
                  <c:v>1503.8832</c:v>
                </c:pt>
                <c:pt idx="1186">
                  <c:v>1488.6432</c:v>
                </c:pt>
                <c:pt idx="1187">
                  <c:v>1476.7560000000001</c:v>
                </c:pt>
                <c:pt idx="1188">
                  <c:v>1461.2112</c:v>
                </c:pt>
                <c:pt idx="1189">
                  <c:v>1455.7248</c:v>
                </c:pt>
                <c:pt idx="1190">
                  <c:v>1440.7896000000001</c:v>
                </c:pt>
                <c:pt idx="1191">
                  <c:v>1427.0735999999999</c:v>
                </c:pt>
                <c:pt idx="1192">
                  <c:v>1415.4911999999999</c:v>
                </c:pt>
                <c:pt idx="1193">
                  <c:v>1400.2511999999999</c:v>
                </c:pt>
                <c:pt idx="1194">
                  <c:v>1389.5832</c:v>
                </c:pt>
                <c:pt idx="1195">
                  <c:v>1374.3432</c:v>
                </c:pt>
                <c:pt idx="1196">
                  <c:v>1365.8088</c:v>
                </c:pt>
                <c:pt idx="1197">
                  <c:v>1350.8735999999999</c:v>
                </c:pt>
                <c:pt idx="1198">
                  <c:v>1334.1096</c:v>
                </c:pt>
                <c:pt idx="1199">
                  <c:v>1321.9176</c:v>
                </c:pt>
                <c:pt idx="1200">
                  <c:v>1303.3248000000001</c:v>
                </c:pt>
                <c:pt idx="1201">
                  <c:v>1287.78</c:v>
                </c:pt>
                <c:pt idx="1202">
                  <c:v>1275.2832000000001</c:v>
                </c:pt>
                <c:pt idx="1203">
                  <c:v>1259.7384</c:v>
                </c:pt>
                <c:pt idx="1204">
                  <c:v>1243.2791999999999</c:v>
                </c:pt>
                <c:pt idx="1205">
                  <c:v>1228.9536000000001</c:v>
                </c:pt>
                <c:pt idx="1206">
                  <c:v>1217.3712</c:v>
                </c:pt>
                <c:pt idx="1207">
                  <c:v>1201.8263999999999</c:v>
                </c:pt>
                <c:pt idx="1208">
                  <c:v>1191.1584</c:v>
                </c:pt>
                <c:pt idx="1209">
                  <c:v>1175.9184</c:v>
                </c:pt>
                <c:pt idx="1210">
                  <c:v>1164.6407999999999</c:v>
                </c:pt>
                <c:pt idx="1211">
                  <c:v>1149.7056</c:v>
                </c:pt>
                <c:pt idx="1212">
                  <c:v>1134.7704000000001</c:v>
                </c:pt>
                <c:pt idx="1213">
                  <c:v>1119.8352</c:v>
                </c:pt>
                <c:pt idx="1214">
                  <c:v>1103.9856</c:v>
                </c:pt>
                <c:pt idx="1215">
                  <c:v>1088.7456</c:v>
                </c:pt>
                <c:pt idx="1216">
                  <c:v>1071.0672</c:v>
                </c:pt>
                <c:pt idx="1217">
                  <c:v>1061.3136</c:v>
                </c:pt>
                <c:pt idx="1218">
                  <c:v>1044.8543999999999</c:v>
                </c:pt>
                <c:pt idx="1219">
                  <c:v>1022.604</c:v>
                </c:pt>
                <c:pt idx="1220">
                  <c:v>997.61040000000003</c:v>
                </c:pt>
                <c:pt idx="1221">
                  <c:v>996.69600000000003</c:v>
                </c:pt>
                <c:pt idx="1222">
                  <c:v>982.06560000000002</c:v>
                </c:pt>
                <c:pt idx="1223">
                  <c:v>973.83600000000001</c:v>
                </c:pt>
                <c:pt idx="1224">
                  <c:v>959.8152</c:v>
                </c:pt>
                <c:pt idx="1225">
                  <c:v>950.6712</c:v>
                </c:pt>
                <c:pt idx="1226">
                  <c:v>944.2704</c:v>
                </c:pt>
                <c:pt idx="1227">
                  <c:v>925.06799999999998</c:v>
                </c:pt>
                <c:pt idx="1228">
                  <c:v>913.79039999999998</c:v>
                </c:pt>
                <c:pt idx="1229">
                  <c:v>890.32079999999996</c:v>
                </c:pt>
                <c:pt idx="1230">
                  <c:v>889.10159999999996</c:v>
                </c:pt>
                <c:pt idx="1231">
                  <c:v>839.72400000000005</c:v>
                </c:pt>
                <c:pt idx="1232">
                  <c:v>830.58</c:v>
                </c:pt>
                <c:pt idx="1233">
                  <c:v>791.26080000000002</c:v>
                </c:pt>
                <c:pt idx="1234">
                  <c:v>721.46159999999998</c:v>
                </c:pt>
                <c:pt idx="1235">
                  <c:v>709.26959999999997</c:v>
                </c:pt>
                <c:pt idx="1236">
                  <c:v>660.50160000000005</c:v>
                </c:pt>
                <c:pt idx="1237">
                  <c:v>637.03200000000004</c:v>
                </c:pt>
                <c:pt idx="1238">
                  <c:v>626.36400000000003</c:v>
                </c:pt>
                <c:pt idx="1239">
                  <c:v>594.96960000000001</c:v>
                </c:pt>
                <c:pt idx="1240">
                  <c:v>487.98480000000001</c:v>
                </c:pt>
                <c:pt idx="1241">
                  <c:v>467.56319999999999</c:v>
                </c:pt>
                <c:pt idx="1242">
                  <c:v>441.65519999999998</c:v>
                </c:pt>
                <c:pt idx="1243">
                  <c:v>414.83280000000002</c:v>
                </c:pt>
                <c:pt idx="1244">
                  <c:v>397.45920000000001</c:v>
                </c:pt>
                <c:pt idx="1245">
                  <c:v>316.68720000000002</c:v>
                </c:pt>
                <c:pt idx="1246">
                  <c:v>301.75200000000001</c:v>
                </c:pt>
                <c:pt idx="1247">
                  <c:v>231.648</c:v>
                </c:pt>
                <c:pt idx="1248">
                  <c:v>222.80879999999999</c:v>
                </c:pt>
                <c:pt idx="1249">
                  <c:v>159.71520000000001</c:v>
                </c:pt>
                <c:pt idx="1250">
                  <c:v>137.7696</c:v>
                </c:pt>
                <c:pt idx="1251">
                  <c:v>80.162400000000005</c:v>
                </c:pt>
                <c:pt idx="1252">
                  <c:v>44.500799999999998</c:v>
                </c:pt>
                <c:pt idx="1253">
                  <c:v>28.346399999999999</c:v>
                </c:pt>
                <c:pt idx="1254">
                  <c:v>13.715999999999999</c:v>
                </c:pt>
                <c:pt idx="1255">
                  <c:v>144.1704</c:v>
                </c:pt>
                <c:pt idx="1256">
                  <c:v>866.24159999999995</c:v>
                </c:pt>
                <c:pt idx="1257">
                  <c:v>832.40880000000004</c:v>
                </c:pt>
                <c:pt idx="1258">
                  <c:v>832.10400000000004</c:v>
                </c:pt>
                <c:pt idx="1259">
                  <c:v>602.28480000000002</c:v>
                </c:pt>
                <c:pt idx="1260">
                  <c:v>556.86959999999999</c:v>
                </c:pt>
                <c:pt idx="1261">
                  <c:v>523.03679999999997</c:v>
                </c:pt>
                <c:pt idx="1262">
                  <c:v>488.28960000000001</c:v>
                </c:pt>
                <c:pt idx="1263">
                  <c:v>465.42959999999999</c:v>
                </c:pt>
                <c:pt idx="1264">
                  <c:v>437.08319999999998</c:v>
                </c:pt>
                <c:pt idx="1265">
                  <c:v>375.8184</c:v>
                </c:pt>
                <c:pt idx="1266">
                  <c:v>360.57839999999999</c:v>
                </c:pt>
                <c:pt idx="1267">
                  <c:v>340.15679999999998</c:v>
                </c:pt>
                <c:pt idx="1268">
                  <c:v>216.10319999999999</c:v>
                </c:pt>
                <c:pt idx="1269">
                  <c:v>151.48560000000001</c:v>
                </c:pt>
                <c:pt idx="1270">
                  <c:v>97.231200000000001</c:v>
                </c:pt>
                <c:pt idx="1271">
                  <c:v>95.7072</c:v>
                </c:pt>
                <c:pt idx="1272">
                  <c:v>6.4008000000000003</c:v>
                </c:pt>
                <c:pt idx="1273">
                  <c:v>3.6576</c:v>
                </c:pt>
                <c:pt idx="1274">
                  <c:v>6.4008000000000003</c:v>
                </c:pt>
                <c:pt idx="1275">
                  <c:v>4.8768000000000002</c:v>
                </c:pt>
                <c:pt idx="1276">
                  <c:v>116.4336</c:v>
                </c:pt>
                <c:pt idx="1277">
                  <c:v>1614.8304000000001</c:v>
                </c:pt>
                <c:pt idx="1278">
                  <c:v>1615.1351999999999</c:v>
                </c:pt>
                <c:pt idx="1279">
                  <c:v>1622.1456000000001</c:v>
                </c:pt>
                <c:pt idx="1280">
                  <c:v>1616.0496000000001</c:v>
                </c:pt>
                <c:pt idx="1281">
                  <c:v>1637.6904</c:v>
                </c:pt>
                <c:pt idx="1282">
                  <c:v>1629.4608000000001</c:v>
                </c:pt>
                <c:pt idx="1283">
                  <c:v>1636.7760000000001</c:v>
                </c:pt>
                <c:pt idx="1284">
                  <c:v>1640.7384</c:v>
                </c:pt>
                <c:pt idx="1285">
                  <c:v>1650.1872000000001</c:v>
                </c:pt>
                <c:pt idx="1286">
                  <c:v>1640.1288</c:v>
                </c:pt>
                <c:pt idx="1287">
                  <c:v>1652.3208</c:v>
                </c:pt>
                <c:pt idx="1288">
                  <c:v>1660.8552</c:v>
                </c:pt>
                <c:pt idx="1289">
                  <c:v>1673.3520000000001</c:v>
                </c:pt>
                <c:pt idx="1290">
                  <c:v>1663.5984000000001</c:v>
                </c:pt>
                <c:pt idx="1291">
                  <c:v>1653.2352000000001</c:v>
                </c:pt>
                <c:pt idx="1292">
                  <c:v>1676.0952</c:v>
                </c:pt>
                <c:pt idx="1293">
                  <c:v>1668.78</c:v>
                </c:pt>
                <c:pt idx="1294">
                  <c:v>1678.2288000000001</c:v>
                </c:pt>
                <c:pt idx="1295">
                  <c:v>1689.5064</c:v>
                </c:pt>
                <c:pt idx="1296">
                  <c:v>1679.7528</c:v>
                </c:pt>
                <c:pt idx="1297">
                  <c:v>1669.9992</c:v>
                </c:pt>
                <c:pt idx="1298">
                  <c:v>1693.164</c:v>
                </c:pt>
                <c:pt idx="1299">
                  <c:v>1701.6984</c:v>
                </c:pt>
                <c:pt idx="1300">
                  <c:v>1713.8904</c:v>
                </c:pt>
                <c:pt idx="1301">
                  <c:v>1702.0032000000001</c:v>
                </c:pt>
                <c:pt idx="1302">
                  <c:v>1689.5064</c:v>
                </c:pt>
                <c:pt idx="1303">
                  <c:v>1711.452</c:v>
                </c:pt>
                <c:pt idx="1304">
                  <c:v>1722.7295999999999</c:v>
                </c:pt>
                <c:pt idx="1305">
                  <c:v>1734.9215999999999</c:v>
                </c:pt>
                <c:pt idx="1306">
                  <c:v>1721.2056</c:v>
                </c:pt>
                <c:pt idx="1307">
                  <c:v>1706.2704000000001</c:v>
                </c:pt>
                <c:pt idx="1308">
                  <c:v>1734.0072</c:v>
                </c:pt>
                <c:pt idx="1309">
                  <c:v>1740.1032</c:v>
                </c:pt>
                <c:pt idx="1310">
                  <c:v>1724.8632</c:v>
                </c:pt>
                <c:pt idx="1311">
                  <c:v>1752.2952</c:v>
                </c:pt>
                <c:pt idx="1312">
                  <c:v>1756.5624</c:v>
                </c:pt>
                <c:pt idx="1313">
                  <c:v>1763.8776</c:v>
                </c:pt>
                <c:pt idx="1314">
                  <c:v>1752.2952</c:v>
                </c:pt>
                <c:pt idx="1315">
                  <c:v>1761.7439999999999</c:v>
                </c:pt>
                <c:pt idx="1316">
                  <c:v>1739.7983999999999</c:v>
                </c:pt>
                <c:pt idx="1317">
                  <c:v>1718.1576</c:v>
                </c:pt>
                <c:pt idx="1318">
                  <c:v>1714.8047999999999</c:v>
                </c:pt>
                <c:pt idx="1319">
                  <c:v>1691.3352</c:v>
                </c:pt>
                <c:pt idx="1320">
                  <c:v>1679.4480000000001</c:v>
                </c:pt>
                <c:pt idx="1321">
                  <c:v>1641.0432000000001</c:v>
                </c:pt>
                <c:pt idx="1322">
                  <c:v>1622.1456000000001</c:v>
                </c:pt>
                <c:pt idx="1323">
                  <c:v>1687.3728000000001</c:v>
                </c:pt>
                <c:pt idx="1324">
                  <c:v>1716.3288</c:v>
                </c:pt>
                <c:pt idx="1325">
                  <c:v>1779.4223999999999</c:v>
                </c:pt>
                <c:pt idx="1326">
                  <c:v>1782.1656</c:v>
                </c:pt>
                <c:pt idx="1327">
                  <c:v>1764.4872</c:v>
                </c:pt>
                <c:pt idx="1328">
                  <c:v>1801.9775999999999</c:v>
                </c:pt>
                <c:pt idx="1329">
                  <c:v>1787.3471999999999</c:v>
                </c:pt>
                <c:pt idx="1330">
                  <c:v>1802.5871999999999</c:v>
                </c:pt>
                <c:pt idx="1331">
                  <c:v>1801.6728000000001</c:v>
                </c:pt>
                <c:pt idx="1332">
                  <c:v>1821.4848</c:v>
                </c:pt>
                <c:pt idx="1333">
                  <c:v>1819.6559999999999</c:v>
                </c:pt>
                <c:pt idx="1334">
                  <c:v>1805.6351999999999</c:v>
                </c:pt>
                <c:pt idx="1335">
                  <c:v>1846.7832000000001</c:v>
                </c:pt>
                <c:pt idx="1336">
                  <c:v>1832.4576</c:v>
                </c:pt>
                <c:pt idx="1337">
                  <c:v>1843.7352000000001</c:v>
                </c:pt>
                <c:pt idx="1338">
                  <c:v>1850.7456</c:v>
                </c:pt>
                <c:pt idx="1339">
                  <c:v>1865.6808000000001</c:v>
                </c:pt>
                <c:pt idx="1340">
                  <c:v>1855.6224</c:v>
                </c:pt>
                <c:pt idx="1341">
                  <c:v>1844.9544000000001</c:v>
                </c:pt>
                <c:pt idx="1342">
                  <c:v>1860.8040000000001</c:v>
                </c:pt>
                <c:pt idx="1343">
                  <c:v>1871.7768000000001</c:v>
                </c:pt>
                <c:pt idx="1344">
                  <c:v>1885.4928</c:v>
                </c:pt>
                <c:pt idx="1345">
                  <c:v>1863.2424000000001</c:v>
                </c:pt>
                <c:pt idx="1346">
                  <c:v>1883.0544</c:v>
                </c:pt>
                <c:pt idx="1347">
                  <c:v>1879.3968</c:v>
                </c:pt>
                <c:pt idx="1348">
                  <c:v>1890.6744000000001</c:v>
                </c:pt>
                <c:pt idx="1349">
                  <c:v>1894.3320000000001</c:v>
                </c:pt>
                <c:pt idx="1350">
                  <c:v>1879.3968</c:v>
                </c:pt>
                <c:pt idx="1351">
                  <c:v>1902.5616</c:v>
                </c:pt>
                <c:pt idx="1352">
                  <c:v>1913.8391999999999</c:v>
                </c:pt>
                <c:pt idx="1353">
                  <c:v>1923.288</c:v>
                </c:pt>
                <c:pt idx="1354">
                  <c:v>1904.6952000000001</c:v>
                </c:pt>
                <c:pt idx="1355">
                  <c:v>1922.0688</c:v>
                </c:pt>
                <c:pt idx="1356">
                  <c:v>1936.6992</c:v>
                </c:pt>
                <c:pt idx="1357">
                  <c:v>1928.7744</c:v>
                </c:pt>
                <c:pt idx="1358">
                  <c:v>1892.808</c:v>
                </c:pt>
                <c:pt idx="1359">
                  <c:v>1864.1568</c:v>
                </c:pt>
                <c:pt idx="1360">
                  <c:v>1819.3512000000001</c:v>
                </c:pt>
                <c:pt idx="1361">
                  <c:v>1779.4223999999999</c:v>
                </c:pt>
                <c:pt idx="1362">
                  <c:v>1733.3976</c:v>
                </c:pt>
                <c:pt idx="1363">
                  <c:v>1682.8008</c:v>
                </c:pt>
                <c:pt idx="1364">
                  <c:v>1627.3271999999999</c:v>
                </c:pt>
                <c:pt idx="1365">
                  <c:v>1532.8391999999999</c:v>
                </c:pt>
                <c:pt idx="1366">
                  <c:v>1512.7224000000001</c:v>
                </c:pt>
                <c:pt idx="1367">
                  <c:v>1350.8735999999999</c:v>
                </c:pt>
                <c:pt idx="1368">
                  <c:v>1330.7568000000001</c:v>
                </c:pt>
                <c:pt idx="1369">
                  <c:v>1306.9824000000001</c:v>
                </c:pt>
                <c:pt idx="1370">
                  <c:v>1279.2456</c:v>
                </c:pt>
                <c:pt idx="1371">
                  <c:v>1119.5304000000001</c:v>
                </c:pt>
                <c:pt idx="1372">
                  <c:v>1105.2048</c:v>
                </c:pt>
                <c:pt idx="1373">
                  <c:v>1022.604</c:v>
                </c:pt>
                <c:pt idx="1374">
                  <c:v>970.78800000000001</c:v>
                </c:pt>
                <c:pt idx="1375">
                  <c:v>898.55039999999997</c:v>
                </c:pt>
                <c:pt idx="1376">
                  <c:v>829.66560000000004</c:v>
                </c:pt>
                <c:pt idx="1377">
                  <c:v>793.69920000000002</c:v>
                </c:pt>
                <c:pt idx="1378">
                  <c:v>685.49519999999995</c:v>
                </c:pt>
                <c:pt idx="1379">
                  <c:v>619.04880000000003</c:v>
                </c:pt>
                <c:pt idx="1380">
                  <c:v>560.83199999999999</c:v>
                </c:pt>
                <c:pt idx="1381">
                  <c:v>523.03679999999997</c:v>
                </c:pt>
                <c:pt idx="1382">
                  <c:v>492.55680000000001</c:v>
                </c:pt>
                <c:pt idx="1383">
                  <c:v>426.72</c:v>
                </c:pt>
                <c:pt idx="1384">
                  <c:v>362.10239999999999</c:v>
                </c:pt>
                <c:pt idx="1385">
                  <c:v>309.67680000000001</c:v>
                </c:pt>
                <c:pt idx="1386">
                  <c:v>254.50800000000001</c:v>
                </c:pt>
                <c:pt idx="1387">
                  <c:v>220.06559999999999</c:v>
                </c:pt>
                <c:pt idx="1388">
                  <c:v>163.06800000000001</c:v>
                </c:pt>
                <c:pt idx="1389">
                  <c:v>70.408799999999999</c:v>
                </c:pt>
                <c:pt idx="1390">
                  <c:v>44.195999999999998</c:v>
                </c:pt>
                <c:pt idx="1391">
                  <c:v>70.7136</c:v>
                </c:pt>
                <c:pt idx="1392">
                  <c:v>1058.2655999999999</c:v>
                </c:pt>
                <c:pt idx="1393">
                  <c:v>1052.4744000000001</c:v>
                </c:pt>
                <c:pt idx="1394">
                  <c:v>1039.9775999999999</c:v>
                </c:pt>
                <c:pt idx="1395">
                  <c:v>1048.8168000000001</c:v>
                </c:pt>
                <c:pt idx="1396">
                  <c:v>1948.2816</c:v>
                </c:pt>
                <c:pt idx="1397">
                  <c:v>1937.6135999999999</c:v>
                </c:pt>
                <c:pt idx="1398">
                  <c:v>1926.9456</c:v>
                </c:pt>
                <c:pt idx="1399">
                  <c:v>1947.9767999999999</c:v>
                </c:pt>
                <c:pt idx="1400">
                  <c:v>1967.1792</c:v>
                </c:pt>
                <c:pt idx="1401">
                  <c:v>1978.4567999999999</c:v>
                </c:pt>
                <c:pt idx="1402">
                  <c:v>1986.0768</c:v>
                </c:pt>
                <c:pt idx="1403">
                  <c:v>1991.2583999999999</c:v>
                </c:pt>
                <c:pt idx="1404">
                  <c:v>1949.8055999999999</c:v>
                </c:pt>
                <c:pt idx="1405">
                  <c:v>1922.0688</c:v>
                </c:pt>
                <c:pt idx="1406">
                  <c:v>1891.8936000000001</c:v>
                </c:pt>
                <c:pt idx="1407">
                  <c:v>1877.2632000000001</c:v>
                </c:pt>
                <c:pt idx="1408">
                  <c:v>1848.6120000000001</c:v>
                </c:pt>
                <c:pt idx="1409">
                  <c:v>1814.4744000000001</c:v>
                </c:pt>
                <c:pt idx="1410">
                  <c:v>1781.556</c:v>
                </c:pt>
                <c:pt idx="1411">
                  <c:v>1738.2744</c:v>
                </c:pt>
                <c:pt idx="1412">
                  <c:v>1734.6168</c:v>
                </c:pt>
                <c:pt idx="1413">
                  <c:v>1698.3456000000001</c:v>
                </c:pt>
                <c:pt idx="1414">
                  <c:v>1657.1976</c:v>
                </c:pt>
                <c:pt idx="1415">
                  <c:v>1630.0704000000001</c:v>
                </c:pt>
                <c:pt idx="1416">
                  <c:v>1561.7952</c:v>
                </c:pt>
                <c:pt idx="1417">
                  <c:v>1532.2295999999999</c:v>
                </c:pt>
                <c:pt idx="1418">
                  <c:v>1482.5472</c:v>
                </c:pt>
                <c:pt idx="1419">
                  <c:v>1420.0632000000001</c:v>
                </c:pt>
                <c:pt idx="1420">
                  <c:v>1416.4056</c:v>
                </c:pt>
                <c:pt idx="1421">
                  <c:v>1362.4559999999999</c:v>
                </c:pt>
                <c:pt idx="1422">
                  <c:v>1360.0175999999999</c:v>
                </c:pt>
                <c:pt idx="1423">
                  <c:v>1301.4960000000001</c:v>
                </c:pt>
                <c:pt idx="1424">
                  <c:v>1159.4592</c:v>
                </c:pt>
                <c:pt idx="1425">
                  <c:v>1109.472</c:v>
                </c:pt>
                <c:pt idx="1426">
                  <c:v>1043.94</c:v>
                </c:pt>
                <c:pt idx="1427">
                  <c:v>1042.1112000000001</c:v>
                </c:pt>
                <c:pt idx="1428">
                  <c:v>983.58960000000002</c:v>
                </c:pt>
                <c:pt idx="1429">
                  <c:v>920.49599999999998</c:v>
                </c:pt>
                <c:pt idx="1430">
                  <c:v>845.21040000000005</c:v>
                </c:pt>
                <c:pt idx="1431">
                  <c:v>818.99760000000003</c:v>
                </c:pt>
                <c:pt idx="1432">
                  <c:v>793.08960000000002</c:v>
                </c:pt>
                <c:pt idx="1433">
                  <c:v>772.66800000000001</c:v>
                </c:pt>
                <c:pt idx="1434">
                  <c:v>726.03359999999998</c:v>
                </c:pt>
                <c:pt idx="1435">
                  <c:v>638.25120000000004</c:v>
                </c:pt>
                <c:pt idx="1436">
                  <c:v>607.77120000000002</c:v>
                </c:pt>
                <c:pt idx="1437">
                  <c:v>388.0104</c:v>
                </c:pt>
                <c:pt idx="1438">
                  <c:v>1138.7328</c:v>
                </c:pt>
                <c:pt idx="1439">
                  <c:v>1120.7496000000001</c:v>
                </c:pt>
                <c:pt idx="1440">
                  <c:v>1035.7103999999999</c:v>
                </c:pt>
                <c:pt idx="1441">
                  <c:v>1012.8504</c:v>
                </c:pt>
                <c:pt idx="1442">
                  <c:v>1006.1448</c:v>
                </c:pt>
                <c:pt idx="1443">
                  <c:v>955.548</c:v>
                </c:pt>
                <c:pt idx="1444">
                  <c:v>940.91759999999999</c:v>
                </c:pt>
                <c:pt idx="1445">
                  <c:v>915.92399999999998</c:v>
                </c:pt>
                <c:pt idx="1446">
                  <c:v>834.54240000000004</c:v>
                </c:pt>
                <c:pt idx="1447">
                  <c:v>1996.7447999999999</c:v>
                </c:pt>
                <c:pt idx="1448">
                  <c:v>2024.1768</c:v>
                </c:pt>
                <c:pt idx="1449">
                  <c:v>2012.8992000000001</c:v>
                </c:pt>
                <c:pt idx="1450">
                  <c:v>2042.4648</c:v>
                </c:pt>
                <c:pt idx="1451">
                  <c:v>2030.5776000000001</c:v>
                </c:pt>
                <c:pt idx="1452">
                  <c:v>2067.4584</c:v>
                </c:pt>
                <c:pt idx="1453">
                  <c:v>2089.7087999999999</c:v>
                </c:pt>
                <c:pt idx="1454">
                  <c:v>2090.0136000000002</c:v>
                </c:pt>
                <c:pt idx="1455">
                  <c:v>2098.2431999999999</c:v>
                </c:pt>
                <c:pt idx="1456">
                  <c:v>2106.7775999999999</c:v>
                </c:pt>
                <c:pt idx="1457">
                  <c:v>2090.0136000000002</c:v>
                </c:pt>
                <c:pt idx="1458">
                  <c:v>2127.5039999999999</c:v>
                </c:pt>
                <c:pt idx="1459">
                  <c:v>2115.0072</c:v>
                </c:pt>
                <c:pt idx="1460">
                  <c:v>2120.7984000000001</c:v>
                </c:pt>
                <c:pt idx="1461">
                  <c:v>2132.6855999999998</c:v>
                </c:pt>
                <c:pt idx="1462">
                  <c:v>2145.7919999999999</c:v>
                </c:pt>
                <c:pt idx="1463">
                  <c:v>2131.1615999999999</c:v>
                </c:pt>
                <c:pt idx="1464">
                  <c:v>2149.1448</c:v>
                </c:pt>
                <c:pt idx="1465">
                  <c:v>2153.4119999999998</c:v>
                </c:pt>
                <c:pt idx="1466">
                  <c:v>2169.5664000000002</c:v>
                </c:pt>
                <c:pt idx="1467">
                  <c:v>2155.5455999999999</c:v>
                </c:pt>
                <c:pt idx="1468">
                  <c:v>2168.9567999999999</c:v>
                </c:pt>
                <c:pt idx="1469">
                  <c:v>2193.9504000000002</c:v>
                </c:pt>
                <c:pt idx="1470">
                  <c:v>2191.5120000000002</c:v>
                </c:pt>
                <c:pt idx="1471">
                  <c:v>2175.3575999999998</c:v>
                </c:pt>
                <c:pt idx="1472">
                  <c:v>2188.4639999999999</c:v>
                </c:pt>
                <c:pt idx="1473">
                  <c:v>2175.3575999999998</c:v>
                </c:pt>
                <c:pt idx="1474">
                  <c:v>2190.9023999999999</c:v>
                </c:pt>
                <c:pt idx="1475">
                  <c:v>2171.0904</c:v>
                </c:pt>
                <c:pt idx="1476">
                  <c:v>2151.5832</c:v>
                </c:pt>
                <c:pt idx="1477">
                  <c:v>2125.6752000000001</c:v>
                </c:pt>
                <c:pt idx="1478">
                  <c:v>2101.2912000000001</c:v>
                </c:pt>
                <c:pt idx="1479">
                  <c:v>2071.7256000000002</c:v>
                </c:pt>
                <c:pt idx="1480">
                  <c:v>2040.636</c:v>
                </c:pt>
                <c:pt idx="1481">
                  <c:v>2024.4816000000001</c:v>
                </c:pt>
                <c:pt idx="1482">
                  <c:v>1993.6967999999999</c:v>
                </c:pt>
                <c:pt idx="1483">
                  <c:v>2194.56</c:v>
                </c:pt>
                <c:pt idx="1484">
                  <c:v>2172.9191999999998</c:v>
                </c:pt>
                <c:pt idx="1485">
                  <c:v>2189.3784000000001</c:v>
                </c:pt>
                <c:pt idx="1486">
                  <c:v>2187.5495999999998</c:v>
                </c:pt>
                <c:pt idx="1487">
                  <c:v>2185.4160000000002</c:v>
                </c:pt>
                <c:pt idx="1488">
                  <c:v>2145.4872</c:v>
                </c:pt>
                <c:pt idx="1489">
                  <c:v>2134.5144</c:v>
                </c:pt>
                <c:pt idx="1490">
                  <c:v>2110.1304</c:v>
                </c:pt>
                <c:pt idx="1491">
                  <c:v>2054.3519999999999</c:v>
                </c:pt>
                <c:pt idx="1492">
                  <c:v>2023.8720000000001</c:v>
                </c:pt>
                <c:pt idx="1493">
                  <c:v>2006.4983999999999</c:v>
                </c:pt>
                <c:pt idx="1494">
                  <c:v>1987.296</c:v>
                </c:pt>
                <c:pt idx="1495">
                  <c:v>1966.2647999999999</c:v>
                </c:pt>
                <c:pt idx="1496">
                  <c:v>1920.8496</c:v>
                </c:pt>
                <c:pt idx="1497">
                  <c:v>1903.1712</c:v>
                </c:pt>
                <c:pt idx="1498">
                  <c:v>1874.52</c:v>
                </c:pt>
                <c:pt idx="1499">
                  <c:v>1844.9544000000001</c:v>
                </c:pt>
                <c:pt idx="1500">
                  <c:v>1815.0840000000001</c:v>
                </c:pt>
                <c:pt idx="1501">
                  <c:v>1779.1176</c:v>
                </c:pt>
                <c:pt idx="1502">
                  <c:v>1736.1407999999999</c:v>
                </c:pt>
                <c:pt idx="1503">
                  <c:v>1711.7568000000001</c:v>
                </c:pt>
                <c:pt idx="1504">
                  <c:v>1674.5712000000001</c:v>
                </c:pt>
                <c:pt idx="1505">
                  <c:v>1638.9096</c:v>
                </c:pt>
                <c:pt idx="1506">
                  <c:v>1593.1895999999999</c:v>
                </c:pt>
                <c:pt idx="1507">
                  <c:v>1577.0352</c:v>
                </c:pt>
                <c:pt idx="1508">
                  <c:v>1504.4928</c:v>
                </c:pt>
                <c:pt idx="1509">
                  <c:v>1475.8416</c:v>
                </c:pt>
                <c:pt idx="1510">
                  <c:v>1471.5744</c:v>
                </c:pt>
                <c:pt idx="1511">
                  <c:v>1441.0944</c:v>
                </c:pt>
                <c:pt idx="1512">
                  <c:v>1381.6584</c:v>
                </c:pt>
                <c:pt idx="1513">
                  <c:v>1342.3391999999999</c:v>
                </c:pt>
                <c:pt idx="1514">
                  <c:v>1288.3896</c:v>
                </c:pt>
                <c:pt idx="1515">
                  <c:v>1254.5568000000001</c:v>
                </c:pt>
                <c:pt idx="1516">
                  <c:v>1218.5904</c:v>
                </c:pt>
                <c:pt idx="1517">
                  <c:v>1182.624</c:v>
                </c:pt>
                <c:pt idx="1518">
                  <c:v>1148.4864</c:v>
                </c:pt>
                <c:pt idx="1519">
                  <c:v>1106.1192000000001</c:v>
                </c:pt>
                <c:pt idx="1520">
                  <c:v>1126.2360000000001</c:v>
                </c:pt>
                <c:pt idx="1521">
                  <c:v>1072.5912000000001</c:v>
                </c:pt>
                <c:pt idx="1522">
                  <c:v>993.64800000000002</c:v>
                </c:pt>
                <c:pt idx="1523">
                  <c:v>969.56880000000001</c:v>
                </c:pt>
                <c:pt idx="1524">
                  <c:v>925.37279999999998</c:v>
                </c:pt>
                <c:pt idx="1525">
                  <c:v>863.49839999999995</c:v>
                </c:pt>
                <c:pt idx="1526">
                  <c:v>794.30880000000002</c:v>
                </c:pt>
                <c:pt idx="1527">
                  <c:v>769.0104</c:v>
                </c:pt>
                <c:pt idx="1528">
                  <c:v>750.72239999999999</c:v>
                </c:pt>
                <c:pt idx="1529">
                  <c:v>697.07759999999996</c:v>
                </c:pt>
                <c:pt idx="1530">
                  <c:v>689.15279999999996</c:v>
                </c:pt>
                <c:pt idx="1531">
                  <c:v>576.6816</c:v>
                </c:pt>
                <c:pt idx="1532">
                  <c:v>549.24959999999999</c:v>
                </c:pt>
                <c:pt idx="1533">
                  <c:v>516.02639999999997</c:v>
                </c:pt>
                <c:pt idx="1534">
                  <c:v>463.60079999999999</c:v>
                </c:pt>
                <c:pt idx="1535">
                  <c:v>377.3424</c:v>
                </c:pt>
                <c:pt idx="1536">
                  <c:v>279.8064</c:v>
                </c:pt>
                <c:pt idx="1537">
                  <c:v>226.77119999999999</c:v>
                </c:pt>
                <c:pt idx="1538">
                  <c:v>222.50399999999999</c:v>
                </c:pt>
                <c:pt idx="1539">
                  <c:v>145.9992</c:v>
                </c:pt>
                <c:pt idx="1540">
                  <c:v>140.5128</c:v>
                </c:pt>
                <c:pt idx="1541">
                  <c:v>123.7488</c:v>
                </c:pt>
                <c:pt idx="1542">
                  <c:v>96.316800000000001</c:v>
                </c:pt>
                <c:pt idx="1543">
                  <c:v>11.5824</c:v>
                </c:pt>
                <c:pt idx="1544">
                  <c:v>521.81759999999997</c:v>
                </c:pt>
                <c:pt idx="1545">
                  <c:v>1418.8440000000001</c:v>
                </c:pt>
                <c:pt idx="1546">
                  <c:v>2192.7312000000002</c:v>
                </c:pt>
                <c:pt idx="1547">
                  <c:v>2173.2240000000002</c:v>
                </c:pt>
                <c:pt idx="1548">
                  <c:v>1543.8119999999999</c:v>
                </c:pt>
                <c:pt idx="1549">
                  <c:v>1503.2736</c:v>
                </c:pt>
                <c:pt idx="1550">
                  <c:v>1451.7624000000001</c:v>
                </c:pt>
                <c:pt idx="1551">
                  <c:v>1395.6792</c:v>
                </c:pt>
                <c:pt idx="1552">
                  <c:v>1380.7439999999999</c:v>
                </c:pt>
                <c:pt idx="1553">
                  <c:v>1298.1432</c:v>
                </c:pt>
                <c:pt idx="1554">
                  <c:v>1293.876</c:v>
                </c:pt>
                <c:pt idx="1555">
                  <c:v>1109.1672000000001</c:v>
                </c:pt>
                <c:pt idx="1556">
                  <c:v>1090.2696000000001</c:v>
                </c:pt>
                <c:pt idx="1557">
                  <c:v>1000.6584</c:v>
                </c:pt>
                <c:pt idx="1558">
                  <c:v>933.29759999999999</c:v>
                </c:pt>
                <c:pt idx="1559">
                  <c:v>918.05759999999998</c:v>
                </c:pt>
                <c:pt idx="1560">
                  <c:v>841.24800000000005</c:v>
                </c:pt>
                <c:pt idx="1561">
                  <c:v>824.17920000000004</c:v>
                </c:pt>
                <c:pt idx="1562">
                  <c:v>691.59119999999996</c:v>
                </c:pt>
                <c:pt idx="1563">
                  <c:v>605.63760000000002</c:v>
                </c:pt>
                <c:pt idx="1564">
                  <c:v>580.94880000000001</c:v>
                </c:pt>
                <c:pt idx="1565">
                  <c:v>562.05119999999999</c:v>
                </c:pt>
                <c:pt idx="1566">
                  <c:v>543.45839999999998</c:v>
                </c:pt>
                <c:pt idx="1567">
                  <c:v>373.38</c:v>
                </c:pt>
                <c:pt idx="1568">
                  <c:v>353.56799999999998</c:v>
                </c:pt>
                <c:pt idx="1569">
                  <c:v>335.58479999999997</c:v>
                </c:pt>
                <c:pt idx="1570">
                  <c:v>312.11520000000002</c:v>
                </c:pt>
                <c:pt idx="1571">
                  <c:v>187.1472</c:v>
                </c:pt>
                <c:pt idx="1572">
                  <c:v>151.1808</c:v>
                </c:pt>
                <c:pt idx="1573">
                  <c:v>88.391999999999996</c:v>
                </c:pt>
                <c:pt idx="1574">
                  <c:v>47.5488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34B-464B-97F0-11407DEFA88E}"/>
            </c:ext>
          </c:extLst>
        </c:ser>
        <c:ser>
          <c:idx val="1"/>
          <c:order val="1"/>
          <c:tx>
            <c:v>NIL2N-2 ST (Max 715 HP)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3175">
                <a:solidFill>
                  <a:schemeClr val="accent2"/>
                </a:solidFill>
              </a:ln>
              <a:effectLst/>
            </c:spPr>
          </c:marker>
          <c:xVal>
            <c:numRef>
              <c:f>'[Rig HP Calculation.xlsx]NIL2N-2 ST HP'!$J$183:$J$14469</c:f>
              <c:numCache>
                <c:formatCode>0</c:formatCode>
                <c:ptCount val="1310"/>
                <c:pt idx="0">
                  <c:v>46.623737373737377</c:v>
                </c:pt>
                <c:pt idx="1">
                  <c:v>146.96969696969697</c:v>
                </c:pt>
                <c:pt idx="2">
                  <c:v>88.845959595959599</c:v>
                </c:pt>
                <c:pt idx="3">
                  <c:v>91.689393939393923</c:v>
                </c:pt>
                <c:pt idx="4">
                  <c:v>22.2114898989899</c:v>
                </c:pt>
                <c:pt idx="5">
                  <c:v>51.811868686868685</c:v>
                </c:pt>
                <c:pt idx="6">
                  <c:v>53.276515151515149</c:v>
                </c:pt>
                <c:pt idx="7">
                  <c:v>199.61742424242425</c:v>
                </c:pt>
                <c:pt idx="8">
                  <c:v>44.755050505050505</c:v>
                </c:pt>
                <c:pt idx="9">
                  <c:v>121.1969696969697</c:v>
                </c:pt>
                <c:pt idx="10">
                  <c:v>32.878787878787875</c:v>
                </c:pt>
                <c:pt idx="11">
                  <c:v>52.789772727272727</c:v>
                </c:pt>
                <c:pt idx="12">
                  <c:v>32.81818181818182</c:v>
                </c:pt>
                <c:pt idx="13">
                  <c:v>81.8125</c:v>
                </c:pt>
                <c:pt idx="14">
                  <c:v>201.93055555555557</c:v>
                </c:pt>
                <c:pt idx="15">
                  <c:v>202.00063131313132</c:v>
                </c:pt>
                <c:pt idx="16">
                  <c:v>113.65151515151516</c:v>
                </c:pt>
                <c:pt idx="17">
                  <c:v>68.786616161616166</c:v>
                </c:pt>
                <c:pt idx="18">
                  <c:v>88.534090909090907</c:v>
                </c:pt>
                <c:pt idx="19">
                  <c:v>150.02588383838383</c:v>
                </c:pt>
                <c:pt idx="20">
                  <c:v>184.27083333333334</c:v>
                </c:pt>
                <c:pt idx="21">
                  <c:v>102.24116161616161</c:v>
                </c:pt>
                <c:pt idx="22">
                  <c:v>240.59027777777777</c:v>
                </c:pt>
                <c:pt idx="23">
                  <c:v>247</c:v>
                </c:pt>
                <c:pt idx="24">
                  <c:v>482.35479797979804</c:v>
                </c:pt>
                <c:pt idx="25">
                  <c:v>81.003787878787875</c:v>
                </c:pt>
                <c:pt idx="26">
                  <c:v>116.85227272727273</c:v>
                </c:pt>
                <c:pt idx="27">
                  <c:v>83.999368686868692</c:v>
                </c:pt>
                <c:pt idx="28">
                  <c:v>56.972222222222229</c:v>
                </c:pt>
                <c:pt idx="29">
                  <c:v>48.747474747474747</c:v>
                </c:pt>
                <c:pt idx="30">
                  <c:v>61.541666666666664</c:v>
                </c:pt>
                <c:pt idx="31">
                  <c:v>102.52272727272727</c:v>
                </c:pt>
                <c:pt idx="32">
                  <c:v>57.215909090909093</c:v>
                </c:pt>
                <c:pt idx="33">
                  <c:v>55.901515151515149</c:v>
                </c:pt>
                <c:pt idx="34">
                  <c:v>61.344696969696969</c:v>
                </c:pt>
                <c:pt idx="35">
                  <c:v>26.492424242424242</c:v>
                </c:pt>
                <c:pt idx="36">
                  <c:v>57.554292929292934</c:v>
                </c:pt>
                <c:pt idx="37">
                  <c:v>26.886363636363637</c:v>
                </c:pt>
                <c:pt idx="38">
                  <c:v>253.47727272727272</c:v>
                </c:pt>
                <c:pt idx="39">
                  <c:v>159.09090909090909</c:v>
                </c:pt>
                <c:pt idx="40">
                  <c:v>79.483585858585855</c:v>
                </c:pt>
                <c:pt idx="41">
                  <c:v>67.696338383838381</c:v>
                </c:pt>
                <c:pt idx="42">
                  <c:v>121.31313131313131</c:v>
                </c:pt>
                <c:pt idx="43">
                  <c:v>132.22222222222223</c:v>
                </c:pt>
                <c:pt idx="44">
                  <c:v>271.11742424242425</c:v>
                </c:pt>
                <c:pt idx="45">
                  <c:v>189.15656565656568</c:v>
                </c:pt>
                <c:pt idx="46">
                  <c:v>111.54419191919192</c:v>
                </c:pt>
                <c:pt idx="47">
                  <c:v>25.151515151515152</c:v>
                </c:pt>
                <c:pt idx="48">
                  <c:v>135.79545454545453</c:v>
                </c:pt>
                <c:pt idx="49">
                  <c:v>27.748106060606062</c:v>
                </c:pt>
                <c:pt idx="50">
                  <c:v>117.55366161616161</c:v>
                </c:pt>
                <c:pt idx="51">
                  <c:v>100.18686868686869</c:v>
                </c:pt>
                <c:pt idx="52">
                  <c:v>94.148358585858574</c:v>
                </c:pt>
                <c:pt idx="53">
                  <c:v>86.757575757575751</c:v>
                </c:pt>
                <c:pt idx="54">
                  <c:v>35.777777777777779</c:v>
                </c:pt>
                <c:pt idx="55">
                  <c:v>25.833333333333332</c:v>
                </c:pt>
                <c:pt idx="56">
                  <c:v>56.979166666666664</c:v>
                </c:pt>
                <c:pt idx="57">
                  <c:v>52.803030303030297</c:v>
                </c:pt>
                <c:pt idx="58">
                  <c:v>90.787878787878782</c:v>
                </c:pt>
                <c:pt idx="59">
                  <c:v>58.253787878787875</c:v>
                </c:pt>
                <c:pt idx="60">
                  <c:v>87.73737373737373</c:v>
                </c:pt>
                <c:pt idx="61">
                  <c:v>106.35732323232322</c:v>
                </c:pt>
                <c:pt idx="62">
                  <c:v>47.222222222222214</c:v>
                </c:pt>
                <c:pt idx="63">
                  <c:v>60.921717171717177</c:v>
                </c:pt>
                <c:pt idx="64">
                  <c:v>44.170454545454547</c:v>
                </c:pt>
                <c:pt idx="65">
                  <c:v>52.25</c:v>
                </c:pt>
                <c:pt idx="66">
                  <c:v>41.5625</c:v>
                </c:pt>
                <c:pt idx="67">
                  <c:v>78.30871212121211</c:v>
                </c:pt>
                <c:pt idx="68">
                  <c:v>22.001262626262623</c:v>
                </c:pt>
                <c:pt idx="69">
                  <c:v>48.429292929292934</c:v>
                </c:pt>
                <c:pt idx="70">
                  <c:v>122.48737373737374</c:v>
                </c:pt>
                <c:pt idx="71">
                  <c:v>67.556818181818187</c:v>
                </c:pt>
                <c:pt idx="72">
                  <c:v>90.287878787878782</c:v>
                </c:pt>
                <c:pt idx="73">
                  <c:v>86.777777777777786</c:v>
                </c:pt>
                <c:pt idx="74">
                  <c:v>169.02083333333334</c:v>
                </c:pt>
                <c:pt idx="75">
                  <c:v>131.5820707070707</c:v>
                </c:pt>
                <c:pt idx="76">
                  <c:v>185.875</c:v>
                </c:pt>
                <c:pt idx="77">
                  <c:v>71.840909090909093</c:v>
                </c:pt>
                <c:pt idx="78">
                  <c:v>86.308080808080803</c:v>
                </c:pt>
                <c:pt idx="79">
                  <c:v>112.35479797979799</c:v>
                </c:pt>
                <c:pt idx="80">
                  <c:v>142.53030303030303</c:v>
                </c:pt>
                <c:pt idx="81">
                  <c:v>129.15277777777777</c:v>
                </c:pt>
                <c:pt idx="82">
                  <c:v>287.82638888888886</c:v>
                </c:pt>
                <c:pt idx="83">
                  <c:v>304.60858585858585</c:v>
                </c:pt>
                <c:pt idx="84">
                  <c:v>126.9608585858586</c:v>
                </c:pt>
                <c:pt idx="85">
                  <c:v>101.85101010101009</c:v>
                </c:pt>
                <c:pt idx="86">
                  <c:v>123.46401515151516</c:v>
                </c:pt>
                <c:pt idx="87">
                  <c:v>169.3125</c:v>
                </c:pt>
                <c:pt idx="88">
                  <c:v>37.399621212121211</c:v>
                </c:pt>
                <c:pt idx="89">
                  <c:v>137.62626262626264</c:v>
                </c:pt>
                <c:pt idx="90">
                  <c:v>130.64267676767679</c:v>
                </c:pt>
                <c:pt idx="91">
                  <c:v>126.97979797979799</c:v>
                </c:pt>
                <c:pt idx="92">
                  <c:v>154.00883838383837</c:v>
                </c:pt>
                <c:pt idx="93">
                  <c:v>134.07891414141412</c:v>
                </c:pt>
                <c:pt idx="94">
                  <c:v>95.593434343434339</c:v>
                </c:pt>
                <c:pt idx="95">
                  <c:v>151.47727272727275</c:v>
                </c:pt>
                <c:pt idx="96">
                  <c:v>80.200757575757578</c:v>
                </c:pt>
                <c:pt idx="97">
                  <c:v>65.246212121212125</c:v>
                </c:pt>
                <c:pt idx="98">
                  <c:v>272.30492424242425</c:v>
                </c:pt>
                <c:pt idx="99">
                  <c:v>281.83459595959596</c:v>
                </c:pt>
                <c:pt idx="100">
                  <c:v>250.36363636363637</c:v>
                </c:pt>
                <c:pt idx="101">
                  <c:v>253.33712121212119</c:v>
                </c:pt>
                <c:pt idx="102">
                  <c:v>253.07828282828285</c:v>
                </c:pt>
                <c:pt idx="103">
                  <c:v>257.18813131313129</c:v>
                </c:pt>
                <c:pt idx="104">
                  <c:v>246.35606060606059</c:v>
                </c:pt>
                <c:pt idx="105">
                  <c:v>62.102904040404034</c:v>
                </c:pt>
                <c:pt idx="106">
                  <c:v>32.891414141414145</c:v>
                </c:pt>
                <c:pt idx="107">
                  <c:v>24.5625</c:v>
                </c:pt>
                <c:pt idx="108">
                  <c:v>155.48989898989899</c:v>
                </c:pt>
                <c:pt idx="109">
                  <c:v>202.19696969696969</c:v>
                </c:pt>
                <c:pt idx="110">
                  <c:v>223.07954545454547</c:v>
                </c:pt>
                <c:pt idx="111">
                  <c:v>329.3194444444444</c:v>
                </c:pt>
                <c:pt idx="112">
                  <c:v>183.64583333333334</c:v>
                </c:pt>
                <c:pt idx="113">
                  <c:v>221.04797979797976</c:v>
                </c:pt>
                <c:pt idx="114">
                  <c:v>221.17171717171715</c:v>
                </c:pt>
                <c:pt idx="115">
                  <c:v>218.17297979797982</c:v>
                </c:pt>
                <c:pt idx="116">
                  <c:v>226.91666666666666</c:v>
                </c:pt>
                <c:pt idx="117">
                  <c:v>17.212752525252522</c:v>
                </c:pt>
                <c:pt idx="118">
                  <c:v>316.93813131313129</c:v>
                </c:pt>
                <c:pt idx="119">
                  <c:v>25.277777777777779</c:v>
                </c:pt>
                <c:pt idx="120">
                  <c:v>79.559343434343447</c:v>
                </c:pt>
                <c:pt idx="121">
                  <c:v>28.833333333333332</c:v>
                </c:pt>
                <c:pt idx="122">
                  <c:v>38.5</c:v>
                </c:pt>
                <c:pt idx="123">
                  <c:v>15.757575757575758</c:v>
                </c:pt>
                <c:pt idx="124">
                  <c:v>43.073863636363633</c:v>
                </c:pt>
                <c:pt idx="125">
                  <c:v>38.416666666666664</c:v>
                </c:pt>
                <c:pt idx="126">
                  <c:v>41.666666666666664</c:v>
                </c:pt>
                <c:pt idx="127">
                  <c:v>32.083333333333336</c:v>
                </c:pt>
                <c:pt idx="128">
                  <c:v>45.575757575757578</c:v>
                </c:pt>
                <c:pt idx="129">
                  <c:v>2.5757575757575757</c:v>
                </c:pt>
                <c:pt idx="130">
                  <c:v>42.851010101010104</c:v>
                </c:pt>
                <c:pt idx="131">
                  <c:v>43.152777777777771</c:v>
                </c:pt>
                <c:pt idx="132">
                  <c:v>45.898989898989896</c:v>
                </c:pt>
                <c:pt idx="133">
                  <c:v>42.851010101010104</c:v>
                </c:pt>
                <c:pt idx="134">
                  <c:v>339.65277777777783</c:v>
                </c:pt>
                <c:pt idx="135">
                  <c:v>54.493055555555557</c:v>
                </c:pt>
                <c:pt idx="136">
                  <c:v>39.083333333333336</c:v>
                </c:pt>
                <c:pt idx="137">
                  <c:v>434.63825757575756</c:v>
                </c:pt>
                <c:pt idx="138">
                  <c:v>421.11994949494948</c:v>
                </c:pt>
                <c:pt idx="139">
                  <c:v>131.18181818181819</c:v>
                </c:pt>
                <c:pt idx="140">
                  <c:v>323.65151515151513</c:v>
                </c:pt>
                <c:pt idx="141">
                  <c:v>285.41666666666669</c:v>
                </c:pt>
                <c:pt idx="142">
                  <c:v>30.025252525252522</c:v>
                </c:pt>
                <c:pt idx="143">
                  <c:v>12.022095959595958</c:v>
                </c:pt>
                <c:pt idx="144">
                  <c:v>20.972853535353536</c:v>
                </c:pt>
                <c:pt idx="145">
                  <c:v>30.011363636363637</c:v>
                </c:pt>
                <c:pt idx="146">
                  <c:v>17.989267676767675</c:v>
                </c:pt>
                <c:pt idx="147">
                  <c:v>347.25694444444446</c:v>
                </c:pt>
                <c:pt idx="148">
                  <c:v>316.84027777777783</c:v>
                </c:pt>
                <c:pt idx="149">
                  <c:v>193.61237373737376</c:v>
                </c:pt>
                <c:pt idx="150">
                  <c:v>130.25</c:v>
                </c:pt>
                <c:pt idx="151">
                  <c:v>182.07070707070707</c:v>
                </c:pt>
                <c:pt idx="152">
                  <c:v>239.44949494949495</c:v>
                </c:pt>
                <c:pt idx="153">
                  <c:v>202.31249999999997</c:v>
                </c:pt>
                <c:pt idx="154">
                  <c:v>41.993686868686865</c:v>
                </c:pt>
                <c:pt idx="155">
                  <c:v>119.09406565656566</c:v>
                </c:pt>
                <c:pt idx="156">
                  <c:v>21.994949494949495</c:v>
                </c:pt>
                <c:pt idx="157">
                  <c:v>12.134469696969697</c:v>
                </c:pt>
                <c:pt idx="158">
                  <c:v>38.962121212121211</c:v>
                </c:pt>
                <c:pt idx="159">
                  <c:v>45.017045454545453</c:v>
                </c:pt>
                <c:pt idx="160">
                  <c:v>43.083333333333336</c:v>
                </c:pt>
                <c:pt idx="161">
                  <c:v>39.789772727272727</c:v>
                </c:pt>
                <c:pt idx="162">
                  <c:v>335.43939393939394</c:v>
                </c:pt>
                <c:pt idx="163">
                  <c:v>340.27020202020202</c:v>
                </c:pt>
                <c:pt idx="164">
                  <c:v>49.474747474747474</c:v>
                </c:pt>
                <c:pt idx="165">
                  <c:v>349.92929292929296</c:v>
                </c:pt>
                <c:pt idx="166">
                  <c:v>55</c:v>
                </c:pt>
                <c:pt idx="167">
                  <c:v>107.88383838383839</c:v>
                </c:pt>
                <c:pt idx="168">
                  <c:v>278.54292929292927</c:v>
                </c:pt>
                <c:pt idx="169">
                  <c:v>190.27272727272728</c:v>
                </c:pt>
                <c:pt idx="170">
                  <c:v>299.73989898989902</c:v>
                </c:pt>
                <c:pt idx="171">
                  <c:v>281.12941919191923</c:v>
                </c:pt>
                <c:pt idx="172">
                  <c:v>246.43686868686871</c:v>
                </c:pt>
                <c:pt idx="173">
                  <c:v>153.63320707070707</c:v>
                </c:pt>
                <c:pt idx="174">
                  <c:v>188.80555555555557</c:v>
                </c:pt>
                <c:pt idx="175">
                  <c:v>115.30808080808082</c:v>
                </c:pt>
                <c:pt idx="176">
                  <c:v>168.82828282828279</c:v>
                </c:pt>
                <c:pt idx="177">
                  <c:v>15.89709595959596</c:v>
                </c:pt>
                <c:pt idx="178">
                  <c:v>134.83522727272728</c:v>
                </c:pt>
                <c:pt idx="179">
                  <c:v>148.65404040404039</c:v>
                </c:pt>
                <c:pt idx="180">
                  <c:v>28.700126262626263</c:v>
                </c:pt>
                <c:pt idx="181">
                  <c:v>153.01325757575759</c:v>
                </c:pt>
                <c:pt idx="182">
                  <c:v>168.15025252525254</c:v>
                </c:pt>
                <c:pt idx="183">
                  <c:v>94.645833333333329</c:v>
                </c:pt>
                <c:pt idx="184">
                  <c:v>129.79166666666666</c:v>
                </c:pt>
                <c:pt idx="185">
                  <c:v>117.31186868686868</c:v>
                </c:pt>
                <c:pt idx="186">
                  <c:v>116.43560606060606</c:v>
                </c:pt>
                <c:pt idx="187">
                  <c:v>99.856060606060609</c:v>
                </c:pt>
                <c:pt idx="188">
                  <c:v>86.909090909090907</c:v>
                </c:pt>
                <c:pt idx="189">
                  <c:v>151.91161616161617</c:v>
                </c:pt>
                <c:pt idx="190">
                  <c:v>431.55555555555554</c:v>
                </c:pt>
                <c:pt idx="191">
                  <c:v>373.63636363636363</c:v>
                </c:pt>
                <c:pt idx="192">
                  <c:v>377.33522727272725</c:v>
                </c:pt>
                <c:pt idx="193">
                  <c:v>303.79797979797979</c:v>
                </c:pt>
                <c:pt idx="194">
                  <c:v>355.54292929292933</c:v>
                </c:pt>
                <c:pt idx="195">
                  <c:v>302.55681818181819</c:v>
                </c:pt>
                <c:pt idx="196">
                  <c:v>3.2828282828282824</c:v>
                </c:pt>
                <c:pt idx="197">
                  <c:v>243.15277777777777</c:v>
                </c:pt>
                <c:pt idx="198">
                  <c:v>256.26199494949498</c:v>
                </c:pt>
                <c:pt idx="199">
                  <c:v>245.81818181818178</c:v>
                </c:pt>
                <c:pt idx="200">
                  <c:v>239.44949494949495</c:v>
                </c:pt>
                <c:pt idx="201">
                  <c:v>224.58522727272731</c:v>
                </c:pt>
                <c:pt idx="202">
                  <c:v>24.662247474747478</c:v>
                </c:pt>
                <c:pt idx="203">
                  <c:v>13.494318181818182</c:v>
                </c:pt>
                <c:pt idx="204">
                  <c:v>101.31818181818181</c:v>
                </c:pt>
                <c:pt idx="205">
                  <c:v>37.50568181818182</c:v>
                </c:pt>
                <c:pt idx="206">
                  <c:v>2.8333333333333335</c:v>
                </c:pt>
                <c:pt idx="207">
                  <c:v>6.8055555555555562</c:v>
                </c:pt>
                <c:pt idx="208">
                  <c:v>21.37941919191919</c:v>
                </c:pt>
                <c:pt idx="209">
                  <c:v>55.623106060606062</c:v>
                </c:pt>
                <c:pt idx="210">
                  <c:v>3.5037878787878789</c:v>
                </c:pt>
                <c:pt idx="211">
                  <c:v>106.03409090909091</c:v>
                </c:pt>
                <c:pt idx="212">
                  <c:v>41.083333333333336</c:v>
                </c:pt>
                <c:pt idx="213">
                  <c:v>291.98800505050508</c:v>
                </c:pt>
                <c:pt idx="214">
                  <c:v>265.7973484848485</c:v>
                </c:pt>
                <c:pt idx="215">
                  <c:v>286.68181818181824</c:v>
                </c:pt>
                <c:pt idx="216">
                  <c:v>44.43181818181818</c:v>
                </c:pt>
                <c:pt idx="217">
                  <c:v>251.7108585858586</c:v>
                </c:pt>
                <c:pt idx="218">
                  <c:v>243.26388888888886</c:v>
                </c:pt>
                <c:pt idx="219">
                  <c:v>230.27904040404039</c:v>
                </c:pt>
                <c:pt idx="220">
                  <c:v>164.7026515151515</c:v>
                </c:pt>
                <c:pt idx="221">
                  <c:v>149.07954545454547</c:v>
                </c:pt>
                <c:pt idx="222">
                  <c:v>49.273989898989896</c:v>
                </c:pt>
                <c:pt idx="223">
                  <c:v>313.72727272727275</c:v>
                </c:pt>
                <c:pt idx="224">
                  <c:v>7.9981060606060606</c:v>
                </c:pt>
                <c:pt idx="225">
                  <c:v>271.74242424242425</c:v>
                </c:pt>
                <c:pt idx="226">
                  <c:v>104.375</c:v>
                </c:pt>
                <c:pt idx="227">
                  <c:v>275.3598484848485</c:v>
                </c:pt>
                <c:pt idx="228">
                  <c:v>162.77146464646466</c:v>
                </c:pt>
                <c:pt idx="229">
                  <c:v>8.4564393939393945</c:v>
                </c:pt>
                <c:pt idx="230">
                  <c:v>201.96969696969697</c:v>
                </c:pt>
                <c:pt idx="231">
                  <c:v>19.23989898989899</c:v>
                </c:pt>
                <c:pt idx="232">
                  <c:v>172.38636363636363</c:v>
                </c:pt>
                <c:pt idx="233">
                  <c:v>287.51262626262627</c:v>
                </c:pt>
                <c:pt idx="234">
                  <c:v>317.08775252525248</c:v>
                </c:pt>
                <c:pt idx="235">
                  <c:v>76.982323232323239</c:v>
                </c:pt>
                <c:pt idx="236">
                  <c:v>45.323232323232318</c:v>
                </c:pt>
                <c:pt idx="237">
                  <c:v>17.424242424242426</c:v>
                </c:pt>
                <c:pt idx="238">
                  <c:v>111.46590909090909</c:v>
                </c:pt>
                <c:pt idx="239">
                  <c:v>71.358585858585855</c:v>
                </c:pt>
                <c:pt idx="240">
                  <c:v>96.0625</c:v>
                </c:pt>
                <c:pt idx="241">
                  <c:v>75.484848484848484</c:v>
                </c:pt>
                <c:pt idx="242">
                  <c:v>98.890782828282823</c:v>
                </c:pt>
                <c:pt idx="243">
                  <c:v>75.151515151515156</c:v>
                </c:pt>
                <c:pt idx="244">
                  <c:v>72.828282828282838</c:v>
                </c:pt>
                <c:pt idx="245">
                  <c:v>83.142676767676761</c:v>
                </c:pt>
                <c:pt idx="246">
                  <c:v>86.36363636363636</c:v>
                </c:pt>
                <c:pt idx="247">
                  <c:v>6.5561868686868694</c:v>
                </c:pt>
                <c:pt idx="248">
                  <c:v>82.12626262626263</c:v>
                </c:pt>
                <c:pt idx="249">
                  <c:v>234.02020202020202</c:v>
                </c:pt>
                <c:pt idx="250">
                  <c:v>191.83522727272728</c:v>
                </c:pt>
                <c:pt idx="251">
                  <c:v>231.19444444444446</c:v>
                </c:pt>
                <c:pt idx="252">
                  <c:v>345.48989898989896</c:v>
                </c:pt>
                <c:pt idx="253">
                  <c:v>285.82702020202021</c:v>
                </c:pt>
                <c:pt idx="254">
                  <c:v>275.625</c:v>
                </c:pt>
                <c:pt idx="255">
                  <c:v>133.61616161616161</c:v>
                </c:pt>
                <c:pt idx="256">
                  <c:v>189.31439393939394</c:v>
                </c:pt>
                <c:pt idx="257">
                  <c:v>34.761363636363633</c:v>
                </c:pt>
                <c:pt idx="258">
                  <c:v>129.08459595959596</c:v>
                </c:pt>
                <c:pt idx="259">
                  <c:v>62.222222222222229</c:v>
                </c:pt>
                <c:pt idx="260">
                  <c:v>78.162247474747474</c:v>
                </c:pt>
                <c:pt idx="261">
                  <c:v>90.722222222222229</c:v>
                </c:pt>
                <c:pt idx="262">
                  <c:v>337.26262626262627</c:v>
                </c:pt>
                <c:pt idx="263">
                  <c:v>320.17045454545456</c:v>
                </c:pt>
                <c:pt idx="264">
                  <c:v>245.37878787878788</c:v>
                </c:pt>
                <c:pt idx="265">
                  <c:v>292.47159090909093</c:v>
                </c:pt>
                <c:pt idx="266">
                  <c:v>291.59722222222223</c:v>
                </c:pt>
                <c:pt idx="267">
                  <c:v>278.60795454545456</c:v>
                </c:pt>
                <c:pt idx="268">
                  <c:v>280.58333333333331</c:v>
                </c:pt>
                <c:pt idx="269">
                  <c:v>198.23800505050508</c:v>
                </c:pt>
                <c:pt idx="270">
                  <c:v>204.51388888888891</c:v>
                </c:pt>
                <c:pt idx="271">
                  <c:v>154.58333333333334</c:v>
                </c:pt>
                <c:pt idx="272">
                  <c:v>151.5</c:v>
                </c:pt>
                <c:pt idx="273">
                  <c:v>108.7929292929293</c:v>
                </c:pt>
                <c:pt idx="274">
                  <c:v>11.666666666666666</c:v>
                </c:pt>
                <c:pt idx="275">
                  <c:v>14.520202020202023</c:v>
                </c:pt>
                <c:pt idx="276">
                  <c:v>60.191919191919197</c:v>
                </c:pt>
                <c:pt idx="277">
                  <c:v>98.55239898989899</c:v>
                </c:pt>
                <c:pt idx="278">
                  <c:v>29.545454545454547</c:v>
                </c:pt>
                <c:pt idx="279">
                  <c:v>16.498737373737374</c:v>
                </c:pt>
                <c:pt idx="280">
                  <c:v>17.208333333333336</c:v>
                </c:pt>
                <c:pt idx="281">
                  <c:v>49.383207070707073</c:v>
                </c:pt>
                <c:pt idx="282">
                  <c:v>63.761363636363647</c:v>
                </c:pt>
                <c:pt idx="283">
                  <c:v>94.619318181818187</c:v>
                </c:pt>
                <c:pt idx="284">
                  <c:v>72.731060606060609</c:v>
                </c:pt>
                <c:pt idx="285">
                  <c:v>80.009469696969703</c:v>
                </c:pt>
                <c:pt idx="286">
                  <c:v>136.44696969696969</c:v>
                </c:pt>
                <c:pt idx="287">
                  <c:v>146.76136363636363</c:v>
                </c:pt>
                <c:pt idx="288">
                  <c:v>129.78535353535355</c:v>
                </c:pt>
                <c:pt idx="289">
                  <c:v>159.07196969696969</c:v>
                </c:pt>
                <c:pt idx="290">
                  <c:v>105.83459595959596</c:v>
                </c:pt>
                <c:pt idx="291">
                  <c:v>105.43560606060606</c:v>
                </c:pt>
                <c:pt idx="292">
                  <c:v>103.51515151515152</c:v>
                </c:pt>
                <c:pt idx="293">
                  <c:v>120.64520202020201</c:v>
                </c:pt>
                <c:pt idx="294">
                  <c:v>82.854797979797993</c:v>
                </c:pt>
                <c:pt idx="295">
                  <c:v>108.65151515151516</c:v>
                </c:pt>
                <c:pt idx="296">
                  <c:v>72.267045454545467</c:v>
                </c:pt>
                <c:pt idx="297">
                  <c:v>122.5</c:v>
                </c:pt>
                <c:pt idx="298">
                  <c:v>138.8017676767677</c:v>
                </c:pt>
                <c:pt idx="299">
                  <c:v>25.625</c:v>
                </c:pt>
                <c:pt idx="300">
                  <c:v>86.119318181818187</c:v>
                </c:pt>
                <c:pt idx="301">
                  <c:v>9.1856060606060606</c:v>
                </c:pt>
                <c:pt idx="302">
                  <c:v>32.520833333333336</c:v>
                </c:pt>
                <c:pt idx="303">
                  <c:v>96.095959595959599</c:v>
                </c:pt>
                <c:pt idx="304">
                  <c:v>75.898989898989896</c:v>
                </c:pt>
                <c:pt idx="305">
                  <c:v>48.295454545454547</c:v>
                </c:pt>
                <c:pt idx="306">
                  <c:v>126.58333333333333</c:v>
                </c:pt>
                <c:pt idx="307">
                  <c:v>10.890151515151516</c:v>
                </c:pt>
                <c:pt idx="308">
                  <c:v>11.325757575757576</c:v>
                </c:pt>
                <c:pt idx="309">
                  <c:v>111.78787878787878</c:v>
                </c:pt>
                <c:pt idx="310">
                  <c:v>92.707070707070713</c:v>
                </c:pt>
                <c:pt idx="311">
                  <c:v>138.47853535353534</c:v>
                </c:pt>
                <c:pt idx="312">
                  <c:v>35.855429292929287</c:v>
                </c:pt>
                <c:pt idx="313">
                  <c:v>84.984848484848484</c:v>
                </c:pt>
                <c:pt idx="314">
                  <c:v>136.95391414141415</c:v>
                </c:pt>
                <c:pt idx="315">
                  <c:v>59.0625</c:v>
                </c:pt>
                <c:pt idx="316">
                  <c:v>110.04545454545455</c:v>
                </c:pt>
                <c:pt idx="317">
                  <c:v>99.818181818181813</c:v>
                </c:pt>
                <c:pt idx="318">
                  <c:v>136.38762626262624</c:v>
                </c:pt>
                <c:pt idx="319">
                  <c:v>165.27777777777777</c:v>
                </c:pt>
                <c:pt idx="320">
                  <c:v>164.6010101010101</c:v>
                </c:pt>
                <c:pt idx="321">
                  <c:v>143.92613636363637</c:v>
                </c:pt>
                <c:pt idx="322">
                  <c:v>55.659090909090907</c:v>
                </c:pt>
                <c:pt idx="323">
                  <c:v>98.829545454545453</c:v>
                </c:pt>
                <c:pt idx="324">
                  <c:v>76.636994949494948</c:v>
                </c:pt>
                <c:pt idx="325">
                  <c:v>128.1875</c:v>
                </c:pt>
                <c:pt idx="326">
                  <c:v>109.05744949494949</c:v>
                </c:pt>
                <c:pt idx="327">
                  <c:v>111.07954545454545</c:v>
                </c:pt>
                <c:pt idx="328">
                  <c:v>95.443181818181813</c:v>
                </c:pt>
                <c:pt idx="329">
                  <c:v>103.65719696969697</c:v>
                </c:pt>
                <c:pt idx="330">
                  <c:v>124.73358585858587</c:v>
                </c:pt>
                <c:pt idx="331">
                  <c:v>456.68181818181819</c:v>
                </c:pt>
                <c:pt idx="332">
                  <c:v>433.53914141414145</c:v>
                </c:pt>
                <c:pt idx="333">
                  <c:v>453.93055555555554</c:v>
                </c:pt>
                <c:pt idx="334">
                  <c:v>439.17992424242425</c:v>
                </c:pt>
                <c:pt idx="335">
                  <c:v>447.125</c:v>
                </c:pt>
                <c:pt idx="336">
                  <c:v>209.46527777777777</c:v>
                </c:pt>
                <c:pt idx="337">
                  <c:v>221.91856060606059</c:v>
                </c:pt>
                <c:pt idx="338">
                  <c:v>199.72032828282829</c:v>
                </c:pt>
                <c:pt idx="339">
                  <c:v>235.32196969696969</c:v>
                </c:pt>
                <c:pt idx="340">
                  <c:v>205.96590909090909</c:v>
                </c:pt>
                <c:pt idx="341">
                  <c:v>102.06123737373737</c:v>
                </c:pt>
                <c:pt idx="342">
                  <c:v>146.27651515151516</c:v>
                </c:pt>
                <c:pt idx="343">
                  <c:v>225.5776515151515</c:v>
                </c:pt>
                <c:pt idx="344">
                  <c:v>107.18181818181819</c:v>
                </c:pt>
                <c:pt idx="345">
                  <c:v>177.05113636363637</c:v>
                </c:pt>
                <c:pt idx="346">
                  <c:v>70.618686868686865</c:v>
                </c:pt>
                <c:pt idx="347">
                  <c:v>37.888888888888893</c:v>
                </c:pt>
                <c:pt idx="348">
                  <c:v>39.022727272727273</c:v>
                </c:pt>
                <c:pt idx="349">
                  <c:v>41.611111111111114</c:v>
                </c:pt>
                <c:pt idx="350">
                  <c:v>49.136363636363633</c:v>
                </c:pt>
                <c:pt idx="351">
                  <c:v>62.708333333333336</c:v>
                </c:pt>
                <c:pt idx="352">
                  <c:v>130.34090909090909</c:v>
                </c:pt>
                <c:pt idx="353">
                  <c:v>40.833333333333336</c:v>
                </c:pt>
                <c:pt idx="354">
                  <c:v>83.86363636363636</c:v>
                </c:pt>
                <c:pt idx="355">
                  <c:v>92.793560606060609</c:v>
                </c:pt>
                <c:pt idx="356">
                  <c:v>224.43181818181819</c:v>
                </c:pt>
                <c:pt idx="357">
                  <c:v>306.54797979797979</c:v>
                </c:pt>
                <c:pt idx="358">
                  <c:v>387.21843434343441</c:v>
                </c:pt>
                <c:pt idx="359">
                  <c:v>402.10227272727275</c:v>
                </c:pt>
                <c:pt idx="360">
                  <c:v>406.405303030303</c:v>
                </c:pt>
                <c:pt idx="361">
                  <c:v>351.905303030303</c:v>
                </c:pt>
                <c:pt idx="362">
                  <c:v>364.05113636363637</c:v>
                </c:pt>
                <c:pt idx="363">
                  <c:v>217.29166666666666</c:v>
                </c:pt>
                <c:pt idx="364">
                  <c:v>44.315025252525245</c:v>
                </c:pt>
                <c:pt idx="365">
                  <c:v>18.181818181818183</c:v>
                </c:pt>
                <c:pt idx="366">
                  <c:v>15.151515151515152</c:v>
                </c:pt>
                <c:pt idx="367">
                  <c:v>56.402777777777771</c:v>
                </c:pt>
                <c:pt idx="368">
                  <c:v>24.645833333333332</c:v>
                </c:pt>
                <c:pt idx="369">
                  <c:v>21.680555555555554</c:v>
                </c:pt>
                <c:pt idx="370">
                  <c:v>17.604797979797979</c:v>
                </c:pt>
                <c:pt idx="371">
                  <c:v>15.416666666666666</c:v>
                </c:pt>
                <c:pt idx="372">
                  <c:v>3.9008838383838387</c:v>
                </c:pt>
                <c:pt idx="373">
                  <c:v>28.72474747474747</c:v>
                </c:pt>
                <c:pt idx="374">
                  <c:v>80.527777777777786</c:v>
                </c:pt>
                <c:pt idx="375">
                  <c:v>3.8636363636363638</c:v>
                </c:pt>
                <c:pt idx="376">
                  <c:v>21.22474747474747</c:v>
                </c:pt>
                <c:pt idx="377">
                  <c:v>8.2891414141414153</c:v>
                </c:pt>
                <c:pt idx="378">
                  <c:v>46.073232323232318</c:v>
                </c:pt>
                <c:pt idx="379">
                  <c:v>39.404040404040401</c:v>
                </c:pt>
                <c:pt idx="380">
                  <c:v>44.002525252525245</c:v>
                </c:pt>
                <c:pt idx="381">
                  <c:v>233.0151515151515</c:v>
                </c:pt>
                <c:pt idx="382">
                  <c:v>424.02146464646461</c:v>
                </c:pt>
                <c:pt idx="383">
                  <c:v>79.045454545454547</c:v>
                </c:pt>
                <c:pt idx="384">
                  <c:v>229.71717171717171</c:v>
                </c:pt>
                <c:pt idx="385">
                  <c:v>247.52777777777777</c:v>
                </c:pt>
                <c:pt idx="386">
                  <c:v>298.45138888888886</c:v>
                </c:pt>
                <c:pt idx="387">
                  <c:v>318.83585858585855</c:v>
                </c:pt>
                <c:pt idx="388">
                  <c:v>224.11616161616161</c:v>
                </c:pt>
                <c:pt idx="389">
                  <c:v>239.23484848484853</c:v>
                </c:pt>
                <c:pt idx="390">
                  <c:v>228.83333333333337</c:v>
                </c:pt>
                <c:pt idx="391">
                  <c:v>192.83080808080808</c:v>
                </c:pt>
                <c:pt idx="392">
                  <c:v>175.50568181818181</c:v>
                </c:pt>
                <c:pt idx="393">
                  <c:v>125.63383838383837</c:v>
                </c:pt>
                <c:pt idx="394">
                  <c:v>6.313131313131314</c:v>
                </c:pt>
                <c:pt idx="395">
                  <c:v>19.827651515151516</c:v>
                </c:pt>
                <c:pt idx="396">
                  <c:v>56.106060606060609</c:v>
                </c:pt>
                <c:pt idx="397">
                  <c:v>144.51641414141415</c:v>
                </c:pt>
                <c:pt idx="398">
                  <c:v>243.24116161616163</c:v>
                </c:pt>
                <c:pt idx="399">
                  <c:v>59.75</c:v>
                </c:pt>
                <c:pt idx="400">
                  <c:v>61.594696969696976</c:v>
                </c:pt>
                <c:pt idx="401">
                  <c:v>99.575757575757578</c:v>
                </c:pt>
                <c:pt idx="402">
                  <c:v>33.762626262626263</c:v>
                </c:pt>
                <c:pt idx="403">
                  <c:v>86.805555555555571</c:v>
                </c:pt>
                <c:pt idx="404">
                  <c:v>27.5625</c:v>
                </c:pt>
                <c:pt idx="405">
                  <c:v>105.34848484848484</c:v>
                </c:pt>
                <c:pt idx="406">
                  <c:v>74.020833333333329</c:v>
                </c:pt>
                <c:pt idx="407">
                  <c:v>40.674242424242422</c:v>
                </c:pt>
                <c:pt idx="408">
                  <c:v>37.243055555555557</c:v>
                </c:pt>
                <c:pt idx="409">
                  <c:v>52.416666666666664</c:v>
                </c:pt>
                <c:pt idx="410">
                  <c:v>63.631944444444443</c:v>
                </c:pt>
                <c:pt idx="411">
                  <c:v>93.826388888888886</c:v>
                </c:pt>
                <c:pt idx="412">
                  <c:v>45.69444444444445</c:v>
                </c:pt>
                <c:pt idx="413">
                  <c:v>21.914772727272727</c:v>
                </c:pt>
                <c:pt idx="414">
                  <c:v>118.84848484848484</c:v>
                </c:pt>
                <c:pt idx="415">
                  <c:v>210.17676767676764</c:v>
                </c:pt>
                <c:pt idx="416">
                  <c:v>134.74999999999997</c:v>
                </c:pt>
                <c:pt idx="417">
                  <c:v>315.9848484848485</c:v>
                </c:pt>
                <c:pt idx="418">
                  <c:v>397.24116161616161</c:v>
                </c:pt>
                <c:pt idx="419">
                  <c:v>375.9375</c:v>
                </c:pt>
                <c:pt idx="420">
                  <c:v>285.19191919191917</c:v>
                </c:pt>
                <c:pt idx="421">
                  <c:v>347.29040404040404</c:v>
                </c:pt>
                <c:pt idx="422">
                  <c:v>60.8125</c:v>
                </c:pt>
                <c:pt idx="423">
                  <c:v>40.356060606060609</c:v>
                </c:pt>
                <c:pt idx="424">
                  <c:v>200.8125</c:v>
                </c:pt>
                <c:pt idx="425">
                  <c:v>171.35921717171715</c:v>
                </c:pt>
                <c:pt idx="426">
                  <c:v>46.777777777777771</c:v>
                </c:pt>
                <c:pt idx="427">
                  <c:v>6.8257575757575761</c:v>
                </c:pt>
                <c:pt idx="428">
                  <c:v>15.558080808080808</c:v>
                </c:pt>
                <c:pt idx="429">
                  <c:v>41.777777777777771</c:v>
                </c:pt>
                <c:pt idx="430">
                  <c:v>24.443181818181817</c:v>
                </c:pt>
                <c:pt idx="431">
                  <c:v>49.291035353535349</c:v>
                </c:pt>
                <c:pt idx="432">
                  <c:v>31.987373737373737</c:v>
                </c:pt>
                <c:pt idx="433">
                  <c:v>18.024621212121211</c:v>
                </c:pt>
                <c:pt idx="434">
                  <c:v>8.0492424242424239</c:v>
                </c:pt>
                <c:pt idx="435">
                  <c:v>13.151515151515152</c:v>
                </c:pt>
                <c:pt idx="436">
                  <c:v>17.119949494949495</c:v>
                </c:pt>
                <c:pt idx="437">
                  <c:v>8.9229797979797993</c:v>
                </c:pt>
                <c:pt idx="438">
                  <c:v>32.606060606060609</c:v>
                </c:pt>
                <c:pt idx="439">
                  <c:v>371.16035353535358</c:v>
                </c:pt>
                <c:pt idx="440">
                  <c:v>347.93876262626259</c:v>
                </c:pt>
                <c:pt idx="441">
                  <c:v>7.3737373737373737</c:v>
                </c:pt>
                <c:pt idx="442">
                  <c:v>91.592803030303031</c:v>
                </c:pt>
                <c:pt idx="443">
                  <c:v>182.96401515151516</c:v>
                </c:pt>
                <c:pt idx="444">
                  <c:v>190.86363636363637</c:v>
                </c:pt>
                <c:pt idx="445">
                  <c:v>201.50757575757575</c:v>
                </c:pt>
                <c:pt idx="446">
                  <c:v>206.83775252525251</c:v>
                </c:pt>
                <c:pt idx="447">
                  <c:v>301.36363636363637</c:v>
                </c:pt>
                <c:pt idx="448">
                  <c:v>213.25252525252526</c:v>
                </c:pt>
                <c:pt idx="449">
                  <c:v>131.92045454545453</c:v>
                </c:pt>
                <c:pt idx="450">
                  <c:v>129.40340909090909</c:v>
                </c:pt>
                <c:pt idx="451">
                  <c:v>110.03409090909091</c:v>
                </c:pt>
                <c:pt idx="452">
                  <c:v>111.13762626262626</c:v>
                </c:pt>
                <c:pt idx="453">
                  <c:v>22.52967171717172</c:v>
                </c:pt>
                <c:pt idx="454">
                  <c:v>13.071969696969697</c:v>
                </c:pt>
                <c:pt idx="455">
                  <c:v>95.967171717171709</c:v>
                </c:pt>
                <c:pt idx="456">
                  <c:v>36.049242424242422</c:v>
                </c:pt>
                <c:pt idx="457">
                  <c:v>246.82891414141412</c:v>
                </c:pt>
                <c:pt idx="458">
                  <c:v>82.853535353535364</c:v>
                </c:pt>
                <c:pt idx="459">
                  <c:v>68.354166666666671</c:v>
                </c:pt>
                <c:pt idx="460">
                  <c:v>234.31060606060606</c:v>
                </c:pt>
                <c:pt idx="461">
                  <c:v>170.65972222222223</c:v>
                </c:pt>
                <c:pt idx="462">
                  <c:v>58.284090909090907</c:v>
                </c:pt>
                <c:pt idx="463">
                  <c:v>27.636363636363637</c:v>
                </c:pt>
                <c:pt idx="464">
                  <c:v>24.434343434343432</c:v>
                </c:pt>
                <c:pt idx="465">
                  <c:v>101.46527777777779</c:v>
                </c:pt>
                <c:pt idx="466">
                  <c:v>135.77840909090909</c:v>
                </c:pt>
                <c:pt idx="467">
                  <c:v>139.51388888888889</c:v>
                </c:pt>
                <c:pt idx="468">
                  <c:v>172.62689393939394</c:v>
                </c:pt>
                <c:pt idx="469">
                  <c:v>262.87878787878793</c:v>
                </c:pt>
                <c:pt idx="470">
                  <c:v>262.69444444444446</c:v>
                </c:pt>
                <c:pt idx="471">
                  <c:v>251.26010101010098</c:v>
                </c:pt>
                <c:pt idx="472">
                  <c:v>431.33522727272725</c:v>
                </c:pt>
                <c:pt idx="473">
                  <c:v>389.71590909090907</c:v>
                </c:pt>
                <c:pt idx="474">
                  <c:v>205.77651515151516</c:v>
                </c:pt>
                <c:pt idx="475">
                  <c:v>354.02272727272725</c:v>
                </c:pt>
                <c:pt idx="476">
                  <c:v>342.26325757575756</c:v>
                </c:pt>
                <c:pt idx="477">
                  <c:v>325.91919191919192</c:v>
                </c:pt>
                <c:pt idx="478">
                  <c:v>320.40404040404036</c:v>
                </c:pt>
                <c:pt idx="479">
                  <c:v>261.18560606060606</c:v>
                </c:pt>
                <c:pt idx="480">
                  <c:v>216.19444444444443</c:v>
                </c:pt>
                <c:pt idx="481">
                  <c:v>80.959595959595944</c:v>
                </c:pt>
                <c:pt idx="482">
                  <c:v>51</c:v>
                </c:pt>
                <c:pt idx="483">
                  <c:v>11.060606060606061</c:v>
                </c:pt>
                <c:pt idx="484">
                  <c:v>25.001893939393938</c:v>
                </c:pt>
                <c:pt idx="485">
                  <c:v>14.573863636363637</c:v>
                </c:pt>
                <c:pt idx="486">
                  <c:v>51.628787878787875</c:v>
                </c:pt>
                <c:pt idx="487">
                  <c:v>55.496212121212125</c:v>
                </c:pt>
                <c:pt idx="488">
                  <c:v>27.904040404040408</c:v>
                </c:pt>
                <c:pt idx="489">
                  <c:v>3.0265151515151514</c:v>
                </c:pt>
                <c:pt idx="490">
                  <c:v>6.1856060606060606</c:v>
                </c:pt>
                <c:pt idx="491">
                  <c:v>29.147095959595955</c:v>
                </c:pt>
                <c:pt idx="492">
                  <c:v>28.886363636363637</c:v>
                </c:pt>
                <c:pt idx="493">
                  <c:v>48.946969696969695</c:v>
                </c:pt>
                <c:pt idx="494">
                  <c:v>59.694444444444443</c:v>
                </c:pt>
                <c:pt idx="495">
                  <c:v>76.382575757575751</c:v>
                </c:pt>
                <c:pt idx="496">
                  <c:v>36.401515151515149</c:v>
                </c:pt>
                <c:pt idx="497">
                  <c:v>44</c:v>
                </c:pt>
                <c:pt idx="498">
                  <c:v>24.212121212121211</c:v>
                </c:pt>
                <c:pt idx="499">
                  <c:v>3.8421717171717171</c:v>
                </c:pt>
                <c:pt idx="500">
                  <c:v>5.2803030303030303</c:v>
                </c:pt>
                <c:pt idx="501">
                  <c:v>325.65909090909093</c:v>
                </c:pt>
                <c:pt idx="502">
                  <c:v>166.27272727272728</c:v>
                </c:pt>
                <c:pt idx="503">
                  <c:v>241.56313131313132</c:v>
                </c:pt>
                <c:pt idx="504">
                  <c:v>228.19760101010101</c:v>
                </c:pt>
                <c:pt idx="505">
                  <c:v>19.930555555555554</c:v>
                </c:pt>
                <c:pt idx="506">
                  <c:v>212.36363636363637</c:v>
                </c:pt>
                <c:pt idx="507">
                  <c:v>193.57638888888886</c:v>
                </c:pt>
                <c:pt idx="508">
                  <c:v>8.9930555555555571</c:v>
                </c:pt>
                <c:pt idx="509">
                  <c:v>56.226641414141412</c:v>
                </c:pt>
                <c:pt idx="510">
                  <c:v>248.96969696969697</c:v>
                </c:pt>
                <c:pt idx="511">
                  <c:v>73.94886363636364</c:v>
                </c:pt>
                <c:pt idx="512">
                  <c:v>126.67992424242425</c:v>
                </c:pt>
                <c:pt idx="513">
                  <c:v>34.564393939393938</c:v>
                </c:pt>
                <c:pt idx="514">
                  <c:v>6.7739898989898997</c:v>
                </c:pt>
                <c:pt idx="515">
                  <c:v>184.70707070707073</c:v>
                </c:pt>
                <c:pt idx="516">
                  <c:v>8.4090909090909083</c:v>
                </c:pt>
                <c:pt idx="517">
                  <c:v>13.080808080808083</c:v>
                </c:pt>
                <c:pt idx="518">
                  <c:v>22.525252525252522</c:v>
                </c:pt>
                <c:pt idx="519">
                  <c:v>17.590277777777779</c:v>
                </c:pt>
                <c:pt idx="520">
                  <c:v>40.393939393939391</c:v>
                </c:pt>
                <c:pt idx="521">
                  <c:v>26.748737373737377</c:v>
                </c:pt>
                <c:pt idx="522">
                  <c:v>9.5202020202020208</c:v>
                </c:pt>
                <c:pt idx="523">
                  <c:v>7.1477272727272725</c:v>
                </c:pt>
                <c:pt idx="524">
                  <c:v>77.723484848484844</c:v>
                </c:pt>
                <c:pt idx="525">
                  <c:v>77.863636363636374</c:v>
                </c:pt>
                <c:pt idx="526">
                  <c:v>98.63510101010101</c:v>
                </c:pt>
                <c:pt idx="527">
                  <c:v>107.55808080808082</c:v>
                </c:pt>
                <c:pt idx="528">
                  <c:v>34.692550505050505</c:v>
                </c:pt>
                <c:pt idx="529">
                  <c:v>106.59343434343434</c:v>
                </c:pt>
                <c:pt idx="530">
                  <c:v>66.227272727272734</c:v>
                </c:pt>
                <c:pt idx="531">
                  <c:v>270.76515151515156</c:v>
                </c:pt>
                <c:pt idx="532">
                  <c:v>464.54040404040404</c:v>
                </c:pt>
                <c:pt idx="533">
                  <c:v>355.530303030303</c:v>
                </c:pt>
                <c:pt idx="534">
                  <c:v>364.48863636363637</c:v>
                </c:pt>
                <c:pt idx="535">
                  <c:v>361.68181818181819</c:v>
                </c:pt>
                <c:pt idx="536">
                  <c:v>310.78409090909088</c:v>
                </c:pt>
                <c:pt idx="537">
                  <c:v>293.79166666666663</c:v>
                </c:pt>
                <c:pt idx="538">
                  <c:v>96.813131313131322</c:v>
                </c:pt>
                <c:pt idx="539">
                  <c:v>271.48547979797979</c:v>
                </c:pt>
                <c:pt idx="540">
                  <c:v>104.18939393939394</c:v>
                </c:pt>
                <c:pt idx="541">
                  <c:v>7.3768939393939394</c:v>
                </c:pt>
                <c:pt idx="542">
                  <c:v>89.86363636363636</c:v>
                </c:pt>
                <c:pt idx="543">
                  <c:v>53.537878787878789</c:v>
                </c:pt>
                <c:pt idx="544">
                  <c:v>206.6919191919192</c:v>
                </c:pt>
                <c:pt idx="545">
                  <c:v>151.73737373737376</c:v>
                </c:pt>
                <c:pt idx="546">
                  <c:v>36.944444444444443</c:v>
                </c:pt>
                <c:pt idx="547">
                  <c:v>41.939393939393938</c:v>
                </c:pt>
                <c:pt idx="548">
                  <c:v>22.545454545454547</c:v>
                </c:pt>
                <c:pt idx="549">
                  <c:v>69.6875</c:v>
                </c:pt>
                <c:pt idx="550">
                  <c:v>70.791035353535364</c:v>
                </c:pt>
                <c:pt idx="551">
                  <c:v>128.16287878787878</c:v>
                </c:pt>
                <c:pt idx="552">
                  <c:v>176.72348484848484</c:v>
                </c:pt>
                <c:pt idx="553">
                  <c:v>493.16224747474752</c:v>
                </c:pt>
                <c:pt idx="554">
                  <c:v>98.746212121212125</c:v>
                </c:pt>
                <c:pt idx="555">
                  <c:v>88.684343434343432</c:v>
                </c:pt>
                <c:pt idx="556">
                  <c:v>42.705808080808076</c:v>
                </c:pt>
                <c:pt idx="557">
                  <c:v>75.429292929292927</c:v>
                </c:pt>
                <c:pt idx="558">
                  <c:v>125.66666666666667</c:v>
                </c:pt>
                <c:pt idx="559">
                  <c:v>38.409090909090907</c:v>
                </c:pt>
                <c:pt idx="560">
                  <c:v>80.174242424242422</c:v>
                </c:pt>
                <c:pt idx="561">
                  <c:v>84.402777777777786</c:v>
                </c:pt>
                <c:pt idx="562">
                  <c:v>90.431818181818187</c:v>
                </c:pt>
                <c:pt idx="563">
                  <c:v>38.568813131313128</c:v>
                </c:pt>
                <c:pt idx="564">
                  <c:v>111.68055555555554</c:v>
                </c:pt>
                <c:pt idx="565">
                  <c:v>148.125</c:v>
                </c:pt>
                <c:pt idx="566">
                  <c:v>53.320707070707066</c:v>
                </c:pt>
                <c:pt idx="567">
                  <c:v>48.613636363636367</c:v>
                </c:pt>
                <c:pt idx="568">
                  <c:v>71.665404040404042</c:v>
                </c:pt>
                <c:pt idx="569">
                  <c:v>79.258207070707059</c:v>
                </c:pt>
                <c:pt idx="570">
                  <c:v>125.14520202020202</c:v>
                </c:pt>
                <c:pt idx="571">
                  <c:v>139.51578282828282</c:v>
                </c:pt>
                <c:pt idx="572">
                  <c:v>90.338383838383848</c:v>
                </c:pt>
                <c:pt idx="573">
                  <c:v>143.18939393939394</c:v>
                </c:pt>
                <c:pt idx="574">
                  <c:v>150.03409090909091</c:v>
                </c:pt>
                <c:pt idx="575">
                  <c:v>155.90530303030303</c:v>
                </c:pt>
                <c:pt idx="576">
                  <c:v>298.08333333333331</c:v>
                </c:pt>
                <c:pt idx="577">
                  <c:v>356.52651515151513</c:v>
                </c:pt>
                <c:pt idx="578">
                  <c:v>363.87626262626259</c:v>
                </c:pt>
                <c:pt idx="579">
                  <c:v>571.18181818181813</c:v>
                </c:pt>
                <c:pt idx="580">
                  <c:v>527.79671717171721</c:v>
                </c:pt>
                <c:pt idx="581">
                  <c:v>19.776515151515152</c:v>
                </c:pt>
                <c:pt idx="582">
                  <c:v>123.73737373737374</c:v>
                </c:pt>
                <c:pt idx="583">
                  <c:v>23.393939393939394</c:v>
                </c:pt>
                <c:pt idx="584">
                  <c:v>127.47790404040404</c:v>
                </c:pt>
                <c:pt idx="585">
                  <c:v>269.60227272727275</c:v>
                </c:pt>
                <c:pt idx="586">
                  <c:v>262.85606060606062</c:v>
                </c:pt>
                <c:pt idx="587">
                  <c:v>31.022727272727273</c:v>
                </c:pt>
                <c:pt idx="588">
                  <c:v>19.444444444444446</c:v>
                </c:pt>
                <c:pt idx="589">
                  <c:v>47.395833333333336</c:v>
                </c:pt>
                <c:pt idx="590">
                  <c:v>19.696969696969695</c:v>
                </c:pt>
                <c:pt idx="591">
                  <c:v>15.797979797979796</c:v>
                </c:pt>
                <c:pt idx="592">
                  <c:v>62.383838383838381</c:v>
                </c:pt>
                <c:pt idx="593">
                  <c:v>60.849116161616166</c:v>
                </c:pt>
                <c:pt idx="594">
                  <c:v>211.11111111111114</c:v>
                </c:pt>
                <c:pt idx="595">
                  <c:v>436.99494949494948</c:v>
                </c:pt>
                <c:pt idx="596">
                  <c:v>105.65593434343435</c:v>
                </c:pt>
                <c:pt idx="597">
                  <c:v>32.746212121212125</c:v>
                </c:pt>
                <c:pt idx="598">
                  <c:v>100.30681818181819</c:v>
                </c:pt>
                <c:pt idx="599">
                  <c:v>100.9469696969697</c:v>
                </c:pt>
                <c:pt idx="600">
                  <c:v>206.57575757575756</c:v>
                </c:pt>
                <c:pt idx="601">
                  <c:v>194.45454545454547</c:v>
                </c:pt>
                <c:pt idx="602">
                  <c:v>45.813131313131315</c:v>
                </c:pt>
                <c:pt idx="603">
                  <c:v>42.813131313131315</c:v>
                </c:pt>
                <c:pt idx="604">
                  <c:v>88.390151515151516</c:v>
                </c:pt>
                <c:pt idx="605">
                  <c:v>86.063131313131308</c:v>
                </c:pt>
                <c:pt idx="606">
                  <c:v>174.11616161616163</c:v>
                </c:pt>
                <c:pt idx="607">
                  <c:v>180.69696969696969</c:v>
                </c:pt>
                <c:pt idx="608">
                  <c:v>71.035353535353536</c:v>
                </c:pt>
                <c:pt idx="609">
                  <c:v>264.0151515151515</c:v>
                </c:pt>
                <c:pt idx="610">
                  <c:v>250.93939393939394</c:v>
                </c:pt>
                <c:pt idx="611">
                  <c:v>74.75</c:v>
                </c:pt>
                <c:pt idx="612">
                  <c:v>148.65909090909093</c:v>
                </c:pt>
                <c:pt idx="613">
                  <c:v>74.825757575757578</c:v>
                </c:pt>
                <c:pt idx="614">
                  <c:v>95.858585858585855</c:v>
                </c:pt>
                <c:pt idx="615">
                  <c:v>30.176767676767675</c:v>
                </c:pt>
                <c:pt idx="616">
                  <c:v>142.72095959595961</c:v>
                </c:pt>
                <c:pt idx="617">
                  <c:v>211.50568181818181</c:v>
                </c:pt>
                <c:pt idx="618">
                  <c:v>189.08143939393941</c:v>
                </c:pt>
                <c:pt idx="619">
                  <c:v>37.969696969696969</c:v>
                </c:pt>
                <c:pt idx="620">
                  <c:v>177.29861111111109</c:v>
                </c:pt>
                <c:pt idx="621">
                  <c:v>187.87878787878788</c:v>
                </c:pt>
                <c:pt idx="622">
                  <c:v>188.57575757575756</c:v>
                </c:pt>
                <c:pt idx="623">
                  <c:v>169.62752525252523</c:v>
                </c:pt>
                <c:pt idx="624">
                  <c:v>113.54924242424242</c:v>
                </c:pt>
                <c:pt idx="625">
                  <c:v>396.90909090909093</c:v>
                </c:pt>
                <c:pt idx="626">
                  <c:v>405.02525252525248</c:v>
                </c:pt>
                <c:pt idx="627">
                  <c:v>330.05113636363637</c:v>
                </c:pt>
                <c:pt idx="628">
                  <c:v>354.71654040404036</c:v>
                </c:pt>
                <c:pt idx="629">
                  <c:v>353.30113636363637</c:v>
                </c:pt>
                <c:pt idx="630">
                  <c:v>345.87689393939394</c:v>
                </c:pt>
                <c:pt idx="631">
                  <c:v>199.22348484848484</c:v>
                </c:pt>
                <c:pt idx="632">
                  <c:v>141.59659090909091</c:v>
                </c:pt>
                <c:pt idx="633">
                  <c:v>145.20138888888891</c:v>
                </c:pt>
                <c:pt idx="634">
                  <c:v>193.9614898989899</c:v>
                </c:pt>
                <c:pt idx="635">
                  <c:v>133.61174242424244</c:v>
                </c:pt>
                <c:pt idx="636">
                  <c:v>164.01388888888886</c:v>
                </c:pt>
                <c:pt idx="637">
                  <c:v>158.12815656565658</c:v>
                </c:pt>
                <c:pt idx="638">
                  <c:v>70.806818181818187</c:v>
                </c:pt>
                <c:pt idx="639">
                  <c:v>68.268939393939391</c:v>
                </c:pt>
                <c:pt idx="640">
                  <c:v>175.95959595959596</c:v>
                </c:pt>
                <c:pt idx="641">
                  <c:v>8.4090909090909083</c:v>
                </c:pt>
                <c:pt idx="642">
                  <c:v>74.924242424242422</c:v>
                </c:pt>
                <c:pt idx="643">
                  <c:v>159.31439393939394</c:v>
                </c:pt>
                <c:pt idx="644">
                  <c:v>21.445075757575758</c:v>
                </c:pt>
                <c:pt idx="645">
                  <c:v>39.06565656565656</c:v>
                </c:pt>
                <c:pt idx="646">
                  <c:v>264.03724747474752</c:v>
                </c:pt>
                <c:pt idx="647">
                  <c:v>121.63636363636364</c:v>
                </c:pt>
                <c:pt idx="648">
                  <c:v>12.333333333333334</c:v>
                </c:pt>
                <c:pt idx="649">
                  <c:v>19.152777777777779</c:v>
                </c:pt>
                <c:pt idx="650">
                  <c:v>111.38888888888889</c:v>
                </c:pt>
                <c:pt idx="651">
                  <c:v>149.14772727272728</c:v>
                </c:pt>
                <c:pt idx="652">
                  <c:v>8.6843434343434343</c:v>
                </c:pt>
                <c:pt idx="653">
                  <c:v>148.82196969696969</c:v>
                </c:pt>
                <c:pt idx="654">
                  <c:v>70.599747474747474</c:v>
                </c:pt>
                <c:pt idx="655">
                  <c:v>242.32196969696975</c:v>
                </c:pt>
                <c:pt idx="656">
                  <c:v>692.25</c:v>
                </c:pt>
                <c:pt idx="657">
                  <c:v>10.070075757575758</c:v>
                </c:pt>
                <c:pt idx="658">
                  <c:v>78.555555555555557</c:v>
                </c:pt>
                <c:pt idx="659">
                  <c:v>129.40277777777777</c:v>
                </c:pt>
                <c:pt idx="660">
                  <c:v>154.44949494949495</c:v>
                </c:pt>
                <c:pt idx="661">
                  <c:v>117.83333333333333</c:v>
                </c:pt>
                <c:pt idx="662">
                  <c:v>19.239267676767678</c:v>
                </c:pt>
                <c:pt idx="663">
                  <c:v>62.708333333333336</c:v>
                </c:pt>
                <c:pt idx="664">
                  <c:v>462.29166666666669</c:v>
                </c:pt>
                <c:pt idx="665">
                  <c:v>12.632575757575758</c:v>
                </c:pt>
                <c:pt idx="666">
                  <c:v>92.897727272727266</c:v>
                </c:pt>
                <c:pt idx="667">
                  <c:v>47.104166666666664</c:v>
                </c:pt>
                <c:pt idx="668">
                  <c:v>295.61931818181813</c:v>
                </c:pt>
                <c:pt idx="669">
                  <c:v>59.208333333333336</c:v>
                </c:pt>
                <c:pt idx="670">
                  <c:v>59.9375</c:v>
                </c:pt>
                <c:pt idx="671">
                  <c:v>230.02777777777777</c:v>
                </c:pt>
                <c:pt idx="672">
                  <c:v>39.958333333333336</c:v>
                </c:pt>
                <c:pt idx="673">
                  <c:v>41.751262626262623</c:v>
                </c:pt>
                <c:pt idx="674">
                  <c:v>7.5568181818181817</c:v>
                </c:pt>
                <c:pt idx="675">
                  <c:v>67.330808080808083</c:v>
                </c:pt>
                <c:pt idx="676">
                  <c:v>89</c:v>
                </c:pt>
                <c:pt idx="677">
                  <c:v>137.94696969696969</c:v>
                </c:pt>
                <c:pt idx="678">
                  <c:v>15.458333333333336</c:v>
                </c:pt>
                <c:pt idx="679">
                  <c:v>111.6111111111111</c:v>
                </c:pt>
                <c:pt idx="680">
                  <c:v>33.541666666666664</c:v>
                </c:pt>
                <c:pt idx="681">
                  <c:v>45.208333333333336</c:v>
                </c:pt>
                <c:pt idx="682">
                  <c:v>94.397727272727266</c:v>
                </c:pt>
                <c:pt idx="683">
                  <c:v>16.041666666666668</c:v>
                </c:pt>
                <c:pt idx="684">
                  <c:v>17.986111111111114</c:v>
                </c:pt>
                <c:pt idx="685">
                  <c:v>9.0416666666666661</c:v>
                </c:pt>
                <c:pt idx="686">
                  <c:v>29.113005050505052</c:v>
                </c:pt>
                <c:pt idx="687">
                  <c:v>29.119318181818183</c:v>
                </c:pt>
                <c:pt idx="688">
                  <c:v>26.444444444444446</c:v>
                </c:pt>
                <c:pt idx="689">
                  <c:v>182</c:v>
                </c:pt>
                <c:pt idx="690">
                  <c:v>1.428030303030303</c:v>
                </c:pt>
                <c:pt idx="691">
                  <c:v>6.9450757575757578</c:v>
                </c:pt>
                <c:pt idx="692">
                  <c:v>84.852272727272734</c:v>
                </c:pt>
                <c:pt idx="693">
                  <c:v>59.155303030303038</c:v>
                </c:pt>
                <c:pt idx="694">
                  <c:v>77.651515151515156</c:v>
                </c:pt>
                <c:pt idx="695">
                  <c:v>40.863636363636367</c:v>
                </c:pt>
                <c:pt idx="696">
                  <c:v>239.95643939393941</c:v>
                </c:pt>
                <c:pt idx="697">
                  <c:v>370.16035353535358</c:v>
                </c:pt>
                <c:pt idx="698">
                  <c:v>546.68560606060601</c:v>
                </c:pt>
                <c:pt idx="699">
                  <c:v>535.41414141414145</c:v>
                </c:pt>
                <c:pt idx="700">
                  <c:v>133.80366161616161</c:v>
                </c:pt>
                <c:pt idx="701">
                  <c:v>317.52777777777777</c:v>
                </c:pt>
                <c:pt idx="702">
                  <c:v>15.604166666666666</c:v>
                </c:pt>
                <c:pt idx="703">
                  <c:v>41.462121212121211</c:v>
                </c:pt>
                <c:pt idx="704">
                  <c:v>120.5</c:v>
                </c:pt>
                <c:pt idx="705">
                  <c:v>75.121212121212125</c:v>
                </c:pt>
                <c:pt idx="706">
                  <c:v>413.07133838383839</c:v>
                </c:pt>
                <c:pt idx="707">
                  <c:v>432.47979797979798</c:v>
                </c:pt>
                <c:pt idx="708">
                  <c:v>287.69318181818181</c:v>
                </c:pt>
                <c:pt idx="709">
                  <c:v>360.56565656565658</c:v>
                </c:pt>
                <c:pt idx="710">
                  <c:v>266.42424242424244</c:v>
                </c:pt>
                <c:pt idx="711">
                  <c:v>92.549242424242422</c:v>
                </c:pt>
                <c:pt idx="712">
                  <c:v>61.011363636363633</c:v>
                </c:pt>
                <c:pt idx="713">
                  <c:v>3.5631313131313127</c:v>
                </c:pt>
                <c:pt idx="714">
                  <c:v>116.64393939393939</c:v>
                </c:pt>
                <c:pt idx="715">
                  <c:v>101.73358585858585</c:v>
                </c:pt>
                <c:pt idx="716">
                  <c:v>30.678030303030305</c:v>
                </c:pt>
                <c:pt idx="717">
                  <c:v>61.136363636363633</c:v>
                </c:pt>
                <c:pt idx="718">
                  <c:v>513.88131313131316</c:v>
                </c:pt>
                <c:pt idx="719">
                  <c:v>584.2954545454545</c:v>
                </c:pt>
                <c:pt idx="720">
                  <c:v>549.8762626262627</c:v>
                </c:pt>
                <c:pt idx="721">
                  <c:v>528.25757575757575</c:v>
                </c:pt>
                <c:pt idx="722">
                  <c:v>524.24305555555554</c:v>
                </c:pt>
                <c:pt idx="723">
                  <c:v>470.75757575757575</c:v>
                </c:pt>
                <c:pt idx="724">
                  <c:v>210.52840909090909</c:v>
                </c:pt>
                <c:pt idx="725">
                  <c:v>27.340277777777779</c:v>
                </c:pt>
                <c:pt idx="726">
                  <c:v>186.00757575757575</c:v>
                </c:pt>
                <c:pt idx="727">
                  <c:v>462.18939393939394</c:v>
                </c:pt>
                <c:pt idx="728">
                  <c:v>421.24494949494954</c:v>
                </c:pt>
                <c:pt idx="729">
                  <c:v>11.212121212121213</c:v>
                </c:pt>
                <c:pt idx="730">
                  <c:v>350.25</c:v>
                </c:pt>
                <c:pt idx="731">
                  <c:v>30.776515151515152</c:v>
                </c:pt>
                <c:pt idx="732">
                  <c:v>388.3434343434343</c:v>
                </c:pt>
                <c:pt idx="733">
                  <c:v>345.56818181818181</c:v>
                </c:pt>
                <c:pt idx="734">
                  <c:v>89.594696969696969</c:v>
                </c:pt>
                <c:pt idx="735">
                  <c:v>373.61616161616161</c:v>
                </c:pt>
                <c:pt idx="736">
                  <c:v>117.77146464646466</c:v>
                </c:pt>
                <c:pt idx="737">
                  <c:v>114.97348484848484</c:v>
                </c:pt>
                <c:pt idx="738">
                  <c:v>132.36363636363637</c:v>
                </c:pt>
                <c:pt idx="739">
                  <c:v>279.17550505050502</c:v>
                </c:pt>
                <c:pt idx="740">
                  <c:v>391.02272727272725</c:v>
                </c:pt>
                <c:pt idx="741">
                  <c:v>318.00378787878788</c:v>
                </c:pt>
                <c:pt idx="742">
                  <c:v>245.42045454545453</c:v>
                </c:pt>
                <c:pt idx="743">
                  <c:v>171.47348484848484</c:v>
                </c:pt>
                <c:pt idx="744">
                  <c:v>21.172979797979796</c:v>
                </c:pt>
                <c:pt idx="745">
                  <c:v>93.311237373737384</c:v>
                </c:pt>
                <c:pt idx="746">
                  <c:v>120.16666666666667</c:v>
                </c:pt>
                <c:pt idx="747">
                  <c:v>128.2929292929293</c:v>
                </c:pt>
                <c:pt idx="748">
                  <c:v>127.94444444444443</c:v>
                </c:pt>
                <c:pt idx="749">
                  <c:v>115.30113636363636</c:v>
                </c:pt>
                <c:pt idx="750">
                  <c:v>116.19318181818181</c:v>
                </c:pt>
                <c:pt idx="751">
                  <c:v>126.6969696969697</c:v>
                </c:pt>
                <c:pt idx="752">
                  <c:v>69.045454545454561</c:v>
                </c:pt>
                <c:pt idx="753">
                  <c:v>16.692550505050505</c:v>
                </c:pt>
                <c:pt idx="754">
                  <c:v>44.825757575757578</c:v>
                </c:pt>
                <c:pt idx="755">
                  <c:v>57.166666666666664</c:v>
                </c:pt>
                <c:pt idx="756">
                  <c:v>79.924242424242422</c:v>
                </c:pt>
                <c:pt idx="757">
                  <c:v>308.97222222222217</c:v>
                </c:pt>
                <c:pt idx="758">
                  <c:v>188.69823232323236</c:v>
                </c:pt>
                <c:pt idx="759">
                  <c:v>529.97159090909088</c:v>
                </c:pt>
                <c:pt idx="760">
                  <c:v>534.89583333333337</c:v>
                </c:pt>
                <c:pt idx="761">
                  <c:v>514.62310606060601</c:v>
                </c:pt>
                <c:pt idx="762">
                  <c:v>541.66982323232321</c:v>
                </c:pt>
                <c:pt idx="763">
                  <c:v>492.10416666666669</c:v>
                </c:pt>
                <c:pt idx="764">
                  <c:v>464.94318181818181</c:v>
                </c:pt>
                <c:pt idx="765">
                  <c:v>317.12121212121212</c:v>
                </c:pt>
                <c:pt idx="766">
                  <c:v>98.204545454545453</c:v>
                </c:pt>
                <c:pt idx="767">
                  <c:v>220.25252525252523</c:v>
                </c:pt>
                <c:pt idx="768">
                  <c:v>94.533459595959584</c:v>
                </c:pt>
                <c:pt idx="769">
                  <c:v>23.439393939393938</c:v>
                </c:pt>
                <c:pt idx="770">
                  <c:v>520.51893939393938</c:v>
                </c:pt>
                <c:pt idx="771">
                  <c:v>159.4501262626263</c:v>
                </c:pt>
                <c:pt idx="772">
                  <c:v>303.280303030303</c:v>
                </c:pt>
                <c:pt idx="773">
                  <c:v>70.880050505050505</c:v>
                </c:pt>
                <c:pt idx="774">
                  <c:v>207.74053030303031</c:v>
                </c:pt>
                <c:pt idx="775">
                  <c:v>385.3055555555556</c:v>
                </c:pt>
                <c:pt idx="776">
                  <c:v>17.47159090909091</c:v>
                </c:pt>
                <c:pt idx="777">
                  <c:v>541.25252525252529</c:v>
                </c:pt>
                <c:pt idx="778">
                  <c:v>484.10353535353539</c:v>
                </c:pt>
                <c:pt idx="779">
                  <c:v>207.125</c:v>
                </c:pt>
                <c:pt idx="780">
                  <c:v>367.61111111111114</c:v>
                </c:pt>
                <c:pt idx="781">
                  <c:v>319.13825757575756</c:v>
                </c:pt>
                <c:pt idx="782">
                  <c:v>479.41351010101016</c:v>
                </c:pt>
                <c:pt idx="783">
                  <c:v>486.83333333333331</c:v>
                </c:pt>
                <c:pt idx="784">
                  <c:v>395</c:v>
                </c:pt>
                <c:pt idx="785">
                  <c:v>373.86363636363637</c:v>
                </c:pt>
                <c:pt idx="786">
                  <c:v>350.74242424242425</c:v>
                </c:pt>
                <c:pt idx="787">
                  <c:v>230.15909090909091</c:v>
                </c:pt>
                <c:pt idx="788">
                  <c:v>277.16035353535352</c:v>
                </c:pt>
                <c:pt idx="789">
                  <c:v>292.04797979797979</c:v>
                </c:pt>
                <c:pt idx="790">
                  <c:v>273.79545454545456</c:v>
                </c:pt>
                <c:pt idx="791">
                  <c:v>242.06565656565655</c:v>
                </c:pt>
                <c:pt idx="792">
                  <c:v>223.83333333333334</c:v>
                </c:pt>
                <c:pt idx="793">
                  <c:v>9.8989898989898979</c:v>
                </c:pt>
                <c:pt idx="794">
                  <c:v>64.810606060606062</c:v>
                </c:pt>
                <c:pt idx="795">
                  <c:v>174.35858585858583</c:v>
                </c:pt>
                <c:pt idx="796">
                  <c:v>480.14772727272737</c:v>
                </c:pt>
                <c:pt idx="797">
                  <c:v>19.464646464646464</c:v>
                </c:pt>
                <c:pt idx="798">
                  <c:v>109.85732323232324</c:v>
                </c:pt>
                <c:pt idx="799">
                  <c:v>543.95075757575762</c:v>
                </c:pt>
                <c:pt idx="800">
                  <c:v>535.25883838383845</c:v>
                </c:pt>
                <c:pt idx="801">
                  <c:v>401.25757575757575</c:v>
                </c:pt>
                <c:pt idx="802">
                  <c:v>497.25</c:v>
                </c:pt>
                <c:pt idx="803">
                  <c:v>451.18181818181819</c:v>
                </c:pt>
                <c:pt idx="804">
                  <c:v>432.36111111111114</c:v>
                </c:pt>
                <c:pt idx="805">
                  <c:v>414.72537878787881</c:v>
                </c:pt>
                <c:pt idx="806">
                  <c:v>65.868055555555543</c:v>
                </c:pt>
                <c:pt idx="807">
                  <c:v>28.006313131313135</c:v>
                </c:pt>
                <c:pt idx="808">
                  <c:v>37.560606060606062</c:v>
                </c:pt>
                <c:pt idx="809">
                  <c:v>40.436868686868685</c:v>
                </c:pt>
                <c:pt idx="810">
                  <c:v>557.72727272727275</c:v>
                </c:pt>
                <c:pt idx="811">
                  <c:v>529.37563131313141</c:v>
                </c:pt>
                <c:pt idx="812">
                  <c:v>508.07386363636363</c:v>
                </c:pt>
                <c:pt idx="813">
                  <c:v>411.42045454545456</c:v>
                </c:pt>
                <c:pt idx="814">
                  <c:v>267.71022727272725</c:v>
                </c:pt>
                <c:pt idx="815">
                  <c:v>245.92045454545453</c:v>
                </c:pt>
                <c:pt idx="816">
                  <c:v>357.4848484848485</c:v>
                </c:pt>
                <c:pt idx="817">
                  <c:v>40.13510101010101</c:v>
                </c:pt>
                <c:pt idx="818">
                  <c:v>37</c:v>
                </c:pt>
                <c:pt idx="819">
                  <c:v>45.5</c:v>
                </c:pt>
                <c:pt idx="820">
                  <c:v>9.9027777777777786</c:v>
                </c:pt>
                <c:pt idx="821">
                  <c:v>513.10606060606062</c:v>
                </c:pt>
                <c:pt idx="822">
                  <c:v>18.724116161616163</c:v>
                </c:pt>
                <c:pt idx="823">
                  <c:v>31.234848484848484</c:v>
                </c:pt>
                <c:pt idx="824">
                  <c:v>24.9375</c:v>
                </c:pt>
                <c:pt idx="825">
                  <c:v>155.4419191919192</c:v>
                </c:pt>
                <c:pt idx="826">
                  <c:v>529.21590909090912</c:v>
                </c:pt>
                <c:pt idx="827">
                  <c:v>497.61931818181819</c:v>
                </c:pt>
                <c:pt idx="828">
                  <c:v>456.16224747474752</c:v>
                </c:pt>
                <c:pt idx="829">
                  <c:v>123.72601010101012</c:v>
                </c:pt>
                <c:pt idx="830">
                  <c:v>234.13636363636363</c:v>
                </c:pt>
                <c:pt idx="831">
                  <c:v>229.57007575757572</c:v>
                </c:pt>
                <c:pt idx="832">
                  <c:v>66.510732323232318</c:v>
                </c:pt>
                <c:pt idx="833">
                  <c:v>284.29229797979798</c:v>
                </c:pt>
                <c:pt idx="834">
                  <c:v>412.41666666666669</c:v>
                </c:pt>
                <c:pt idx="835">
                  <c:v>24.694444444444446</c:v>
                </c:pt>
                <c:pt idx="836">
                  <c:v>36.685606060606062</c:v>
                </c:pt>
                <c:pt idx="837">
                  <c:v>621.9223484848485</c:v>
                </c:pt>
                <c:pt idx="838">
                  <c:v>223.61111111111114</c:v>
                </c:pt>
                <c:pt idx="839">
                  <c:v>547.14962121212125</c:v>
                </c:pt>
                <c:pt idx="840">
                  <c:v>64.658459595959599</c:v>
                </c:pt>
                <c:pt idx="841">
                  <c:v>101.11111111111111</c:v>
                </c:pt>
                <c:pt idx="842">
                  <c:v>154.18181818181819</c:v>
                </c:pt>
                <c:pt idx="843">
                  <c:v>134.14141414141415</c:v>
                </c:pt>
                <c:pt idx="844">
                  <c:v>349.08775252525248</c:v>
                </c:pt>
                <c:pt idx="845">
                  <c:v>109.84848484848484</c:v>
                </c:pt>
                <c:pt idx="846">
                  <c:v>71.132575757575765</c:v>
                </c:pt>
                <c:pt idx="847">
                  <c:v>77.875000000000014</c:v>
                </c:pt>
                <c:pt idx="848">
                  <c:v>25.814393939393938</c:v>
                </c:pt>
                <c:pt idx="849">
                  <c:v>110.41792929292929</c:v>
                </c:pt>
                <c:pt idx="850">
                  <c:v>94.503787878787875</c:v>
                </c:pt>
                <c:pt idx="851">
                  <c:v>142.06439393939394</c:v>
                </c:pt>
                <c:pt idx="852">
                  <c:v>195.83712121212122</c:v>
                </c:pt>
                <c:pt idx="853">
                  <c:v>177.51704545454547</c:v>
                </c:pt>
                <c:pt idx="854">
                  <c:v>147.21464646464648</c:v>
                </c:pt>
                <c:pt idx="855">
                  <c:v>430.83522727272725</c:v>
                </c:pt>
                <c:pt idx="856">
                  <c:v>523.44886363636351</c:v>
                </c:pt>
                <c:pt idx="857">
                  <c:v>495.30681818181824</c:v>
                </c:pt>
                <c:pt idx="858">
                  <c:v>566.77272727272725</c:v>
                </c:pt>
                <c:pt idx="859">
                  <c:v>275.66287878787881</c:v>
                </c:pt>
                <c:pt idx="860">
                  <c:v>525.58333333333337</c:v>
                </c:pt>
                <c:pt idx="861">
                  <c:v>52.507575757575758</c:v>
                </c:pt>
                <c:pt idx="862">
                  <c:v>315.86111111111114</c:v>
                </c:pt>
                <c:pt idx="863">
                  <c:v>36.719696969696969</c:v>
                </c:pt>
                <c:pt idx="864">
                  <c:v>34.166666666666664</c:v>
                </c:pt>
                <c:pt idx="865">
                  <c:v>22.75</c:v>
                </c:pt>
                <c:pt idx="866">
                  <c:v>37</c:v>
                </c:pt>
                <c:pt idx="867">
                  <c:v>301.78787878787881</c:v>
                </c:pt>
                <c:pt idx="868">
                  <c:v>636.84848484848487</c:v>
                </c:pt>
                <c:pt idx="869">
                  <c:v>478.85732323232327</c:v>
                </c:pt>
                <c:pt idx="870">
                  <c:v>427.04419191919192</c:v>
                </c:pt>
                <c:pt idx="871">
                  <c:v>13.681818181818182</c:v>
                </c:pt>
                <c:pt idx="872">
                  <c:v>16.695075757575758</c:v>
                </c:pt>
                <c:pt idx="873">
                  <c:v>16.565656565656564</c:v>
                </c:pt>
                <c:pt idx="874">
                  <c:v>13.710227272727273</c:v>
                </c:pt>
                <c:pt idx="875">
                  <c:v>669.16666666666663</c:v>
                </c:pt>
                <c:pt idx="876">
                  <c:v>662.34027777777771</c:v>
                </c:pt>
                <c:pt idx="877">
                  <c:v>641.59090909090912</c:v>
                </c:pt>
                <c:pt idx="878">
                  <c:v>405.97222222222229</c:v>
                </c:pt>
                <c:pt idx="879">
                  <c:v>511.18434343434342</c:v>
                </c:pt>
                <c:pt idx="880">
                  <c:v>354.11237373737373</c:v>
                </c:pt>
                <c:pt idx="881">
                  <c:v>180.9375</c:v>
                </c:pt>
                <c:pt idx="882">
                  <c:v>53.263888888888893</c:v>
                </c:pt>
                <c:pt idx="883">
                  <c:v>47.601010101010097</c:v>
                </c:pt>
                <c:pt idx="884">
                  <c:v>577.75505050505058</c:v>
                </c:pt>
                <c:pt idx="885">
                  <c:v>12.910984848484848</c:v>
                </c:pt>
                <c:pt idx="886">
                  <c:v>353.30808080808077</c:v>
                </c:pt>
                <c:pt idx="887">
                  <c:v>27.493686868686865</c:v>
                </c:pt>
                <c:pt idx="888">
                  <c:v>99.630681818181813</c:v>
                </c:pt>
                <c:pt idx="889">
                  <c:v>383.84154040404036</c:v>
                </c:pt>
                <c:pt idx="890">
                  <c:v>244.7348484848485</c:v>
                </c:pt>
                <c:pt idx="891">
                  <c:v>48.453914141414138</c:v>
                </c:pt>
                <c:pt idx="892">
                  <c:v>242.2891414141414</c:v>
                </c:pt>
                <c:pt idx="893">
                  <c:v>244.22348484848482</c:v>
                </c:pt>
                <c:pt idx="894">
                  <c:v>7.4375</c:v>
                </c:pt>
                <c:pt idx="895">
                  <c:v>142.09090909090912</c:v>
                </c:pt>
                <c:pt idx="896">
                  <c:v>17.373737373737374</c:v>
                </c:pt>
                <c:pt idx="897">
                  <c:v>157.11805555555557</c:v>
                </c:pt>
                <c:pt idx="898">
                  <c:v>130.84090909090909</c:v>
                </c:pt>
                <c:pt idx="899">
                  <c:v>94.337121212121218</c:v>
                </c:pt>
                <c:pt idx="900">
                  <c:v>50.058080808080817</c:v>
                </c:pt>
                <c:pt idx="901">
                  <c:v>42.99684343434344</c:v>
                </c:pt>
                <c:pt idx="902">
                  <c:v>37.133838383838388</c:v>
                </c:pt>
                <c:pt idx="903">
                  <c:v>41.076388888888893</c:v>
                </c:pt>
                <c:pt idx="904">
                  <c:v>173.50505050505052</c:v>
                </c:pt>
                <c:pt idx="905">
                  <c:v>196.2373737373737</c:v>
                </c:pt>
                <c:pt idx="906">
                  <c:v>298.96717171717171</c:v>
                </c:pt>
                <c:pt idx="907">
                  <c:v>316.30113636363637</c:v>
                </c:pt>
                <c:pt idx="908">
                  <c:v>136.44444444444443</c:v>
                </c:pt>
                <c:pt idx="909">
                  <c:v>335.40909090909093</c:v>
                </c:pt>
                <c:pt idx="910">
                  <c:v>319.42613636363637</c:v>
                </c:pt>
                <c:pt idx="911">
                  <c:v>320.83333333333331</c:v>
                </c:pt>
                <c:pt idx="912">
                  <c:v>306.29419191919192</c:v>
                </c:pt>
                <c:pt idx="913">
                  <c:v>372.30176767676767</c:v>
                </c:pt>
                <c:pt idx="914">
                  <c:v>302.80303030303031</c:v>
                </c:pt>
                <c:pt idx="915">
                  <c:v>270.59848484848487</c:v>
                </c:pt>
                <c:pt idx="916">
                  <c:v>293.97979797979798</c:v>
                </c:pt>
                <c:pt idx="917">
                  <c:v>290.6016414141414</c:v>
                </c:pt>
                <c:pt idx="918">
                  <c:v>292.25378787878788</c:v>
                </c:pt>
                <c:pt idx="919">
                  <c:v>288.55618686868684</c:v>
                </c:pt>
                <c:pt idx="920">
                  <c:v>288.594696969697</c:v>
                </c:pt>
                <c:pt idx="921">
                  <c:v>400.62626262626264</c:v>
                </c:pt>
                <c:pt idx="922">
                  <c:v>220.53977272727272</c:v>
                </c:pt>
                <c:pt idx="923">
                  <c:v>40.162878787878789</c:v>
                </c:pt>
                <c:pt idx="924">
                  <c:v>6.5492424242424239</c:v>
                </c:pt>
                <c:pt idx="925">
                  <c:v>38.831439393939391</c:v>
                </c:pt>
                <c:pt idx="926">
                  <c:v>19.247474747474747</c:v>
                </c:pt>
                <c:pt idx="927">
                  <c:v>86.308080808080803</c:v>
                </c:pt>
                <c:pt idx="928">
                  <c:v>48.613636363636367</c:v>
                </c:pt>
                <c:pt idx="929">
                  <c:v>123.55303030303033</c:v>
                </c:pt>
                <c:pt idx="930">
                  <c:v>72.121212121212125</c:v>
                </c:pt>
                <c:pt idx="931">
                  <c:v>68.118055555555557</c:v>
                </c:pt>
                <c:pt idx="932">
                  <c:v>56.732323232323232</c:v>
                </c:pt>
                <c:pt idx="933">
                  <c:v>60.136363636363633</c:v>
                </c:pt>
                <c:pt idx="934">
                  <c:v>260.11363636363637</c:v>
                </c:pt>
                <c:pt idx="935">
                  <c:v>123.16287878787878</c:v>
                </c:pt>
                <c:pt idx="936">
                  <c:v>221.11363636363637</c:v>
                </c:pt>
                <c:pt idx="937">
                  <c:v>351.07575757575756</c:v>
                </c:pt>
                <c:pt idx="938">
                  <c:v>428.40151515151513</c:v>
                </c:pt>
                <c:pt idx="939">
                  <c:v>325.44886363636363</c:v>
                </c:pt>
                <c:pt idx="940">
                  <c:v>51.361111111111114</c:v>
                </c:pt>
                <c:pt idx="941">
                  <c:v>331.05681818181819</c:v>
                </c:pt>
                <c:pt idx="942">
                  <c:v>332.7739898989899</c:v>
                </c:pt>
                <c:pt idx="943">
                  <c:v>275.81060606060606</c:v>
                </c:pt>
                <c:pt idx="944">
                  <c:v>380.53345959595964</c:v>
                </c:pt>
                <c:pt idx="945">
                  <c:v>266.93434343434342</c:v>
                </c:pt>
                <c:pt idx="946">
                  <c:v>280.18181818181819</c:v>
                </c:pt>
                <c:pt idx="947">
                  <c:v>236.55934343434342</c:v>
                </c:pt>
                <c:pt idx="948">
                  <c:v>269.12878787878788</c:v>
                </c:pt>
                <c:pt idx="949">
                  <c:v>10.35858585858586</c:v>
                </c:pt>
                <c:pt idx="950">
                  <c:v>94.644570707070699</c:v>
                </c:pt>
                <c:pt idx="951">
                  <c:v>98.755681818181813</c:v>
                </c:pt>
                <c:pt idx="952">
                  <c:v>143.49116161616161</c:v>
                </c:pt>
                <c:pt idx="953">
                  <c:v>124.98737373737374</c:v>
                </c:pt>
                <c:pt idx="954">
                  <c:v>43.916666666666664</c:v>
                </c:pt>
                <c:pt idx="955">
                  <c:v>52.332070707070713</c:v>
                </c:pt>
                <c:pt idx="956">
                  <c:v>73.071969696969703</c:v>
                </c:pt>
                <c:pt idx="957">
                  <c:v>112.92171717171718</c:v>
                </c:pt>
                <c:pt idx="958">
                  <c:v>358.36174242424244</c:v>
                </c:pt>
                <c:pt idx="959">
                  <c:v>174.125</c:v>
                </c:pt>
                <c:pt idx="960">
                  <c:v>132.02777777777777</c:v>
                </c:pt>
                <c:pt idx="961">
                  <c:v>98.142045454545453</c:v>
                </c:pt>
                <c:pt idx="962">
                  <c:v>125.2834595959596</c:v>
                </c:pt>
                <c:pt idx="963">
                  <c:v>115.87815656565655</c:v>
                </c:pt>
                <c:pt idx="964">
                  <c:v>715.72159090909088</c:v>
                </c:pt>
                <c:pt idx="965">
                  <c:v>288.55050505050502</c:v>
                </c:pt>
                <c:pt idx="966">
                  <c:v>18.813131313131315</c:v>
                </c:pt>
                <c:pt idx="967">
                  <c:v>498.40909090909093</c:v>
                </c:pt>
                <c:pt idx="968">
                  <c:v>40.050505050505045</c:v>
                </c:pt>
                <c:pt idx="969">
                  <c:v>170.84595959595961</c:v>
                </c:pt>
                <c:pt idx="970">
                  <c:v>147.32386363636365</c:v>
                </c:pt>
                <c:pt idx="971">
                  <c:v>41.454545454545453</c:v>
                </c:pt>
                <c:pt idx="972">
                  <c:v>53.779040404040408</c:v>
                </c:pt>
                <c:pt idx="973">
                  <c:v>55.125</c:v>
                </c:pt>
                <c:pt idx="974">
                  <c:v>187.5</c:v>
                </c:pt>
                <c:pt idx="975">
                  <c:v>140.39772727272725</c:v>
                </c:pt>
                <c:pt idx="976">
                  <c:v>154.58333333333334</c:v>
                </c:pt>
                <c:pt idx="977">
                  <c:v>111.09469696969697</c:v>
                </c:pt>
                <c:pt idx="978">
                  <c:v>50.214646464646457</c:v>
                </c:pt>
                <c:pt idx="979">
                  <c:v>111.18371212121212</c:v>
                </c:pt>
                <c:pt idx="980">
                  <c:v>125.75694444444446</c:v>
                </c:pt>
                <c:pt idx="981">
                  <c:v>11.878787878787879</c:v>
                </c:pt>
                <c:pt idx="982">
                  <c:v>45.813131313131315</c:v>
                </c:pt>
                <c:pt idx="983">
                  <c:v>112.00883838383839</c:v>
                </c:pt>
                <c:pt idx="984">
                  <c:v>98.194444444444457</c:v>
                </c:pt>
                <c:pt idx="985">
                  <c:v>127.53030303030303</c:v>
                </c:pt>
                <c:pt idx="986">
                  <c:v>119.10227272727273</c:v>
                </c:pt>
                <c:pt idx="987">
                  <c:v>158.88888888888891</c:v>
                </c:pt>
                <c:pt idx="988">
                  <c:v>174.94507575757575</c:v>
                </c:pt>
                <c:pt idx="989">
                  <c:v>113.23926767676767</c:v>
                </c:pt>
                <c:pt idx="990">
                  <c:v>345.875</c:v>
                </c:pt>
                <c:pt idx="991">
                  <c:v>617.62499999999989</c:v>
                </c:pt>
                <c:pt idx="992">
                  <c:v>630.09090909090901</c:v>
                </c:pt>
                <c:pt idx="993">
                  <c:v>670.81186868686882</c:v>
                </c:pt>
                <c:pt idx="994">
                  <c:v>370.23295454545456</c:v>
                </c:pt>
                <c:pt idx="995">
                  <c:v>196.18939393939394</c:v>
                </c:pt>
                <c:pt idx="996">
                  <c:v>514.96085858585855</c:v>
                </c:pt>
                <c:pt idx="997">
                  <c:v>284.04671717171715</c:v>
                </c:pt>
                <c:pt idx="998">
                  <c:v>440.96590909090907</c:v>
                </c:pt>
                <c:pt idx="999">
                  <c:v>223.7777777777778</c:v>
                </c:pt>
                <c:pt idx="1000">
                  <c:v>188.22474747474749</c:v>
                </c:pt>
                <c:pt idx="1001">
                  <c:v>168.23863636363637</c:v>
                </c:pt>
                <c:pt idx="1002">
                  <c:v>10.070075757575758</c:v>
                </c:pt>
                <c:pt idx="1003">
                  <c:v>10.9375</c:v>
                </c:pt>
                <c:pt idx="1004">
                  <c:v>279.86363636363637</c:v>
                </c:pt>
                <c:pt idx="1005">
                  <c:v>387.86616161616161</c:v>
                </c:pt>
                <c:pt idx="1006">
                  <c:v>355.78787878787881</c:v>
                </c:pt>
                <c:pt idx="1007">
                  <c:v>371.86553030303031</c:v>
                </c:pt>
                <c:pt idx="1008">
                  <c:v>275.75757575757575</c:v>
                </c:pt>
                <c:pt idx="1009">
                  <c:v>246.32386363636363</c:v>
                </c:pt>
                <c:pt idx="1010">
                  <c:v>224.53472222222223</c:v>
                </c:pt>
                <c:pt idx="1011">
                  <c:v>160.49242424242425</c:v>
                </c:pt>
                <c:pt idx="1012">
                  <c:v>165.87878787878788</c:v>
                </c:pt>
                <c:pt idx="1013">
                  <c:v>121.22159090909089</c:v>
                </c:pt>
                <c:pt idx="1014">
                  <c:v>35.530303030303031</c:v>
                </c:pt>
                <c:pt idx="1015">
                  <c:v>11.388888888888888</c:v>
                </c:pt>
                <c:pt idx="1016">
                  <c:v>307.5625</c:v>
                </c:pt>
                <c:pt idx="1017">
                  <c:v>19.727272727272727</c:v>
                </c:pt>
                <c:pt idx="1018">
                  <c:v>414.81818181818181</c:v>
                </c:pt>
                <c:pt idx="1019">
                  <c:v>392.00441919191923</c:v>
                </c:pt>
                <c:pt idx="1020">
                  <c:v>373.65972222222217</c:v>
                </c:pt>
                <c:pt idx="1021">
                  <c:v>129.82133838383837</c:v>
                </c:pt>
                <c:pt idx="1022">
                  <c:v>357.27272727272725</c:v>
                </c:pt>
                <c:pt idx="1023">
                  <c:v>282.40404040404036</c:v>
                </c:pt>
                <c:pt idx="1024">
                  <c:v>296.72222222222217</c:v>
                </c:pt>
                <c:pt idx="1025">
                  <c:v>412.84532828282823</c:v>
                </c:pt>
                <c:pt idx="1026">
                  <c:v>48.333333333333336</c:v>
                </c:pt>
                <c:pt idx="1027">
                  <c:v>9.9962121212121211</c:v>
                </c:pt>
                <c:pt idx="1028">
                  <c:v>20.84090909090909</c:v>
                </c:pt>
                <c:pt idx="1029">
                  <c:v>15.069444444444446</c:v>
                </c:pt>
                <c:pt idx="1030">
                  <c:v>7.7291666666666679</c:v>
                </c:pt>
                <c:pt idx="1031">
                  <c:v>18.787878787878789</c:v>
                </c:pt>
                <c:pt idx="1032">
                  <c:v>14.969696969696969</c:v>
                </c:pt>
                <c:pt idx="1033">
                  <c:v>70.075126262626256</c:v>
                </c:pt>
                <c:pt idx="1034">
                  <c:v>53.763888888888886</c:v>
                </c:pt>
                <c:pt idx="1035">
                  <c:v>43.727272727272727</c:v>
                </c:pt>
                <c:pt idx="1036">
                  <c:v>70.008207070707073</c:v>
                </c:pt>
                <c:pt idx="1037">
                  <c:v>67.989267676767668</c:v>
                </c:pt>
                <c:pt idx="1038">
                  <c:v>69.75</c:v>
                </c:pt>
                <c:pt idx="1039">
                  <c:v>41.757575757575758</c:v>
                </c:pt>
                <c:pt idx="1040">
                  <c:v>66.731060606060609</c:v>
                </c:pt>
                <c:pt idx="1041">
                  <c:v>118.38383838383839</c:v>
                </c:pt>
                <c:pt idx="1042">
                  <c:v>46.477272727272727</c:v>
                </c:pt>
                <c:pt idx="1043">
                  <c:v>104.96212121212122</c:v>
                </c:pt>
                <c:pt idx="1044">
                  <c:v>83.646464646464636</c:v>
                </c:pt>
                <c:pt idx="1045">
                  <c:v>68.86363636363636</c:v>
                </c:pt>
                <c:pt idx="1046">
                  <c:v>186</c:v>
                </c:pt>
                <c:pt idx="1047">
                  <c:v>79.097222222222214</c:v>
                </c:pt>
                <c:pt idx="1048">
                  <c:v>71.145833333333329</c:v>
                </c:pt>
                <c:pt idx="1049">
                  <c:v>137.90404040404042</c:v>
                </c:pt>
                <c:pt idx="1050">
                  <c:v>34.575757575757578</c:v>
                </c:pt>
                <c:pt idx="1051">
                  <c:v>72.520202020202021</c:v>
                </c:pt>
                <c:pt idx="1052">
                  <c:v>105.51830808080808</c:v>
                </c:pt>
                <c:pt idx="1053">
                  <c:v>84.805555555555571</c:v>
                </c:pt>
                <c:pt idx="1054">
                  <c:v>85.242424242424249</c:v>
                </c:pt>
                <c:pt idx="1055">
                  <c:v>51.085858585858588</c:v>
                </c:pt>
                <c:pt idx="1056">
                  <c:v>15.538510101010102</c:v>
                </c:pt>
                <c:pt idx="1057">
                  <c:v>75.592803030303017</c:v>
                </c:pt>
                <c:pt idx="1058">
                  <c:v>73.500000000000014</c:v>
                </c:pt>
                <c:pt idx="1059">
                  <c:v>181.70833333333334</c:v>
                </c:pt>
                <c:pt idx="1060">
                  <c:v>157.57512626262627</c:v>
                </c:pt>
                <c:pt idx="1061">
                  <c:v>108.08080808080808</c:v>
                </c:pt>
                <c:pt idx="1062">
                  <c:v>35.25</c:v>
                </c:pt>
                <c:pt idx="1063">
                  <c:v>100.39772727272727</c:v>
                </c:pt>
                <c:pt idx="1064">
                  <c:v>256.60606060606062</c:v>
                </c:pt>
                <c:pt idx="1065">
                  <c:v>241.16161616161617</c:v>
                </c:pt>
                <c:pt idx="1066">
                  <c:v>197.67676767676764</c:v>
                </c:pt>
                <c:pt idx="1067">
                  <c:v>289.94444444444446</c:v>
                </c:pt>
                <c:pt idx="1068">
                  <c:v>261.32954545454544</c:v>
                </c:pt>
                <c:pt idx="1069">
                  <c:v>425.83333333333331</c:v>
                </c:pt>
                <c:pt idx="1070">
                  <c:v>387.4848484848485</c:v>
                </c:pt>
                <c:pt idx="1071">
                  <c:v>125.77398989898991</c:v>
                </c:pt>
                <c:pt idx="1072">
                  <c:v>173.5</c:v>
                </c:pt>
                <c:pt idx="1073">
                  <c:v>54.746212121212125</c:v>
                </c:pt>
                <c:pt idx="1074">
                  <c:v>59.886363636363647</c:v>
                </c:pt>
                <c:pt idx="1075">
                  <c:v>73.999368686868678</c:v>
                </c:pt>
                <c:pt idx="1076">
                  <c:v>51.899621212121211</c:v>
                </c:pt>
                <c:pt idx="1077">
                  <c:v>39.641414141414145</c:v>
                </c:pt>
                <c:pt idx="1078">
                  <c:v>39.454545454545453</c:v>
                </c:pt>
                <c:pt idx="1079">
                  <c:v>263.61805555555554</c:v>
                </c:pt>
                <c:pt idx="1080">
                  <c:v>48.571338383838381</c:v>
                </c:pt>
                <c:pt idx="1081">
                  <c:v>26.889520202020204</c:v>
                </c:pt>
                <c:pt idx="1082">
                  <c:v>47.371212121212125</c:v>
                </c:pt>
                <c:pt idx="1083">
                  <c:v>43.636994949494941</c:v>
                </c:pt>
                <c:pt idx="1084">
                  <c:v>144.54861111111109</c:v>
                </c:pt>
                <c:pt idx="1085">
                  <c:v>50.022727272727273</c:v>
                </c:pt>
                <c:pt idx="1086">
                  <c:v>71.374368686868692</c:v>
                </c:pt>
                <c:pt idx="1087">
                  <c:v>34.222222222222229</c:v>
                </c:pt>
                <c:pt idx="1088">
                  <c:v>130.40782828282829</c:v>
                </c:pt>
                <c:pt idx="1089">
                  <c:v>22.022727272727273</c:v>
                </c:pt>
                <c:pt idx="1090">
                  <c:v>48.058712121212125</c:v>
                </c:pt>
                <c:pt idx="1091">
                  <c:v>124.97853535353534</c:v>
                </c:pt>
                <c:pt idx="1092">
                  <c:v>170.62878787878788</c:v>
                </c:pt>
                <c:pt idx="1093">
                  <c:v>193.40151515151516</c:v>
                </c:pt>
                <c:pt idx="1094">
                  <c:v>187.63888888888891</c:v>
                </c:pt>
                <c:pt idx="1095">
                  <c:v>82.12626262626263</c:v>
                </c:pt>
                <c:pt idx="1096">
                  <c:v>155.23295454545453</c:v>
                </c:pt>
                <c:pt idx="1097">
                  <c:v>31.193181818181817</c:v>
                </c:pt>
                <c:pt idx="1098">
                  <c:v>44.040404040404034</c:v>
                </c:pt>
                <c:pt idx="1099">
                  <c:v>64.75</c:v>
                </c:pt>
                <c:pt idx="1100">
                  <c:v>26.541666666666668</c:v>
                </c:pt>
                <c:pt idx="1101">
                  <c:v>30.90782828282828</c:v>
                </c:pt>
                <c:pt idx="1102">
                  <c:v>26.395833333333332</c:v>
                </c:pt>
                <c:pt idx="1103">
                  <c:v>156.6919191919192</c:v>
                </c:pt>
                <c:pt idx="1104">
                  <c:v>401.60606060606062</c:v>
                </c:pt>
                <c:pt idx="1105">
                  <c:v>376.27777777777783</c:v>
                </c:pt>
                <c:pt idx="1106">
                  <c:v>62.455808080808076</c:v>
                </c:pt>
                <c:pt idx="1107">
                  <c:v>274.86300505050502</c:v>
                </c:pt>
                <c:pt idx="1108">
                  <c:v>315.61111111111109</c:v>
                </c:pt>
                <c:pt idx="1109">
                  <c:v>87.85101010101009</c:v>
                </c:pt>
                <c:pt idx="1110">
                  <c:v>165.09090909090909</c:v>
                </c:pt>
                <c:pt idx="1111">
                  <c:v>54.041666666666664</c:v>
                </c:pt>
                <c:pt idx="1112">
                  <c:v>32.048611111111107</c:v>
                </c:pt>
                <c:pt idx="1113">
                  <c:v>27.593434343434346</c:v>
                </c:pt>
                <c:pt idx="1114">
                  <c:v>104.80050505050505</c:v>
                </c:pt>
                <c:pt idx="1115">
                  <c:v>75.346590909090907</c:v>
                </c:pt>
                <c:pt idx="1116">
                  <c:v>79.280303030303031</c:v>
                </c:pt>
                <c:pt idx="1117">
                  <c:v>61.420454545454547</c:v>
                </c:pt>
                <c:pt idx="1118">
                  <c:v>236.52651515151516</c:v>
                </c:pt>
                <c:pt idx="1119">
                  <c:v>168.36616161616161</c:v>
                </c:pt>
                <c:pt idx="1120">
                  <c:v>15.293560606060606</c:v>
                </c:pt>
                <c:pt idx="1121">
                  <c:v>15.719696969696969</c:v>
                </c:pt>
                <c:pt idx="1122">
                  <c:v>10.55808080808081</c:v>
                </c:pt>
                <c:pt idx="1123">
                  <c:v>29.25441919191919</c:v>
                </c:pt>
                <c:pt idx="1124">
                  <c:v>8.0119949494949498</c:v>
                </c:pt>
                <c:pt idx="1125">
                  <c:v>27.311868686868689</c:v>
                </c:pt>
                <c:pt idx="1126">
                  <c:v>16.3510101010101</c:v>
                </c:pt>
                <c:pt idx="1127">
                  <c:v>29.003787878787879</c:v>
                </c:pt>
                <c:pt idx="1128">
                  <c:v>8.5492424242424239</c:v>
                </c:pt>
                <c:pt idx="1129">
                  <c:v>12.020202020202019</c:v>
                </c:pt>
                <c:pt idx="1130">
                  <c:v>25.171717171717173</c:v>
                </c:pt>
                <c:pt idx="1131">
                  <c:v>17.612373737373737</c:v>
                </c:pt>
                <c:pt idx="1132">
                  <c:v>85.223484848484844</c:v>
                </c:pt>
                <c:pt idx="1133">
                  <c:v>28.882575757575758</c:v>
                </c:pt>
                <c:pt idx="1134">
                  <c:v>37.025883838383841</c:v>
                </c:pt>
                <c:pt idx="1135">
                  <c:v>9.1249999999999982</c:v>
                </c:pt>
                <c:pt idx="1136">
                  <c:v>35.814393939393938</c:v>
                </c:pt>
                <c:pt idx="1137">
                  <c:v>34.898358585858588</c:v>
                </c:pt>
                <c:pt idx="1138">
                  <c:v>29.618686868686869</c:v>
                </c:pt>
                <c:pt idx="1139">
                  <c:v>55.972222222222214</c:v>
                </c:pt>
                <c:pt idx="1140">
                  <c:v>8.4090909090909083</c:v>
                </c:pt>
                <c:pt idx="1141">
                  <c:v>7.708333333333333</c:v>
                </c:pt>
                <c:pt idx="1142">
                  <c:v>22.767676767676765</c:v>
                </c:pt>
                <c:pt idx="1143">
                  <c:v>70.924242424242422</c:v>
                </c:pt>
                <c:pt idx="1144">
                  <c:v>23.96590909090909</c:v>
                </c:pt>
                <c:pt idx="1145">
                  <c:v>117.83522727272727</c:v>
                </c:pt>
                <c:pt idx="1146">
                  <c:v>6.6287878787878789</c:v>
                </c:pt>
                <c:pt idx="1147">
                  <c:v>13.952020202020201</c:v>
                </c:pt>
                <c:pt idx="1148">
                  <c:v>8.9962121212121211</c:v>
                </c:pt>
                <c:pt idx="1149">
                  <c:v>3.5037878787878789</c:v>
                </c:pt>
                <c:pt idx="1150">
                  <c:v>15.861742424242424</c:v>
                </c:pt>
                <c:pt idx="1151">
                  <c:v>23.143939393939394</c:v>
                </c:pt>
                <c:pt idx="1152">
                  <c:v>17.361111111111111</c:v>
                </c:pt>
                <c:pt idx="1153">
                  <c:v>24.080808080808083</c:v>
                </c:pt>
                <c:pt idx="1154">
                  <c:v>5.0454545454545459</c:v>
                </c:pt>
                <c:pt idx="1155">
                  <c:v>95.732323232323239</c:v>
                </c:pt>
                <c:pt idx="1156">
                  <c:v>57.56818181818182</c:v>
                </c:pt>
                <c:pt idx="1157">
                  <c:v>111.83333333333333</c:v>
                </c:pt>
                <c:pt idx="1158">
                  <c:v>39.029671717171716</c:v>
                </c:pt>
                <c:pt idx="1159">
                  <c:v>11.632575757575758</c:v>
                </c:pt>
                <c:pt idx="1160">
                  <c:v>73.175505050505052</c:v>
                </c:pt>
                <c:pt idx="1161">
                  <c:v>104.26578282828282</c:v>
                </c:pt>
                <c:pt idx="1162">
                  <c:v>514.45643939393938</c:v>
                </c:pt>
                <c:pt idx="1163">
                  <c:v>141.10416666666666</c:v>
                </c:pt>
                <c:pt idx="1164">
                  <c:v>59.41919191919191</c:v>
                </c:pt>
                <c:pt idx="1165">
                  <c:v>110</c:v>
                </c:pt>
                <c:pt idx="1166">
                  <c:v>97.162878787878782</c:v>
                </c:pt>
                <c:pt idx="1167">
                  <c:v>202.84090909090909</c:v>
                </c:pt>
                <c:pt idx="1168">
                  <c:v>74.799242424242422</c:v>
                </c:pt>
                <c:pt idx="1169">
                  <c:v>153.87563131313129</c:v>
                </c:pt>
                <c:pt idx="1170">
                  <c:v>136.02272727272728</c:v>
                </c:pt>
                <c:pt idx="1171">
                  <c:v>148.42803030303031</c:v>
                </c:pt>
                <c:pt idx="1172">
                  <c:v>201.07323232323236</c:v>
                </c:pt>
                <c:pt idx="1173">
                  <c:v>239.86111111111114</c:v>
                </c:pt>
                <c:pt idx="1174">
                  <c:v>348.68560606060606</c:v>
                </c:pt>
                <c:pt idx="1175">
                  <c:v>332.48358585858585</c:v>
                </c:pt>
                <c:pt idx="1176">
                  <c:v>636.86868686868684</c:v>
                </c:pt>
                <c:pt idx="1177">
                  <c:v>592.0454545454545</c:v>
                </c:pt>
                <c:pt idx="1178">
                  <c:v>490.75757575757575</c:v>
                </c:pt>
                <c:pt idx="1179">
                  <c:v>554.81818181818187</c:v>
                </c:pt>
                <c:pt idx="1180">
                  <c:v>501.09659090909093</c:v>
                </c:pt>
                <c:pt idx="1181">
                  <c:v>382.42739898989896</c:v>
                </c:pt>
                <c:pt idx="1182">
                  <c:v>294.42045454545456</c:v>
                </c:pt>
                <c:pt idx="1183">
                  <c:v>10.041666666666666</c:v>
                </c:pt>
                <c:pt idx="1184">
                  <c:v>168.94381313131311</c:v>
                </c:pt>
                <c:pt idx="1185">
                  <c:v>7.5568181818181817</c:v>
                </c:pt>
                <c:pt idx="1186">
                  <c:v>78.910984848484844</c:v>
                </c:pt>
                <c:pt idx="1187">
                  <c:v>81.375</c:v>
                </c:pt>
                <c:pt idx="1188">
                  <c:v>97.984848484848484</c:v>
                </c:pt>
                <c:pt idx="1189">
                  <c:v>160.08775252525254</c:v>
                </c:pt>
                <c:pt idx="1190">
                  <c:v>93.51136363636364</c:v>
                </c:pt>
                <c:pt idx="1191">
                  <c:v>441.31818181818181</c:v>
                </c:pt>
                <c:pt idx="1192">
                  <c:v>64.469696969696969</c:v>
                </c:pt>
                <c:pt idx="1193">
                  <c:v>89.400252525252526</c:v>
                </c:pt>
                <c:pt idx="1194">
                  <c:v>99.845328282828277</c:v>
                </c:pt>
                <c:pt idx="1195">
                  <c:v>141.75</c:v>
                </c:pt>
                <c:pt idx="1196">
                  <c:v>49.277146464646457</c:v>
                </c:pt>
                <c:pt idx="1197">
                  <c:v>64.189393939393938</c:v>
                </c:pt>
                <c:pt idx="1198">
                  <c:v>65.751893939393938</c:v>
                </c:pt>
                <c:pt idx="1199">
                  <c:v>63.022727272727273</c:v>
                </c:pt>
                <c:pt idx="1200">
                  <c:v>69.104797979797979</c:v>
                </c:pt>
                <c:pt idx="1201">
                  <c:v>90.902777777777771</c:v>
                </c:pt>
                <c:pt idx="1202">
                  <c:v>64.75</c:v>
                </c:pt>
                <c:pt idx="1203">
                  <c:v>70.742424242424249</c:v>
                </c:pt>
                <c:pt idx="1204">
                  <c:v>79.965277777777771</c:v>
                </c:pt>
                <c:pt idx="1205">
                  <c:v>139.58459595959596</c:v>
                </c:pt>
                <c:pt idx="1206">
                  <c:v>77.133838383838381</c:v>
                </c:pt>
                <c:pt idx="1207">
                  <c:v>49.659090909090907</c:v>
                </c:pt>
                <c:pt idx="1208">
                  <c:v>100.24621212121212</c:v>
                </c:pt>
                <c:pt idx="1209">
                  <c:v>119.3030303030303</c:v>
                </c:pt>
                <c:pt idx="1210">
                  <c:v>406.89393939393938</c:v>
                </c:pt>
                <c:pt idx="1211">
                  <c:v>44.770833333333336</c:v>
                </c:pt>
                <c:pt idx="1212">
                  <c:v>78.131313131313121</c:v>
                </c:pt>
                <c:pt idx="1213">
                  <c:v>65.444444444444457</c:v>
                </c:pt>
                <c:pt idx="1214">
                  <c:v>166.60732323232321</c:v>
                </c:pt>
                <c:pt idx="1215">
                  <c:v>120.55176767676767</c:v>
                </c:pt>
                <c:pt idx="1216">
                  <c:v>123.86363636363636</c:v>
                </c:pt>
                <c:pt idx="1217">
                  <c:v>201.44444444444443</c:v>
                </c:pt>
                <c:pt idx="1218">
                  <c:v>144.68939393939394</c:v>
                </c:pt>
                <c:pt idx="1219">
                  <c:v>145.37878787878788</c:v>
                </c:pt>
                <c:pt idx="1220">
                  <c:v>156.09090909090909</c:v>
                </c:pt>
                <c:pt idx="1221">
                  <c:v>214.07196969696969</c:v>
                </c:pt>
                <c:pt idx="1222">
                  <c:v>200.00378787878788</c:v>
                </c:pt>
                <c:pt idx="1223">
                  <c:v>166.86553030303031</c:v>
                </c:pt>
                <c:pt idx="1224">
                  <c:v>23.96590909090909</c:v>
                </c:pt>
                <c:pt idx="1225">
                  <c:v>324.36679292929296</c:v>
                </c:pt>
                <c:pt idx="1226">
                  <c:v>254.93686868686868</c:v>
                </c:pt>
                <c:pt idx="1227">
                  <c:v>263.03409090909093</c:v>
                </c:pt>
                <c:pt idx="1228">
                  <c:v>306.75505050505052</c:v>
                </c:pt>
                <c:pt idx="1229">
                  <c:v>237.54545454545453</c:v>
                </c:pt>
                <c:pt idx="1230">
                  <c:v>238.3901515151515</c:v>
                </c:pt>
                <c:pt idx="1231">
                  <c:v>364.4065656565657</c:v>
                </c:pt>
                <c:pt idx="1232">
                  <c:v>389.0252525252526</c:v>
                </c:pt>
                <c:pt idx="1233">
                  <c:v>348.02020202020202</c:v>
                </c:pt>
                <c:pt idx="1234">
                  <c:v>350.67297979797979</c:v>
                </c:pt>
                <c:pt idx="1235">
                  <c:v>263.375</c:v>
                </c:pt>
                <c:pt idx="1236">
                  <c:v>284.58964646464648</c:v>
                </c:pt>
                <c:pt idx="1237">
                  <c:v>258.125</c:v>
                </c:pt>
                <c:pt idx="1238">
                  <c:v>5.8598484848484844</c:v>
                </c:pt>
                <c:pt idx="1239">
                  <c:v>25.981060606060606</c:v>
                </c:pt>
                <c:pt idx="1240">
                  <c:v>32.323232323232325</c:v>
                </c:pt>
                <c:pt idx="1241">
                  <c:v>35.193813131313135</c:v>
                </c:pt>
                <c:pt idx="1242">
                  <c:v>78.431818181818173</c:v>
                </c:pt>
                <c:pt idx="1243">
                  <c:v>129.17045454545453</c:v>
                </c:pt>
                <c:pt idx="1244">
                  <c:v>195.22222222222223</c:v>
                </c:pt>
                <c:pt idx="1245">
                  <c:v>152.04229797979798</c:v>
                </c:pt>
                <c:pt idx="1246">
                  <c:v>142.89204545454547</c:v>
                </c:pt>
                <c:pt idx="1247">
                  <c:v>175.73169191919192</c:v>
                </c:pt>
                <c:pt idx="1248">
                  <c:v>188.3232323232323</c:v>
                </c:pt>
                <c:pt idx="1249">
                  <c:v>57.997474747474755</c:v>
                </c:pt>
                <c:pt idx="1250">
                  <c:v>136.60416666666666</c:v>
                </c:pt>
                <c:pt idx="1251">
                  <c:v>176.53219696969697</c:v>
                </c:pt>
                <c:pt idx="1252">
                  <c:v>166.25694444444443</c:v>
                </c:pt>
                <c:pt idx="1253">
                  <c:v>154.34343434343432</c:v>
                </c:pt>
                <c:pt idx="1254">
                  <c:v>154.09974747474746</c:v>
                </c:pt>
                <c:pt idx="1255">
                  <c:v>25.046717171717173</c:v>
                </c:pt>
                <c:pt idx="1256">
                  <c:v>91.174242424242422</c:v>
                </c:pt>
                <c:pt idx="1257">
                  <c:v>195.23674242424244</c:v>
                </c:pt>
                <c:pt idx="1258">
                  <c:v>68.732323232323225</c:v>
                </c:pt>
                <c:pt idx="1259">
                  <c:v>104.22979797979799</c:v>
                </c:pt>
                <c:pt idx="1260">
                  <c:v>183.78535353535355</c:v>
                </c:pt>
                <c:pt idx="1261">
                  <c:v>41.155303030303031</c:v>
                </c:pt>
                <c:pt idx="1262">
                  <c:v>110.48358585858585</c:v>
                </c:pt>
                <c:pt idx="1263">
                  <c:v>104.00063131313131</c:v>
                </c:pt>
                <c:pt idx="1264">
                  <c:v>236.58080808080808</c:v>
                </c:pt>
                <c:pt idx="1265">
                  <c:v>109.94886363636364</c:v>
                </c:pt>
                <c:pt idx="1266">
                  <c:v>129.81818181818181</c:v>
                </c:pt>
                <c:pt idx="1267">
                  <c:v>134.14141414141412</c:v>
                </c:pt>
                <c:pt idx="1268">
                  <c:v>166.57828282828279</c:v>
                </c:pt>
                <c:pt idx="1269">
                  <c:v>141.36679292929293</c:v>
                </c:pt>
                <c:pt idx="1270">
                  <c:v>138.52083333333334</c:v>
                </c:pt>
                <c:pt idx="1271">
                  <c:v>204.82954545454547</c:v>
                </c:pt>
                <c:pt idx="1272">
                  <c:v>46.468434343434346</c:v>
                </c:pt>
                <c:pt idx="1273">
                  <c:v>96.585227272727266</c:v>
                </c:pt>
                <c:pt idx="1274">
                  <c:v>230.53661616161614</c:v>
                </c:pt>
                <c:pt idx="1275">
                  <c:v>79.858585858585855</c:v>
                </c:pt>
                <c:pt idx="1276">
                  <c:v>93.130050505050505</c:v>
                </c:pt>
                <c:pt idx="1277">
                  <c:v>46.656565656565654</c:v>
                </c:pt>
                <c:pt idx="1278">
                  <c:v>62.522727272727273</c:v>
                </c:pt>
                <c:pt idx="1279">
                  <c:v>83.070707070707059</c:v>
                </c:pt>
                <c:pt idx="1280">
                  <c:v>107.18434343434343</c:v>
                </c:pt>
                <c:pt idx="1281">
                  <c:v>91.468434343434339</c:v>
                </c:pt>
                <c:pt idx="1282">
                  <c:v>136.37436868686871</c:v>
                </c:pt>
                <c:pt idx="1283">
                  <c:v>162.87878787878788</c:v>
                </c:pt>
                <c:pt idx="1284">
                  <c:v>174.88510101010101</c:v>
                </c:pt>
                <c:pt idx="1285">
                  <c:v>211.31313131313132</c:v>
                </c:pt>
                <c:pt idx="1286">
                  <c:v>153.96590909090909</c:v>
                </c:pt>
                <c:pt idx="1287">
                  <c:v>116.85606060606061</c:v>
                </c:pt>
                <c:pt idx="1288">
                  <c:v>123.28787878787878</c:v>
                </c:pt>
                <c:pt idx="1289">
                  <c:v>123.45896464646466</c:v>
                </c:pt>
                <c:pt idx="1290">
                  <c:v>115.52272727272727</c:v>
                </c:pt>
                <c:pt idx="1291">
                  <c:v>306.76388888888891</c:v>
                </c:pt>
                <c:pt idx="1292">
                  <c:v>289.25315656565658</c:v>
                </c:pt>
                <c:pt idx="1293">
                  <c:v>228.21022727272728</c:v>
                </c:pt>
                <c:pt idx="1294">
                  <c:v>289.68686868686865</c:v>
                </c:pt>
                <c:pt idx="1295">
                  <c:v>317.5</c:v>
                </c:pt>
                <c:pt idx="1296">
                  <c:v>298.53535353535358</c:v>
                </c:pt>
                <c:pt idx="1297">
                  <c:v>401.5309343434343</c:v>
                </c:pt>
                <c:pt idx="1298">
                  <c:v>226.86363636363637</c:v>
                </c:pt>
                <c:pt idx="1299">
                  <c:v>196.16666666666666</c:v>
                </c:pt>
                <c:pt idx="1300">
                  <c:v>167.31565656565655</c:v>
                </c:pt>
                <c:pt idx="1301">
                  <c:v>163.16161616161617</c:v>
                </c:pt>
                <c:pt idx="1302">
                  <c:v>576.53409090909088</c:v>
                </c:pt>
                <c:pt idx="1303">
                  <c:v>600.7512626262627</c:v>
                </c:pt>
                <c:pt idx="1304">
                  <c:v>471.83270202020202</c:v>
                </c:pt>
                <c:pt idx="1305">
                  <c:v>423.11111111111114</c:v>
                </c:pt>
                <c:pt idx="1306">
                  <c:v>415.85858585858585</c:v>
                </c:pt>
                <c:pt idx="1307">
                  <c:v>359.08080808080808</c:v>
                </c:pt>
                <c:pt idx="1308">
                  <c:v>383.56060606060606</c:v>
                </c:pt>
                <c:pt idx="1309">
                  <c:v>316.1875</c:v>
                </c:pt>
              </c:numCache>
            </c:numRef>
          </c:xVal>
          <c:yVal>
            <c:numRef>
              <c:f>'[Rig HP Calculation.xlsx]NIL2N-2 ST HP'!$D$183:$D$14469</c:f>
              <c:numCache>
                <c:formatCode>_-* #,##0_-;\-* #,##0_-;_-* "-"??_-;_-@_-</c:formatCode>
                <c:ptCount val="1310"/>
                <c:pt idx="0">
                  <c:v>441.65519999999998</c:v>
                </c:pt>
                <c:pt idx="1">
                  <c:v>425.19600000000003</c:v>
                </c:pt>
                <c:pt idx="2">
                  <c:v>443.78879999999998</c:v>
                </c:pt>
                <c:pt idx="3">
                  <c:v>454.76159999999999</c:v>
                </c:pt>
                <c:pt idx="4">
                  <c:v>471.2208</c:v>
                </c:pt>
                <c:pt idx="5">
                  <c:v>474.8784</c:v>
                </c:pt>
                <c:pt idx="6">
                  <c:v>460.85759999999999</c:v>
                </c:pt>
                <c:pt idx="7">
                  <c:v>503.83440000000002</c:v>
                </c:pt>
                <c:pt idx="8">
                  <c:v>491.64240000000001</c:v>
                </c:pt>
                <c:pt idx="9">
                  <c:v>492.25200000000001</c:v>
                </c:pt>
                <c:pt idx="10">
                  <c:v>506.88240000000002</c:v>
                </c:pt>
                <c:pt idx="11">
                  <c:v>528.21839999999997</c:v>
                </c:pt>
                <c:pt idx="12">
                  <c:v>530.35199999999998</c:v>
                </c:pt>
                <c:pt idx="13">
                  <c:v>510.23520000000002</c:v>
                </c:pt>
                <c:pt idx="14">
                  <c:v>517.24559999999997</c:v>
                </c:pt>
                <c:pt idx="15">
                  <c:v>541.93439999999998</c:v>
                </c:pt>
                <c:pt idx="16">
                  <c:v>552.90719999999999</c:v>
                </c:pt>
                <c:pt idx="17">
                  <c:v>556.56479999999999</c:v>
                </c:pt>
                <c:pt idx="18">
                  <c:v>535.22879999999998</c:v>
                </c:pt>
                <c:pt idx="19">
                  <c:v>514.19759999999997</c:v>
                </c:pt>
                <c:pt idx="20">
                  <c:v>452.93279999999999</c:v>
                </c:pt>
                <c:pt idx="21">
                  <c:v>443.17919999999998</c:v>
                </c:pt>
                <c:pt idx="22">
                  <c:v>356.92079999999999</c:v>
                </c:pt>
                <c:pt idx="23">
                  <c:v>319.73520000000002</c:v>
                </c:pt>
                <c:pt idx="24">
                  <c:v>214.57919999999999</c:v>
                </c:pt>
                <c:pt idx="25">
                  <c:v>144.1704</c:v>
                </c:pt>
                <c:pt idx="26">
                  <c:v>26.517600000000002</c:v>
                </c:pt>
                <c:pt idx="27">
                  <c:v>16.763999999999999</c:v>
                </c:pt>
                <c:pt idx="28">
                  <c:v>548.64</c:v>
                </c:pt>
                <c:pt idx="29">
                  <c:v>534.61919999999998</c:v>
                </c:pt>
                <c:pt idx="30">
                  <c:v>578.2056</c:v>
                </c:pt>
                <c:pt idx="31">
                  <c:v>575.7672</c:v>
                </c:pt>
                <c:pt idx="32">
                  <c:v>598.01760000000002</c:v>
                </c:pt>
                <c:pt idx="33">
                  <c:v>612.64800000000002</c:v>
                </c:pt>
                <c:pt idx="34">
                  <c:v>594.66480000000001</c:v>
                </c:pt>
                <c:pt idx="35">
                  <c:v>612.34320000000002</c:v>
                </c:pt>
                <c:pt idx="36">
                  <c:v>597.40800000000002</c:v>
                </c:pt>
                <c:pt idx="37">
                  <c:v>613.56240000000003</c:v>
                </c:pt>
                <c:pt idx="38">
                  <c:v>596.18880000000001</c:v>
                </c:pt>
                <c:pt idx="39">
                  <c:v>537.05759999999998</c:v>
                </c:pt>
                <c:pt idx="40">
                  <c:v>601.67520000000002</c:v>
                </c:pt>
                <c:pt idx="41">
                  <c:v>643.43280000000004</c:v>
                </c:pt>
                <c:pt idx="42">
                  <c:v>617.82960000000003</c:v>
                </c:pt>
                <c:pt idx="43">
                  <c:v>622.70640000000003</c:v>
                </c:pt>
                <c:pt idx="44">
                  <c:v>629.10720000000003</c:v>
                </c:pt>
                <c:pt idx="45">
                  <c:v>616.00080000000003</c:v>
                </c:pt>
                <c:pt idx="46">
                  <c:v>670.86479999999995</c:v>
                </c:pt>
                <c:pt idx="47">
                  <c:v>645.87120000000004</c:v>
                </c:pt>
                <c:pt idx="48">
                  <c:v>665.98800000000006</c:v>
                </c:pt>
                <c:pt idx="49">
                  <c:v>702.56399999999996</c:v>
                </c:pt>
                <c:pt idx="50">
                  <c:v>683.97119999999995</c:v>
                </c:pt>
                <c:pt idx="51">
                  <c:v>695.24879999999996</c:v>
                </c:pt>
                <c:pt idx="52">
                  <c:v>719.63279999999997</c:v>
                </c:pt>
                <c:pt idx="53">
                  <c:v>719.93759999999997</c:v>
                </c:pt>
                <c:pt idx="54">
                  <c:v>734.56799999999998</c:v>
                </c:pt>
                <c:pt idx="55">
                  <c:v>741.57839999999999</c:v>
                </c:pt>
                <c:pt idx="56">
                  <c:v>752.85599999999999</c:v>
                </c:pt>
                <c:pt idx="57">
                  <c:v>738.83519999999999</c:v>
                </c:pt>
                <c:pt idx="58">
                  <c:v>747.97919999999999</c:v>
                </c:pt>
                <c:pt idx="59">
                  <c:v>782.11680000000001</c:v>
                </c:pt>
                <c:pt idx="60">
                  <c:v>765.9624</c:v>
                </c:pt>
                <c:pt idx="61">
                  <c:v>783.94560000000001</c:v>
                </c:pt>
                <c:pt idx="62">
                  <c:v>759.5616</c:v>
                </c:pt>
                <c:pt idx="63">
                  <c:v>791.56560000000002</c:v>
                </c:pt>
                <c:pt idx="64">
                  <c:v>811.37760000000003</c:v>
                </c:pt>
                <c:pt idx="65">
                  <c:v>800.1</c:v>
                </c:pt>
                <c:pt idx="66">
                  <c:v>788.82240000000002</c:v>
                </c:pt>
                <c:pt idx="67">
                  <c:v>807.72</c:v>
                </c:pt>
                <c:pt idx="68">
                  <c:v>813.20640000000003</c:v>
                </c:pt>
                <c:pt idx="69">
                  <c:v>805.28160000000003</c:v>
                </c:pt>
                <c:pt idx="70">
                  <c:v>826.92240000000004</c:v>
                </c:pt>
                <c:pt idx="71">
                  <c:v>840.33360000000005</c:v>
                </c:pt>
                <c:pt idx="72">
                  <c:v>818.69280000000003</c:v>
                </c:pt>
                <c:pt idx="73">
                  <c:v>833.93280000000004</c:v>
                </c:pt>
                <c:pt idx="74">
                  <c:v>823.26480000000004</c:v>
                </c:pt>
                <c:pt idx="75">
                  <c:v>840.02880000000005</c:v>
                </c:pt>
                <c:pt idx="76">
                  <c:v>829.66560000000004</c:v>
                </c:pt>
                <c:pt idx="77">
                  <c:v>792.48</c:v>
                </c:pt>
                <c:pt idx="78">
                  <c:v>862.88879999999995</c:v>
                </c:pt>
                <c:pt idx="79">
                  <c:v>855.26880000000006</c:v>
                </c:pt>
                <c:pt idx="80">
                  <c:v>891.23519999999996</c:v>
                </c:pt>
                <c:pt idx="81">
                  <c:v>900.68399999999997</c:v>
                </c:pt>
                <c:pt idx="82">
                  <c:v>912.26639999999998</c:v>
                </c:pt>
                <c:pt idx="83">
                  <c:v>908.91359999999997</c:v>
                </c:pt>
                <c:pt idx="84">
                  <c:v>917.75279999999998</c:v>
                </c:pt>
                <c:pt idx="85">
                  <c:v>872.94719999999995</c:v>
                </c:pt>
                <c:pt idx="86">
                  <c:v>858.62159999999994</c:v>
                </c:pt>
                <c:pt idx="87">
                  <c:v>842.16240000000005</c:v>
                </c:pt>
                <c:pt idx="88">
                  <c:v>872.03279999999995</c:v>
                </c:pt>
                <c:pt idx="89">
                  <c:v>848.86800000000005</c:v>
                </c:pt>
                <c:pt idx="90">
                  <c:v>833.62800000000004</c:v>
                </c:pt>
                <c:pt idx="91">
                  <c:v>802.84320000000002</c:v>
                </c:pt>
                <c:pt idx="92">
                  <c:v>778.45920000000001</c:v>
                </c:pt>
                <c:pt idx="93">
                  <c:v>738.83519999999999</c:v>
                </c:pt>
                <c:pt idx="94">
                  <c:v>715.97519999999997</c:v>
                </c:pt>
                <c:pt idx="95">
                  <c:v>683.97119999999995</c:v>
                </c:pt>
                <c:pt idx="96">
                  <c:v>674.21759999999995</c:v>
                </c:pt>
                <c:pt idx="97">
                  <c:v>651.66240000000005</c:v>
                </c:pt>
                <c:pt idx="98">
                  <c:v>642.82320000000004</c:v>
                </c:pt>
                <c:pt idx="99">
                  <c:v>611.42880000000002</c:v>
                </c:pt>
                <c:pt idx="100">
                  <c:v>402.03120000000001</c:v>
                </c:pt>
                <c:pt idx="101">
                  <c:v>364.84559999999999</c:v>
                </c:pt>
                <c:pt idx="102">
                  <c:v>333.45119999999997</c:v>
                </c:pt>
                <c:pt idx="103">
                  <c:v>142.6464</c:v>
                </c:pt>
                <c:pt idx="104">
                  <c:v>120.0912</c:v>
                </c:pt>
                <c:pt idx="105">
                  <c:v>85.343999999999994</c:v>
                </c:pt>
                <c:pt idx="106">
                  <c:v>914.70479999999998</c:v>
                </c:pt>
                <c:pt idx="107">
                  <c:v>929.64</c:v>
                </c:pt>
                <c:pt idx="108">
                  <c:v>899.76959999999997</c:v>
                </c:pt>
                <c:pt idx="109">
                  <c:v>857.70719999999994</c:v>
                </c:pt>
                <c:pt idx="110">
                  <c:v>821.43600000000004</c:v>
                </c:pt>
                <c:pt idx="111">
                  <c:v>791.87040000000002</c:v>
                </c:pt>
                <c:pt idx="112">
                  <c:v>770.83920000000001</c:v>
                </c:pt>
                <c:pt idx="113">
                  <c:v>863.19359999999995</c:v>
                </c:pt>
                <c:pt idx="114">
                  <c:v>840.63840000000005</c:v>
                </c:pt>
                <c:pt idx="115">
                  <c:v>809.54880000000003</c:v>
                </c:pt>
                <c:pt idx="116">
                  <c:v>774.80160000000001</c:v>
                </c:pt>
                <c:pt idx="117">
                  <c:v>886.66319999999996</c:v>
                </c:pt>
                <c:pt idx="118">
                  <c:v>750.72239999999999</c:v>
                </c:pt>
                <c:pt idx="119">
                  <c:v>914.09519999999998</c:v>
                </c:pt>
                <c:pt idx="120">
                  <c:v>896.41679999999997</c:v>
                </c:pt>
                <c:pt idx="121">
                  <c:v>920.80079999999998</c:v>
                </c:pt>
                <c:pt idx="122">
                  <c:v>921.71519999999998</c:v>
                </c:pt>
                <c:pt idx="123">
                  <c:v>929.94479999999999</c:v>
                </c:pt>
                <c:pt idx="124">
                  <c:v>916.53359999999998</c:v>
                </c:pt>
                <c:pt idx="125">
                  <c:v>922.62959999999998</c:v>
                </c:pt>
                <c:pt idx="126">
                  <c:v>928.42079999999999</c:v>
                </c:pt>
                <c:pt idx="127">
                  <c:v>927.20159999999998</c:v>
                </c:pt>
                <c:pt idx="128">
                  <c:v>928.11599999999999</c:v>
                </c:pt>
                <c:pt idx="129">
                  <c:v>929.33519999999999</c:v>
                </c:pt>
                <c:pt idx="130">
                  <c:v>928.72559999999999</c:v>
                </c:pt>
                <c:pt idx="131">
                  <c:v>927.81119999999999</c:v>
                </c:pt>
                <c:pt idx="132">
                  <c:v>927.81119999999999</c:v>
                </c:pt>
                <c:pt idx="133">
                  <c:v>928.11599999999999</c:v>
                </c:pt>
                <c:pt idx="134">
                  <c:v>848.25840000000005</c:v>
                </c:pt>
                <c:pt idx="135">
                  <c:v>822.65520000000004</c:v>
                </c:pt>
                <c:pt idx="136">
                  <c:v>808.02480000000003</c:v>
                </c:pt>
                <c:pt idx="137">
                  <c:v>788.51760000000002</c:v>
                </c:pt>
                <c:pt idx="138">
                  <c:v>693.42</c:v>
                </c:pt>
                <c:pt idx="139">
                  <c:v>598.01760000000002</c:v>
                </c:pt>
                <c:pt idx="140">
                  <c:v>341.98559999999998</c:v>
                </c:pt>
                <c:pt idx="141">
                  <c:v>273.40559999999999</c:v>
                </c:pt>
                <c:pt idx="142">
                  <c:v>910.43759999999997</c:v>
                </c:pt>
                <c:pt idx="143">
                  <c:v>902.20799999999997</c:v>
                </c:pt>
                <c:pt idx="144">
                  <c:v>902.20799999999997</c:v>
                </c:pt>
                <c:pt idx="145">
                  <c:v>901.90319999999997</c:v>
                </c:pt>
                <c:pt idx="146">
                  <c:v>902.20799999999997</c:v>
                </c:pt>
                <c:pt idx="147">
                  <c:v>848.56320000000005</c:v>
                </c:pt>
                <c:pt idx="148">
                  <c:v>736.09199999999998</c:v>
                </c:pt>
                <c:pt idx="149">
                  <c:v>621.79200000000003</c:v>
                </c:pt>
                <c:pt idx="150">
                  <c:v>543.45839999999998</c:v>
                </c:pt>
                <c:pt idx="151">
                  <c:v>491.03280000000001</c:v>
                </c:pt>
                <c:pt idx="152">
                  <c:v>421.84320000000002</c:v>
                </c:pt>
                <c:pt idx="153">
                  <c:v>338.93759999999997</c:v>
                </c:pt>
                <c:pt idx="154">
                  <c:v>286.512</c:v>
                </c:pt>
                <c:pt idx="155">
                  <c:v>909.21839999999997</c:v>
                </c:pt>
                <c:pt idx="156">
                  <c:v>908.30399999999997</c:v>
                </c:pt>
                <c:pt idx="157">
                  <c:v>886.66319999999996</c:v>
                </c:pt>
                <c:pt idx="158">
                  <c:v>886.66319999999996</c:v>
                </c:pt>
                <c:pt idx="159">
                  <c:v>885.44399999999996</c:v>
                </c:pt>
                <c:pt idx="160">
                  <c:v>885.13919999999996</c:v>
                </c:pt>
                <c:pt idx="161">
                  <c:v>885.13919999999996</c:v>
                </c:pt>
                <c:pt idx="162">
                  <c:v>849.47760000000005</c:v>
                </c:pt>
                <c:pt idx="163">
                  <c:v>745.84559999999999</c:v>
                </c:pt>
                <c:pt idx="164">
                  <c:v>705.61199999999997</c:v>
                </c:pt>
                <c:pt idx="165">
                  <c:v>535.83839999999998</c:v>
                </c:pt>
                <c:pt idx="166">
                  <c:v>457.2</c:v>
                </c:pt>
                <c:pt idx="167">
                  <c:v>370.63679999999999</c:v>
                </c:pt>
                <c:pt idx="168">
                  <c:v>267.91919999999999</c:v>
                </c:pt>
                <c:pt idx="169">
                  <c:v>770.2296</c:v>
                </c:pt>
                <c:pt idx="170">
                  <c:v>709.26959999999997</c:v>
                </c:pt>
                <c:pt idx="171">
                  <c:v>575.1576</c:v>
                </c:pt>
                <c:pt idx="172">
                  <c:v>496.21440000000001</c:v>
                </c:pt>
                <c:pt idx="173">
                  <c:v>420.92880000000002</c:v>
                </c:pt>
                <c:pt idx="174">
                  <c:v>339.24239999999998</c:v>
                </c:pt>
                <c:pt idx="175">
                  <c:v>200.25360000000001</c:v>
                </c:pt>
                <c:pt idx="176">
                  <c:v>127.1016</c:v>
                </c:pt>
                <c:pt idx="177">
                  <c:v>832.40880000000004</c:v>
                </c:pt>
                <c:pt idx="178">
                  <c:v>827.22720000000004</c:v>
                </c:pt>
                <c:pt idx="179">
                  <c:v>824.78880000000004</c:v>
                </c:pt>
                <c:pt idx="180">
                  <c:v>845.21040000000005</c:v>
                </c:pt>
                <c:pt idx="181">
                  <c:v>847.64880000000005</c:v>
                </c:pt>
                <c:pt idx="182">
                  <c:v>847.95360000000005</c:v>
                </c:pt>
                <c:pt idx="183">
                  <c:v>881.78639999999996</c:v>
                </c:pt>
                <c:pt idx="184">
                  <c:v>884.83439999999996</c:v>
                </c:pt>
                <c:pt idx="185">
                  <c:v>888.49199999999996</c:v>
                </c:pt>
                <c:pt idx="186">
                  <c:v>892.75919999999996</c:v>
                </c:pt>
                <c:pt idx="187">
                  <c:v>873.55679999999995</c:v>
                </c:pt>
                <c:pt idx="188">
                  <c:v>843.99120000000005</c:v>
                </c:pt>
                <c:pt idx="189">
                  <c:v>818.38800000000003</c:v>
                </c:pt>
                <c:pt idx="190">
                  <c:v>762</c:v>
                </c:pt>
                <c:pt idx="191">
                  <c:v>667.81679999999994</c:v>
                </c:pt>
                <c:pt idx="192">
                  <c:v>623.31600000000003</c:v>
                </c:pt>
                <c:pt idx="193">
                  <c:v>560.52719999999999</c:v>
                </c:pt>
                <c:pt idx="194">
                  <c:v>509.01600000000002</c:v>
                </c:pt>
                <c:pt idx="195">
                  <c:v>412.69920000000002</c:v>
                </c:pt>
                <c:pt idx="196">
                  <c:v>361.49279999999999</c:v>
                </c:pt>
                <c:pt idx="197">
                  <c:v>280.1112</c:v>
                </c:pt>
                <c:pt idx="198">
                  <c:v>203.91120000000001</c:v>
                </c:pt>
                <c:pt idx="199">
                  <c:v>186.2328</c:v>
                </c:pt>
                <c:pt idx="200">
                  <c:v>138.3792</c:v>
                </c:pt>
                <c:pt idx="201">
                  <c:v>129.23519999999999</c:v>
                </c:pt>
                <c:pt idx="202">
                  <c:v>0.30480000000000002</c:v>
                </c:pt>
                <c:pt idx="203">
                  <c:v>382.8288</c:v>
                </c:pt>
                <c:pt idx="204">
                  <c:v>619.65840000000003</c:v>
                </c:pt>
                <c:pt idx="205">
                  <c:v>791.26080000000002</c:v>
                </c:pt>
                <c:pt idx="206">
                  <c:v>849.47760000000005</c:v>
                </c:pt>
                <c:pt idx="207">
                  <c:v>849.47760000000005</c:v>
                </c:pt>
                <c:pt idx="208">
                  <c:v>485.85120000000001</c:v>
                </c:pt>
                <c:pt idx="209">
                  <c:v>851.30640000000005</c:v>
                </c:pt>
                <c:pt idx="210">
                  <c:v>847.34400000000005</c:v>
                </c:pt>
                <c:pt idx="211">
                  <c:v>791.56560000000002</c:v>
                </c:pt>
                <c:pt idx="212">
                  <c:v>658.67280000000005</c:v>
                </c:pt>
                <c:pt idx="213">
                  <c:v>622.40160000000003</c:v>
                </c:pt>
                <c:pt idx="214">
                  <c:v>596.49360000000001</c:v>
                </c:pt>
                <c:pt idx="215">
                  <c:v>544.06799999999998</c:v>
                </c:pt>
                <c:pt idx="216">
                  <c:v>343.50959999999998</c:v>
                </c:pt>
                <c:pt idx="217">
                  <c:v>133.50239999999999</c:v>
                </c:pt>
                <c:pt idx="218">
                  <c:v>99.669600000000003</c:v>
                </c:pt>
                <c:pt idx="219">
                  <c:v>73.456800000000001</c:v>
                </c:pt>
                <c:pt idx="220">
                  <c:v>40.233600000000003</c:v>
                </c:pt>
                <c:pt idx="221">
                  <c:v>28.651199999999999</c:v>
                </c:pt>
                <c:pt idx="222">
                  <c:v>0</c:v>
                </c:pt>
                <c:pt idx="223">
                  <c:v>841.55280000000005</c:v>
                </c:pt>
                <c:pt idx="224">
                  <c:v>823.26480000000004</c:v>
                </c:pt>
                <c:pt idx="225">
                  <c:v>797.35680000000002</c:v>
                </c:pt>
                <c:pt idx="226">
                  <c:v>743.71199999999999</c:v>
                </c:pt>
                <c:pt idx="227">
                  <c:v>637.94640000000004</c:v>
                </c:pt>
                <c:pt idx="228">
                  <c:v>562.66079999999999</c:v>
                </c:pt>
                <c:pt idx="229">
                  <c:v>514.80719999999997</c:v>
                </c:pt>
                <c:pt idx="230">
                  <c:v>452.32319999999999</c:v>
                </c:pt>
                <c:pt idx="231">
                  <c:v>316.07760000000002</c:v>
                </c:pt>
                <c:pt idx="232">
                  <c:v>315.16320000000002</c:v>
                </c:pt>
                <c:pt idx="233">
                  <c:v>236.8296</c:v>
                </c:pt>
                <c:pt idx="234">
                  <c:v>105.15600000000001</c:v>
                </c:pt>
                <c:pt idx="235">
                  <c:v>19.812000000000001</c:v>
                </c:pt>
                <c:pt idx="236">
                  <c:v>391.97280000000001</c:v>
                </c:pt>
                <c:pt idx="237">
                  <c:v>564.1848</c:v>
                </c:pt>
                <c:pt idx="238">
                  <c:v>745.23599999999999</c:v>
                </c:pt>
                <c:pt idx="239">
                  <c:v>772.36320000000001</c:v>
                </c:pt>
                <c:pt idx="240">
                  <c:v>787.29840000000002</c:v>
                </c:pt>
                <c:pt idx="241">
                  <c:v>819.60720000000003</c:v>
                </c:pt>
                <c:pt idx="242">
                  <c:v>794.61360000000002</c:v>
                </c:pt>
                <c:pt idx="243">
                  <c:v>840.33360000000005</c:v>
                </c:pt>
                <c:pt idx="244">
                  <c:v>821.13120000000004</c:v>
                </c:pt>
                <c:pt idx="245">
                  <c:v>838.2</c:v>
                </c:pt>
                <c:pt idx="246">
                  <c:v>836.06640000000004</c:v>
                </c:pt>
                <c:pt idx="247">
                  <c:v>849.17280000000005</c:v>
                </c:pt>
                <c:pt idx="248">
                  <c:v>829.05600000000004</c:v>
                </c:pt>
                <c:pt idx="249">
                  <c:v>815.64480000000003</c:v>
                </c:pt>
                <c:pt idx="250">
                  <c:v>761.6952</c:v>
                </c:pt>
                <c:pt idx="251">
                  <c:v>715.36559999999997</c:v>
                </c:pt>
                <c:pt idx="252">
                  <c:v>450.18959999999998</c:v>
                </c:pt>
                <c:pt idx="253">
                  <c:v>388.0104</c:v>
                </c:pt>
                <c:pt idx="254">
                  <c:v>262.73759999999999</c:v>
                </c:pt>
                <c:pt idx="255">
                  <c:v>42.367199999999997</c:v>
                </c:pt>
                <c:pt idx="256">
                  <c:v>27.431999999999999</c:v>
                </c:pt>
                <c:pt idx="257">
                  <c:v>872.94719999999995</c:v>
                </c:pt>
                <c:pt idx="258">
                  <c:v>852.52560000000005</c:v>
                </c:pt>
                <c:pt idx="259">
                  <c:v>852.83040000000005</c:v>
                </c:pt>
                <c:pt idx="260">
                  <c:v>854.96400000000006</c:v>
                </c:pt>
                <c:pt idx="261">
                  <c:v>869.28959999999995</c:v>
                </c:pt>
                <c:pt idx="262">
                  <c:v>805.89120000000003</c:v>
                </c:pt>
                <c:pt idx="263">
                  <c:v>721.15679999999998</c:v>
                </c:pt>
                <c:pt idx="264">
                  <c:v>701.34479999999996</c:v>
                </c:pt>
                <c:pt idx="265">
                  <c:v>592.53120000000001</c:v>
                </c:pt>
                <c:pt idx="266">
                  <c:v>568.1472</c:v>
                </c:pt>
                <c:pt idx="267">
                  <c:v>484.93680000000001</c:v>
                </c:pt>
                <c:pt idx="268">
                  <c:v>445.92239999999998</c:v>
                </c:pt>
                <c:pt idx="269">
                  <c:v>271.27199999999999</c:v>
                </c:pt>
                <c:pt idx="270">
                  <c:v>227.99039999999999</c:v>
                </c:pt>
                <c:pt idx="271">
                  <c:v>96.316800000000001</c:v>
                </c:pt>
                <c:pt idx="272">
                  <c:v>55.473599999999998</c:v>
                </c:pt>
                <c:pt idx="273">
                  <c:v>25.603200000000001</c:v>
                </c:pt>
                <c:pt idx="274">
                  <c:v>357.53039999999999</c:v>
                </c:pt>
                <c:pt idx="275">
                  <c:v>854.35440000000006</c:v>
                </c:pt>
                <c:pt idx="276">
                  <c:v>854.65920000000006</c:v>
                </c:pt>
                <c:pt idx="277">
                  <c:v>854.35440000000006</c:v>
                </c:pt>
                <c:pt idx="278">
                  <c:v>854.96400000000006</c:v>
                </c:pt>
                <c:pt idx="279">
                  <c:v>855.87840000000006</c:v>
                </c:pt>
                <c:pt idx="280">
                  <c:v>854.04960000000005</c:v>
                </c:pt>
                <c:pt idx="281">
                  <c:v>871.11839999999995</c:v>
                </c:pt>
                <c:pt idx="282">
                  <c:v>855.87840000000006</c:v>
                </c:pt>
                <c:pt idx="283">
                  <c:v>887.27279999999996</c:v>
                </c:pt>
                <c:pt idx="284">
                  <c:v>886.35839999999996</c:v>
                </c:pt>
                <c:pt idx="285">
                  <c:v>915.31439999999998</c:v>
                </c:pt>
                <c:pt idx="286">
                  <c:v>921.41039999999998</c:v>
                </c:pt>
                <c:pt idx="287">
                  <c:v>901.90319999999997</c:v>
                </c:pt>
                <c:pt idx="288">
                  <c:v>928.72559999999999</c:v>
                </c:pt>
                <c:pt idx="289">
                  <c:v>917.75279999999998</c:v>
                </c:pt>
                <c:pt idx="290">
                  <c:v>947.928</c:v>
                </c:pt>
                <c:pt idx="291">
                  <c:v>942.13679999999999</c:v>
                </c:pt>
                <c:pt idx="292">
                  <c:v>955.548</c:v>
                </c:pt>
                <c:pt idx="293">
                  <c:v>966.52080000000001</c:v>
                </c:pt>
                <c:pt idx="294">
                  <c:v>960.4248</c:v>
                </c:pt>
                <c:pt idx="295">
                  <c:v>952.5</c:v>
                </c:pt>
                <c:pt idx="296">
                  <c:v>966.21600000000001</c:v>
                </c:pt>
                <c:pt idx="297">
                  <c:v>954.9384</c:v>
                </c:pt>
                <c:pt idx="298">
                  <c:v>966.52080000000001</c:v>
                </c:pt>
                <c:pt idx="299">
                  <c:v>969.56880000000001</c:v>
                </c:pt>
                <c:pt idx="300">
                  <c:v>980.84640000000002</c:v>
                </c:pt>
                <c:pt idx="301">
                  <c:v>982.67520000000002</c:v>
                </c:pt>
                <c:pt idx="302">
                  <c:v>984.19920000000002</c:v>
                </c:pt>
                <c:pt idx="303">
                  <c:v>988.16160000000002</c:v>
                </c:pt>
                <c:pt idx="304">
                  <c:v>973.53120000000001</c:v>
                </c:pt>
                <c:pt idx="305">
                  <c:v>994.56240000000003</c:v>
                </c:pt>
                <c:pt idx="306">
                  <c:v>969.56880000000001</c:v>
                </c:pt>
                <c:pt idx="307">
                  <c:v>999.43920000000003</c:v>
                </c:pt>
                <c:pt idx="308">
                  <c:v>996.69600000000003</c:v>
                </c:pt>
                <c:pt idx="309">
                  <c:v>999.43920000000003</c:v>
                </c:pt>
                <c:pt idx="310">
                  <c:v>999.74400000000003</c:v>
                </c:pt>
                <c:pt idx="311">
                  <c:v>1007.0592</c:v>
                </c:pt>
                <c:pt idx="312">
                  <c:v>1012.8504</c:v>
                </c:pt>
                <c:pt idx="313">
                  <c:v>1019.556</c:v>
                </c:pt>
                <c:pt idx="314">
                  <c:v>1030.2239999999999</c:v>
                </c:pt>
                <c:pt idx="315">
                  <c:v>1032.9672</c:v>
                </c:pt>
                <c:pt idx="316">
                  <c:v>1045.4639999999999</c:v>
                </c:pt>
                <c:pt idx="317">
                  <c:v>1026.2616</c:v>
                </c:pt>
                <c:pt idx="318">
                  <c:v>1050.9503999999999</c:v>
                </c:pt>
                <c:pt idx="319">
                  <c:v>1035.7103999999999</c:v>
                </c:pt>
                <c:pt idx="320">
                  <c:v>1049.7311999999999</c:v>
                </c:pt>
                <c:pt idx="321">
                  <c:v>1037.2344000000001</c:v>
                </c:pt>
                <c:pt idx="322">
                  <c:v>975.96960000000001</c:v>
                </c:pt>
                <c:pt idx="323">
                  <c:v>944.88</c:v>
                </c:pt>
                <c:pt idx="324">
                  <c:v>928.72559999999999</c:v>
                </c:pt>
                <c:pt idx="325">
                  <c:v>920.49599999999998</c:v>
                </c:pt>
                <c:pt idx="326">
                  <c:v>899.16</c:v>
                </c:pt>
                <c:pt idx="327">
                  <c:v>890.62559999999996</c:v>
                </c:pt>
                <c:pt idx="328">
                  <c:v>871.72799999999995</c:v>
                </c:pt>
                <c:pt idx="329">
                  <c:v>865.02239999999995</c:v>
                </c:pt>
                <c:pt idx="330">
                  <c:v>845.21040000000005</c:v>
                </c:pt>
                <c:pt idx="331">
                  <c:v>832.71360000000004</c:v>
                </c:pt>
                <c:pt idx="332">
                  <c:v>805.89120000000003</c:v>
                </c:pt>
                <c:pt idx="333">
                  <c:v>761.3904</c:v>
                </c:pt>
                <c:pt idx="334">
                  <c:v>745.54079999999999</c:v>
                </c:pt>
                <c:pt idx="335">
                  <c:v>701.64959999999996</c:v>
                </c:pt>
                <c:pt idx="336">
                  <c:v>282.5496</c:v>
                </c:pt>
                <c:pt idx="337">
                  <c:v>245.9736</c:v>
                </c:pt>
                <c:pt idx="338">
                  <c:v>236.22</c:v>
                </c:pt>
                <c:pt idx="339">
                  <c:v>160.02000000000001</c:v>
                </c:pt>
                <c:pt idx="340">
                  <c:v>32.308799999999998</c:v>
                </c:pt>
                <c:pt idx="341">
                  <c:v>1059.7896000000001</c:v>
                </c:pt>
                <c:pt idx="342">
                  <c:v>1063.752</c:v>
                </c:pt>
                <c:pt idx="343">
                  <c:v>1066.8</c:v>
                </c:pt>
                <c:pt idx="344">
                  <c:v>1086.6120000000001</c:v>
                </c:pt>
                <c:pt idx="345">
                  <c:v>1071.0672</c:v>
                </c:pt>
                <c:pt idx="346">
                  <c:v>1092.7080000000001</c:v>
                </c:pt>
                <c:pt idx="347">
                  <c:v>1087.5264</c:v>
                </c:pt>
                <c:pt idx="348">
                  <c:v>1091.184</c:v>
                </c:pt>
                <c:pt idx="349">
                  <c:v>1087.5264</c:v>
                </c:pt>
                <c:pt idx="350">
                  <c:v>1088.136</c:v>
                </c:pt>
                <c:pt idx="351">
                  <c:v>1084.4784</c:v>
                </c:pt>
                <c:pt idx="352">
                  <c:v>1065.2760000000001</c:v>
                </c:pt>
                <c:pt idx="353">
                  <c:v>1049.1215999999999</c:v>
                </c:pt>
                <c:pt idx="354">
                  <c:v>1033.8815999999999</c:v>
                </c:pt>
                <c:pt idx="355">
                  <c:v>1015.8984</c:v>
                </c:pt>
                <c:pt idx="356">
                  <c:v>971.09280000000001</c:v>
                </c:pt>
                <c:pt idx="357">
                  <c:v>949.7568</c:v>
                </c:pt>
                <c:pt idx="358">
                  <c:v>687.32399999999996</c:v>
                </c:pt>
                <c:pt idx="359">
                  <c:v>659.28240000000005</c:v>
                </c:pt>
                <c:pt idx="360">
                  <c:v>622.40160000000003</c:v>
                </c:pt>
                <c:pt idx="361">
                  <c:v>586.43520000000001</c:v>
                </c:pt>
                <c:pt idx="362">
                  <c:v>334.36559999999997</c:v>
                </c:pt>
                <c:pt idx="363">
                  <c:v>308.76240000000001</c:v>
                </c:pt>
                <c:pt idx="364">
                  <c:v>270.05279999999999</c:v>
                </c:pt>
                <c:pt idx="365">
                  <c:v>54.254399999999997</c:v>
                </c:pt>
                <c:pt idx="366">
                  <c:v>27.431999999999999</c:v>
                </c:pt>
                <c:pt idx="367">
                  <c:v>5.1816000000000004</c:v>
                </c:pt>
                <c:pt idx="368">
                  <c:v>1084.4784</c:v>
                </c:pt>
                <c:pt idx="369">
                  <c:v>1077.4680000000001</c:v>
                </c:pt>
                <c:pt idx="370">
                  <c:v>1080.2112</c:v>
                </c:pt>
                <c:pt idx="371">
                  <c:v>1079.9064000000001</c:v>
                </c:pt>
                <c:pt idx="372">
                  <c:v>1078.6872000000001</c:v>
                </c:pt>
                <c:pt idx="373">
                  <c:v>1081.4304</c:v>
                </c:pt>
                <c:pt idx="374">
                  <c:v>1075.0296000000001</c:v>
                </c:pt>
                <c:pt idx="375">
                  <c:v>1078.6872000000001</c:v>
                </c:pt>
                <c:pt idx="376">
                  <c:v>1078.992</c:v>
                </c:pt>
                <c:pt idx="377">
                  <c:v>1078.992</c:v>
                </c:pt>
                <c:pt idx="378">
                  <c:v>1078.3824</c:v>
                </c:pt>
                <c:pt idx="379">
                  <c:v>1078.992</c:v>
                </c:pt>
                <c:pt idx="380">
                  <c:v>1078.6872000000001</c:v>
                </c:pt>
                <c:pt idx="381">
                  <c:v>1075.3344</c:v>
                </c:pt>
                <c:pt idx="382">
                  <c:v>1059.4848</c:v>
                </c:pt>
                <c:pt idx="383">
                  <c:v>953.7192</c:v>
                </c:pt>
                <c:pt idx="384">
                  <c:v>841.55280000000005</c:v>
                </c:pt>
                <c:pt idx="385">
                  <c:v>808.02480000000003</c:v>
                </c:pt>
                <c:pt idx="386">
                  <c:v>708.35519999999997</c:v>
                </c:pt>
                <c:pt idx="387">
                  <c:v>663.54960000000005</c:v>
                </c:pt>
                <c:pt idx="388">
                  <c:v>544.06799999999998</c:v>
                </c:pt>
                <c:pt idx="389">
                  <c:v>441.04559999999998</c:v>
                </c:pt>
                <c:pt idx="390">
                  <c:v>349.91039999999998</c:v>
                </c:pt>
                <c:pt idx="391">
                  <c:v>309.06720000000001</c:v>
                </c:pt>
                <c:pt idx="392">
                  <c:v>217.01759999999999</c:v>
                </c:pt>
                <c:pt idx="393">
                  <c:v>82.296000000000006</c:v>
                </c:pt>
                <c:pt idx="394">
                  <c:v>3.9624000000000001</c:v>
                </c:pt>
                <c:pt idx="395">
                  <c:v>139.5984</c:v>
                </c:pt>
                <c:pt idx="396">
                  <c:v>848.25840000000005</c:v>
                </c:pt>
                <c:pt idx="397">
                  <c:v>1016.508</c:v>
                </c:pt>
                <c:pt idx="398">
                  <c:v>1026.5663999999999</c:v>
                </c:pt>
                <c:pt idx="399">
                  <c:v>1095.4512</c:v>
                </c:pt>
                <c:pt idx="400">
                  <c:v>1083.5640000000001</c:v>
                </c:pt>
                <c:pt idx="401">
                  <c:v>1078.992</c:v>
                </c:pt>
                <c:pt idx="402">
                  <c:v>1068.6288</c:v>
                </c:pt>
                <c:pt idx="403">
                  <c:v>1075.6392000000001</c:v>
                </c:pt>
                <c:pt idx="404">
                  <c:v>1073.8104000000001</c:v>
                </c:pt>
                <c:pt idx="405">
                  <c:v>1058.8751999999999</c:v>
                </c:pt>
                <c:pt idx="406">
                  <c:v>1038.7583999999999</c:v>
                </c:pt>
                <c:pt idx="407">
                  <c:v>1038.1487999999999</c:v>
                </c:pt>
                <c:pt idx="408">
                  <c:v>1036.0152</c:v>
                </c:pt>
                <c:pt idx="409">
                  <c:v>1032.0527999999999</c:v>
                </c:pt>
                <c:pt idx="410">
                  <c:v>1020.1656</c:v>
                </c:pt>
                <c:pt idx="411">
                  <c:v>1004.0112</c:v>
                </c:pt>
                <c:pt idx="412">
                  <c:v>990.29520000000002</c:v>
                </c:pt>
                <c:pt idx="413">
                  <c:v>979.32240000000002</c:v>
                </c:pt>
                <c:pt idx="414">
                  <c:v>973.53120000000001</c:v>
                </c:pt>
                <c:pt idx="415">
                  <c:v>946.404</c:v>
                </c:pt>
                <c:pt idx="416">
                  <c:v>889.71119999999996</c:v>
                </c:pt>
                <c:pt idx="417">
                  <c:v>858.62159999999994</c:v>
                </c:pt>
                <c:pt idx="418">
                  <c:v>747.36959999999999</c:v>
                </c:pt>
                <c:pt idx="419">
                  <c:v>635.81280000000004</c:v>
                </c:pt>
                <c:pt idx="420">
                  <c:v>534.00959999999998</c:v>
                </c:pt>
                <c:pt idx="421">
                  <c:v>487.68</c:v>
                </c:pt>
                <c:pt idx="422">
                  <c:v>367.28399999999999</c:v>
                </c:pt>
                <c:pt idx="423">
                  <c:v>114.9096</c:v>
                </c:pt>
                <c:pt idx="424">
                  <c:v>105.46080000000001</c:v>
                </c:pt>
                <c:pt idx="425">
                  <c:v>80.467200000000005</c:v>
                </c:pt>
                <c:pt idx="426">
                  <c:v>658.36800000000005</c:v>
                </c:pt>
                <c:pt idx="427">
                  <c:v>1075.6392000000001</c:v>
                </c:pt>
                <c:pt idx="428">
                  <c:v>1076.8584000000001</c:v>
                </c:pt>
                <c:pt idx="429">
                  <c:v>1074.7248</c:v>
                </c:pt>
                <c:pt idx="430">
                  <c:v>1074.42</c:v>
                </c:pt>
                <c:pt idx="431">
                  <c:v>1074.42</c:v>
                </c:pt>
                <c:pt idx="432">
                  <c:v>1074.42</c:v>
                </c:pt>
                <c:pt idx="433">
                  <c:v>1074.42</c:v>
                </c:pt>
                <c:pt idx="434">
                  <c:v>1075.3344</c:v>
                </c:pt>
                <c:pt idx="435">
                  <c:v>1069.2384</c:v>
                </c:pt>
                <c:pt idx="436">
                  <c:v>1067.7144000000001</c:v>
                </c:pt>
                <c:pt idx="437">
                  <c:v>1066.1904</c:v>
                </c:pt>
                <c:pt idx="438">
                  <c:v>1062.8376000000001</c:v>
                </c:pt>
                <c:pt idx="439">
                  <c:v>998.22</c:v>
                </c:pt>
                <c:pt idx="440">
                  <c:v>903.73199999999997</c:v>
                </c:pt>
                <c:pt idx="441">
                  <c:v>1028.7</c:v>
                </c:pt>
                <c:pt idx="442">
                  <c:v>942.44159999999999</c:v>
                </c:pt>
                <c:pt idx="443">
                  <c:v>909.82799999999997</c:v>
                </c:pt>
                <c:pt idx="444">
                  <c:v>878.12879999999996</c:v>
                </c:pt>
                <c:pt idx="445">
                  <c:v>844.29600000000005</c:v>
                </c:pt>
                <c:pt idx="446">
                  <c:v>804.67200000000003</c:v>
                </c:pt>
                <c:pt idx="447">
                  <c:v>691.89599999999996</c:v>
                </c:pt>
                <c:pt idx="448">
                  <c:v>480.9744</c:v>
                </c:pt>
                <c:pt idx="449">
                  <c:v>363.01679999999999</c:v>
                </c:pt>
                <c:pt idx="450">
                  <c:v>324.61200000000002</c:v>
                </c:pt>
                <c:pt idx="451">
                  <c:v>196.596</c:v>
                </c:pt>
                <c:pt idx="452">
                  <c:v>56.692799999999998</c:v>
                </c:pt>
                <c:pt idx="453">
                  <c:v>846.42960000000005</c:v>
                </c:pt>
                <c:pt idx="454">
                  <c:v>1017.4224</c:v>
                </c:pt>
                <c:pt idx="455">
                  <c:v>1018.3368</c:v>
                </c:pt>
                <c:pt idx="456">
                  <c:v>1018.9464</c:v>
                </c:pt>
                <c:pt idx="457">
                  <c:v>1038.4536000000001</c:v>
                </c:pt>
                <c:pt idx="458">
                  <c:v>1062.2280000000001</c:v>
                </c:pt>
                <c:pt idx="459">
                  <c:v>1046.6831999999999</c:v>
                </c:pt>
                <c:pt idx="460">
                  <c:v>1069.5432000000001</c:v>
                </c:pt>
                <c:pt idx="461">
                  <c:v>1062.8376000000001</c:v>
                </c:pt>
                <c:pt idx="462">
                  <c:v>1062.2280000000001</c:v>
                </c:pt>
                <c:pt idx="463">
                  <c:v>1046.3784000000001</c:v>
                </c:pt>
                <c:pt idx="464">
                  <c:v>1043.3304000000001</c:v>
                </c:pt>
                <c:pt idx="465">
                  <c:v>1025.0424</c:v>
                </c:pt>
                <c:pt idx="466">
                  <c:v>994.86720000000003</c:v>
                </c:pt>
                <c:pt idx="467">
                  <c:v>980.54160000000002</c:v>
                </c:pt>
                <c:pt idx="468">
                  <c:v>936.04079999999999</c:v>
                </c:pt>
                <c:pt idx="469">
                  <c:v>915.00959999999998</c:v>
                </c:pt>
                <c:pt idx="470">
                  <c:v>884.52959999999996</c:v>
                </c:pt>
                <c:pt idx="471">
                  <c:v>854.96400000000006</c:v>
                </c:pt>
                <c:pt idx="472">
                  <c:v>821.13120000000004</c:v>
                </c:pt>
                <c:pt idx="473">
                  <c:v>747.36959999999999</c:v>
                </c:pt>
                <c:pt idx="474">
                  <c:v>672.08399999999995</c:v>
                </c:pt>
                <c:pt idx="475">
                  <c:v>541.02</c:v>
                </c:pt>
                <c:pt idx="476">
                  <c:v>453.84719999999999</c:v>
                </c:pt>
                <c:pt idx="477">
                  <c:v>406.60320000000002</c:v>
                </c:pt>
                <c:pt idx="478">
                  <c:v>307.23840000000001</c:v>
                </c:pt>
                <c:pt idx="479">
                  <c:v>238.9632</c:v>
                </c:pt>
                <c:pt idx="480">
                  <c:v>153.31440000000001</c:v>
                </c:pt>
                <c:pt idx="481">
                  <c:v>112.1664</c:v>
                </c:pt>
                <c:pt idx="482">
                  <c:v>1000.0488</c:v>
                </c:pt>
                <c:pt idx="483">
                  <c:v>1028.7</c:v>
                </c:pt>
                <c:pt idx="484">
                  <c:v>1078.3824</c:v>
                </c:pt>
                <c:pt idx="485">
                  <c:v>1074.1152</c:v>
                </c:pt>
                <c:pt idx="486">
                  <c:v>1071.3720000000001</c:v>
                </c:pt>
                <c:pt idx="487">
                  <c:v>1073.8104000000001</c:v>
                </c:pt>
                <c:pt idx="488">
                  <c:v>1072.2864</c:v>
                </c:pt>
                <c:pt idx="489">
                  <c:v>1076.2488000000001</c:v>
                </c:pt>
                <c:pt idx="490">
                  <c:v>1075.944</c:v>
                </c:pt>
                <c:pt idx="491">
                  <c:v>1071.3720000000001</c:v>
                </c:pt>
                <c:pt idx="492">
                  <c:v>1067.4096</c:v>
                </c:pt>
                <c:pt idx="493">
                  <c:v>1071.9816000000001</c:v>
                </c:pt>
                <c:pt idx="494">
                  <c:v>1073.2008000000001</c:v>
                </c:pt>
                <c:pt idx="495">
                  <c:v>1070.1528000000001</c:v>
                </c:pt>
                <c:pt idx="496">
                  <c:v>1066.8</c:v>
                </c:pt>
                <c:pt idx="497">
                  <c:v>1066.8</c:v>
                </c:pt>
                <c:pt idx="498">
                  <c:v>1067.1048000000001</c:v>
                </c:pt>
                <c:pt idx="499">
                  <c:v>1067.1048000000001</c:v>
                </c:pt>
                <c:pt idx="500">
                  <c:v>1067.4096</c:v>
                </c:pt>
                <c:pt idx="501">
                  <c:v>1060.3992000000001</c:v>
                </c:pt>
                <c:pt idx="502">
                  <c:v>1058.2655999999999</c:v>
                </c:pt>
                <c:pt idx="503">
                  <c:v>1057.6559999999999</c:v>
                </c:pt>
                <c:pt idx="504">
                  <c:v>1057.3512000000001</c:v>
                </c:pt>
                <c:pt idx="505">
                  <c:v>1057.3512000000001</c:v>
                </c:pt>
                <c:pt idx="506">
                  <c:v>1056.7416000000001</c:v>
                </c:pt>
                <c:pt idx="507">
                  <c:v>1057.0463999999999</c:v>
                </c:pt>
                <c:pt idx="508">
                  <c:v>1056.4367999999999</c:v>
                </c:pt>
                <c:pt idx="509">
                  <c:v>1057.0463999999999</c:v>
                </c:pt>
                <c:pt idx="510">
                  <c:v>1057.9608000000001</c:v>
                </c:pt>
                <c:pt idx="511">
                  <c:v>1062.2280000000001</c:v>
                </c:pt>
                <c:pt idx="512">
                  <c:v>1056.7416000000001</c:v>
                </c:pt>
                <c:pt idx="513">
                  <c:v>1056.4367999999999</c:v>
                </c:pt>
                <c:pt idx="514">
                  <c:v>1056.7416000000001</c:v>
                </c:pt>
                <c:pt idx="515">
                  <c:v>1056.7416000000001</c:v>
                </c:pt>
                <c:pt idx="516">
                  <c:v>1057.3512000000001</c:v>
                </c:pt>
                <c:pt idx="517">
                  <c:v>1057.0463999999999</c:v>
                </c:pt>
                <c:pt idx="518">
                  <c:v>1057.3512000000001</c:v>
                </c:pt>
                <c:pt idx="519">
                  <c:v>1057.3512000000001</c:v>
                </c:pt>
                <c:pt idx="520">
                  <c:v>1057.0463999999999</c:v>
                </c:pt>
                <c:pt idx="521">
                  <c:v>1057.0463999999999</c:v>
                </c:pt>
                <c:pt idx="522">
                  <c:v>1057.0463999999999</c:v>
                </c:pt>
                <c:pt idx="523">
                  <c:v>1057.0463999999999</c:v>
                </c:pt>
                <c:pt idx="524">
                  <c:v>891.84479999999996</c:v>
                </c:pt>
                <c:pt idx="525">
                  <c:v>891.84479999999996</c:v>
                </c:pt>
                <c:pt idx="526">
                  <c:v>900.98879999999997</c:v>
                </c:pt>
                <c:pt idx="527">
                  <c:v>876.3</c:v>
                </c:pt>
                <c:pt idx="528">
                  <c:v>862.88879999999995</c:v>
                </c:pt>
                <c:pt idx="529">
                  <c:v>897.02639999999997</c:v>
                </c:pt>
                <c:pt idx="530">
                  <c:v>906.78</c:v>
                </c:pt>
                <c:pt idx="531">
                  <c:v>883.31039999999996</c:v>
                </c:pt>
                <c:pt idx="532">
                  <c:v>852.22080000000005</c:v>
                </c:pt>
                <c:pt idx="533">
                  <c:v>508.40640000000002</c:v>
                </c:pt>
                <c:pt idx="534">
                  <c:v>447.14159999999998</c:v>
                </c:pt>
                <c:pt idx="535">
                  <c:v>409.95600000000002</c:v>
                </c:pt>
                <c:pt idx="536">
                  <c:v>285.9024</c:v>
                </c:pt>
                <c:pt idx="537">
                  <c:v>252.98400000000001</c:v>
                </c:pt>
                <c:pt idx="538">
                  <c:v>212.14080000000001</c:v>
                </c:pt>
                <c:pt idx="539">
                  <c:v>195.6816</c:v>
                </c:pt>
                <c:pt idx="540">
                  <c:v>156.36240000000001</c:v>
                </c:pt>
                <c:pt idx="541">
                  <c:v>23.4696</c:v>
                </c:pt>
                <c:pt idx="542">
                  <c:v>911.65679999999998</c:v>
                </c:pt>
                <c:pt idx="543">
                  <c:v>926.59199999999998</c:v>
                </c:pt>
                <c:pt idx="544">
                  <c:v>911.04719999999998</c:v>
                </c:pt>
                <c:pt idx="545">
                  <c:v>929.03039999999999</c:v>
                </c:pt>
                <c:pt idx="546">
                  <c:v>931.16399999999999</c:v>
                </c:pt>
                <c:pt idx="547">
                  <c:v>931.46879999999999</c:v>
                </c:pt>
                <c:pt idx="548">
                  <c:v>939.08879999999999</c:v>
                </c:pt>
                <c:pt idx="549">
                  <c:v>945.1848</c:v>
                </c:pt>
                <c:pt idx="550">
                  <c:v>955.548</c:v>
                </c:pt>
                <c:pt idx="551">
                  <c:v>940.91759999999999</c:v>
                </c:pt>
                <c:pt idx="552">
                  <c:v>946.7088</c:v>
                </c:pt>
                <c:pt idx="553">
                  <c:v>906.17039999999997</c:v>
                </c:pt>
                <c:pt idx="554">
                  <c:v>981.45600000000002</c:v>
                </c:pt>
                <c:pt idx="555">
                  <c:v>962.55840000000001</c:v>
                </c:pt>
                <c:pt idx="556">
                  <c:v>994.86720000000003</c:v>
                </c:pt>
                <c:pt idx="557">
                  <c:v>999.13440000000003</c:v>
                </c:pt>
                <c:pt idx="558">
                  <c:v>997.61040000000003</c:v>
                </c:pt>
                <c:pt idx="559">
                  <c:v>1011.0216</c:v>
                </c:pt>
                <c:pt idx="560">
                  <c:v>1014.3744</c:v>
                </c:pt>
                <c:pt idx="561">
                  <c:v>1020.1656</c:v>
                </c:pt>
                <c:pt idx="562">
                  <c:v>1002.1824</c:v>
                </c:pt>
                <c:pt idx="563">
                  <c:v>1024.1279999999999</c:v>
                </c:pt>
                <c:pt idx="564">
                  <c:v>1025.0424</c:v>
                </c:pt>
                <c:pt idx="565">
                  <c:v>1039.9775999999999</c:v>
                </c:pt>
                <c:pt idx="566">
                  <c:v>1041.8063999999999</c:v>
                </c:pt>
                <c:pt idx="567">
                  <c:v>1031.748</c:v>
                </c:pt>
                <c:pt idx="568">
                  <c:v>1021.08</c:v>
                </c:pt>
                <c:pt idx="569">
                  <c:v>1033.2719999999999</c:v>
                </c:pt>
                <c:pt idx="570">
                  <c:v>1016.2032</c:v>
                </c:pt>
                <c:pt idx="571">
                  <c:v>1037.8440000000001</c:v>
                </c:pt>
                <c:pt idx="572">
                  <c:v>1018.032</c:v>
                </c:pt>
                <c:pt idx="573">
                  <c:v>1013.1552</c:v>
                </c:pt>
                <c:pt idx="574">
                  <c:v>988.16160000000002</c:v>
                </c:pt>
                <c:pt idx="575">
                  <c:v>956.4624</c:v>
                </c:pt>
                <c:pt idx="576">
                  <c:v>873.25199999999995</c:v>
                </c:pt>
                <c:pt idx="577">
                  <c:v>615.69600000000003</c:v>
                </c:pt>
                <c:pt idx="578">
                  <c:v>591.31200000000001</c:v>
                </c:pt>
                <c:pt idx="579">
                  <c:v>319.43040000000002</c:v>
                </c:pt>
                <c:pt idx="580">
                  <c:v>233.7816</c:v>
                </c:pt>
                <c:pt idx="581">
                  <c:v>13.715999999999999</c:v>
                </c:pt>
                <c:pt idx="582">
                  <c:v>1033.8815999999999</c:v>
                </c:pt>
                <c:pt idx="583">
                  <c:v>1036.6248000000001</c:v>
                </c:pt>
                <c:pt idx="584">
                  <c:v>1029.9192</c:v>
                </c:pt>
                <c:pt idx="585">
                  <c:v>1012.2408</c:v>
                </c:pt>
                <c:pt idx="586">
                  <c:v>980.54160000000002</c:v>
                </c:pt>
                <c:pt idx="587">
                  <c:v>954.9384</c:v>
                </c:pt>
                <c:pt idx="588">
                  <c:v>953.1096</c:v>
                </c:pt>
                <c:pt idx="589">
                  <c:v>946.7088</c:v>
                </c:pt>
                <c:pt idx="590">
                  <c:v>943.05119999999999</c:v>
                </c:pt>
                <c:pt idx="591">
                  <c:v>943.35599999999999</c:v>
                </c:pt>
                <c:pt idx="592">
                  <c:v>938.78399999999999</c:v>
                </c:pt>
                <c:pt idx="593">
                  <c:v>925.37279999999998</c:v>
                </c:pt>
                <c:pt idx="594">
                  <c:v>902.20799999999997</c:v>
                </c:pt>
                <c:pt idx="595">
                  <c:v>842.77200000000005</c:v>
                </c:pt>
                <c:pt idx="596">
                  <c:v>886.05359999999996</c:v>
                </c:pt>
                <c:pt idx="597">
                  <c:v>1050.0360000000001</c:v>
                </c:pt>
                <c:pt idx="598">
                  <c:v>1070.1528000000001</c:v>
                </c:pt>
                <c:pt idx="599">
                  <c:v>1069.5432000000001</c:v>
                </c:pt>
                <c:pt idx="600">
                  <c:v>1094.8416</c:v>
                </c:pt>
                <c:pt idx="601">
                  <c:v>1083.2592</c:v>
                </c:pt>
                <c:pt idx="602">
                  <c:v>1088.7456</c:v>
                </c:pt>
                <c:pt idx="603">
                  <c:v>1078.6872000000001</c:v>
                </c:pt>
                <c:pt idx="604">
                  <c:v>1095.4512</c:v>
                </c:pt>
                <c:pt idx="605">
                  <c:v>1077.7728</c:v>
                </c:pt>
                <c:pt idx="606">
                  <c:v>1093.3176000000001</c:v>
                </c:pt>
                <c:pt idx="607">
                  <c:v>1075.0296000000001</c:v>
                </c:pt>
                <c:pt idx="608">
                  <c:v>1094.232</c:v>
                </c:pt>
                <c:pt idx="609">
                  <c:v>1075.6392000000001</c:v>
                </c:pt>
                <c:pt idx="610">
                  <c:v>1092.4032</c:v>
                </c:pt>
                <c:pt idx="611">
                  <c:v>1109.7768000000001</c:v>
                </c:pt>
                <c:pt idx="612">
                  <c:v>1092.0984000000001</c:v>
                </c:pt>
                <c:pt idx="613">
                  <c:v>1115.568</c:v>
                </c:pt>
                <c:pt idx="614">
                  <c:v>1097.28</c:v>
                </c:pt>
                <c:pt idx="615">
                  <c:v>1114.9584</c:v>
                </c:pt>
                <c:pt idx="616">
                  <c:v>1093.9272000000001</c:v>
                </c:pt>
                <c:pt idx="617">
                  <c:v>1077.7728</c:v>
                </c:pt>
                <c:pt idx="618">
                  <c:v>1032.6623999999999</c:v>
                </c:pt>
                <c:pt idx="619">
                  <c:v>1028.3951999999999</c:v>
                </c:pt>
                <c:pt idx="620">
                  <c:v>994.56240000000003</c:v>
                </c:pt>
                <c:pt idx="621">
                  <c:v>963.16800000000001</c:v>
                </c:pt>
                <c:pt idx="622">
                  <c:v>929.33519999999999</c:v>
                </c:pt>
                <c:pt idx="623">
                  <c:v>893.67359999999996</c:v>
                </c:pt>
                <c:pt idx="624">
                  <c:v>872.03279999999995</c:v>
                </c:pt>
                <c:pt idx="625">
                  <c:v>674.82719999999995</c:v>
                </c:pt>
                <c:pt idx="626">
                  <c:v>630.93600000000004</c:v>
                </c:pt>
                <c:pt idx="627">
                  <c:v>509.93040000000002</c:v>
                </c:pt>
                <c:pt idx="628">
                  <c:v>472.1352</c:v>
                </c:pt>
                <c:pt idx="629">
                  <c:v>438.30239999999998</c:v>
                </c:pt>
                <c:pt idx="630">
                  <c:v>401.42160000000001</c:v>
                </c:pt>
                <c:pt idx="631">
                  <c:v>307.54320000000001</c:v>
                </c:pt>
                <c:pt idx="632">
                  <c:v>254.50800000000001</c:v>
                </c:pt>
                <c:pt idx="633">
                  <c:v>179.83199999999999</c:v>
                </c:pt>
                <c:pt idx="634">
                  <c:v>1113.7392</c:v>
                </c:pt>
                <c:pt idx="635">
                  <c:v>1114.3488</c:v>
                </c:pt>
                <c:pt idx="636">
                  <c:v>1110.3864000000001</c:v>
                </c:pt>
                <c:pt idx="637">
                  <c:v>1121.664</c:v>
                </c:pt>
                <c:pt idx="638">
                  <c:v>1116.7872</c:v>
                </c:pt>
                <c:pt idx="639">
                  <c:v>1103.376</c:v>
                </c:pt>
                <c:pt idx="640">
                  <c:v>1121.0544</c:v>
                </c:pt>
                <c:pt idx="641">
                  <c:v>1120.4448</c:v>
                </c:pt>
                <c:pt idx="642">
                  <c:v>1119.2256</c:v>
                </c:pt>
                <c:pt idx="643">
                  <c:v>1119.8352</c:v>
                </c:pt>
                <c:pt idx="644">
                  <c:v>1119.5304000000001</c:v>
                </c:pt>
                <c:pt idx="645">
                  <c:v>1119.2256</c:v>
                </c:pt>
                <c:pt idx="646">
                  <c:v>1118.3112000000001</c:v>
                </c:pt>
                <c:pt idx="647">
                  <c:v>1117.0920000000001</c:v>
                </c:pt>
                <c:pt idx="648">
                  <c:v>1114.6536000000001</c:v>
                </c:pt>
                <c:pt idx="649">
                  <c:v>1104.2904000000001</c:v>
                </c:pt>
                <c:pt idx="650">
                  <c:v>1082.04</c:v>
                </c:pt>
                <c:pt idx="651">
                  <c:v>1081.1256000000001</c:v>
                </c:pt>
                <c:pt idx="652">
                  <c:v>1080.2112</c:v>
                </c:pt>
                <c:pt idx="653">
                  <c:v>1077.7728</c:v>
                </c:pt>
                <c:pt idx="654">
                  <c:v>1077.1632</c:v>
                </c:pt>
                <c:pt idx="655">
                  <c:v>1076.8584000000001</c:v>
                </c:pt>
                <c:pt idx="656">
                  <c:v>1077.1632</c:v>
                </c:pt>
                <c:pt idx="657">
                  <c:v>1077.4680000000001</c:v>
                </c:pt>
                <c:pt idx="658">
                  <c:v>1078.3824</c:v>
                </c:pt>
                <c:pt idx="659">
                  <c:v>1078.3824</c:v>
                </c:pt>
                <c:pt idx="660">
                  <c:v>1077.7728</c:v>
                </c:pt>
                <c:pt idx="661">
                  <c:v>1077.1632</c:v>
                </c:pt>
                <c:pt idx="662">
                  <c:v>1078.0776000000001</c:v>
                </c:pt>
                <c:pt idx="663">
                  <c:v>1077.1632</c:v>
                </c:pt>
                <c:pt idx="664">
                  <c:v>1077.4680000000001</c:v>
                </c:pt>
                <c:pt idx="665">
                  <c:v>1078.0776000000001</c:v>
                </c:pt>
                <c:pt idx="666">
                  <c:v>1078.0776000000001</c:v>
                </c:pt>
                <c:pt idx="667">
                  <c:v>1077.7728</c:v>
                </c:pt>
                <c:pt idx="668">
                  <c:v>1077.4680000000001</c:v>
                </c:pt>
                <c:pt idx="669">
                  <c:v>1077.1632</c:v>
                </c:pt>
                <c:pt idx="670">
                  <c:v>1077.1632</c:v>
                </c:pt>
                <c:pt idx="671">
                  <c:v>1077.4680000000001</c:v>
                </c:pt>
                <c:pt idx="672">
                  <c:v>1077.1632</c:v>
                </c:pt>
                <c:pt idx="673">
                  <c:v>1078.6872000000001</c:v>
                </c:pt>
                <c:pt idx="674">
                  <c:v>1078.6872000000001</c:v>
                </c:pt>
                <c:pt idx="675">
                  <c:v>1078.6872000000001</c:v>
                </c:pt>
                <c:pt idx="676">
                  <c:v>1078.992</c:v>
                </c:pt>
                <c:pt idx="677">
                  <c:v>1078.0776000000001</c:v>
                </c:pt>
                <c:pt idx="678">
                  <c:v>1077.7728</c:v>
                </c:pt>
                <c:pt idx="679">
                  <c:v>1077.7728</c:v>
                </c:pt>
                <c:pt idx="680">
                  <c:v>1078.6872000000001</c:v>
                </c:pt>
                <c:pt idx="681">
                  <c:v>1078.6872000000001</c:v>
                </c:pt>
                <c:pt idx="682">
                  <c:v>1078.3824</c:v>
                </c:pt>
                <c:pt idx="683">
                  <c:v>1078.992</c:v>
                </c:pt>
                <c:pt idx="684">
                  <c:v>1078.0776000000001</c:v>
                </c:pt>
                <c:pt idx="685">
                  <c:v>1078.992</c:v>
                </c:pt>
                <c:pt idx="686">
                  <c:v>1077.4680000000001</c:v>
                </c:pt>
                <c:pt idx="687">
                  <c:v>1078.992</c:v>
                </c:pt>
                <c:pt idx="688">
                  <c:v>1078.992</c:v>
                </c:pt>
                <c:pt idx="689">
                  <c:v>1078.3824</c:v>
                </c:pt>
                <c:pt idx="690">
                  <c:v>1078.992</c:v>
                </c:pt>
                <c:pt idx="691">
                  <c:v>1078.992</c:v>
                </c:pt>
                <c:pt idx="692">
                  <c:v>839.41920000000005</c:v>
                </c:pt>
                <c:pt idx="693">
                  <c:v>852.83040000000005</c:v>
                </c:pt>
                <c:pt idx="694">
                  <c:v>879.04319999999996</c:v>
                </c:pt>
                <c:pt idx="695">
                  <c:v>882.70079999999996</c:v>
                </c:pt>
                <c:pt idx="696">
                  <c:v>870.81359999999995</c:v>
                </c:pt>
                <c:pt idx="697">
                  <c:v>807.72</c:v>
                </c:pt>
                <c:pt idx="698">
                  <c:v>513.89279999999997</c:v>
                </c:pt>
                <c:pt idx="699">
                  <c:v>393.19200000000001</c:v>
                </c:pt>
                <c:pt idx="700">
                  <c:v>184.7088</c:v>
                </c:pt>
                <c:pt idx="701">
                  <c:v>152.09520000000001</c:v>
                </c:pt>
                <c:pt idx="702">
                  <c:v>46.634399999999999</c:v>
                </c:pt>
                <c:pt idx="703">
                  <c:v>458.72399999999999</c:v>
                </c:pt>
                <c:pt idx="704">
                  <c:v>867.46079999999995</c:v>
                </c:pt>
                <c:pt idx="705">
                  <c:v>866.85119999999995</c:v>
                </c:pt>
                <c:pt idx="706">
                  <c:v>634.28880000000004</c:v>
                </c:pt>
                <c:pt idx="707">
                  <c:v>587.95920000000001</c:v>
                </c:pt>
                <c:pt idx="708">
                  <c:v>607.16160000000002</c:v>
                </c:pt>
                <c:pt idx="709">
                  <c:v>565.0992</c:v>
                </c:pt>
                <c:pt idx="710">
                  <c:v>471.2208</c:v>
                </c:pt>
                <c:pt idx="711">
                  <c:v>695.55359999999996</c:v>
                </c:pt>
                <c:pt idx="712">
                  <c:v>865.93679999999995</c:v>
                </c:pt>
                <c:pt idx="713">
                  <c:v>897.63599999999997</c:v>
                </c:pt>
                <c:pt idx="714">
                  <c:v>879.34799999999996</c:v>
                </c:pt>
                <c:pt idx="715">
                  <c:v>915.31439999999998</c:v>
                </c:pt>
                <c:pt idx="716">
                  <c:v>921.41039999999998</c:v>
                </c:pt>
                <c:pt idx="717">
                  <c:v>909.82799999999997</c:v>
                </c:pt>
                <c:pt idx="718">
                  <c:v>819.30240000000003</c:v>
                </c:pt>
                <c:pt idx="719">
                  <c:v>735.48239999999998</c:v>
                </c:pt>
                <c:pt idx="720">
                  <c:v>624.53520000000003</c:v>
                </c:pt>
                <c:pt idx="721">
                  <c:v>527.91359999999997</c:v>
                </c:pt>
                <c:pt idx="722">
                  <c:v>443.78879999999998</c:v>
                </c:pt>
                <c:pt idx="723">
                  <c:v>299.31360000000001</c:v>
                </c:pt>
                <c:pt idx="724">
                  <c:v>41.148000000000003</c:v>
                </c:pt>
                <c:pt idx="725">
                  <c:v>868.37519999999995</c:v>
                </c:pt>
                <c:pt idx="726">
                  <c:v>776.32560000000001</c:v>
                </c:pt>
                <c:pt idx="727">
                  <c:v>669.34079999999994</c:v>
                </c:pt>
                <c:pt idx="728">
                  <c:v>612.03840000000002</c:v>
                </c:pt>
                <c:pt idx="729">
                  <c:v>918.97199999999998</c:v>
                </c:pt>
                <c:pt idx="730">
                  <c:v>886.96799999999996</c:v>
                </c:pt>
                <c:pt idx="731">
                  <c:v>867.76559999999995</c:v>
                </c:pt>
                <c:pt idx="732">
                  <c:v>521.51279999999997</c:v>
                </c:pt>
                <c:pt idx="733">
                  <c:v>482.8032</c:v>
                </c:pt>
                <c:pt idx="734">
                  <c:v>258.16559999999998</c:v>
                </c:pt>
                <c:pt idx="735">
                  <c:v>185.6232</c:v>
                </c:pt>
                <c:pt idx="736">
                  <c:v>865.32719999999995</c:v>
                </c:pt>
                <c:pt idx="737">
                  <c:v>867.46079999999995</c:v>
                </c:pt>
                <c:pt idx="738">
                  <c:v>866.24159999999995</c:v>
                </c:pt>
                <c:pt idx="739">
                  <c:v>833.01840000000004</c:v>
                </c:pt>
                <c:pt idx="740">
                  <c:v>524.86559999999997</c:v>
                </c:pt>
                <c:pt idx="741">
                  <c:v>350.82479999999998</c:v>
                </c:pt>
                <c:pt idx="742">
                  <c:v>145.0848</c:v>
                </c:pt>
                <c:pt idx="743">
                  <c:v>64.007999999999996</c:v>
                </c:pt>
                <c:pt idx="744">
                  <c:v>18.897600000000001</c:v>
                </c:pt>
                <c:pt idx="745">
                  <c:v>927.20159999999998</c:v>
                </c:pt>
                <c:pt idx="746">
                  <c:v>935.43119999999999</c:v>
                </c:pt>
                <c:pt idx="747">
                  <c:v>931.77359999999999</c:v>
                </c:pt>
                <c:pt idx="748">
                  <c:v>946.0992</c:v>
                </c:pt>
                <c:pt idx="749">
                  <c:v>958.596</c:v>
                </c:pt>
                <c:pt idx="750">
                  <c:v>965.60640000000001</c:v>
                </c:pt>
                <c:pt idx="751">
                  <c:v>972.92160000000001</c:v>
                </c:pt>
                <c:pt idx="752">
                  <c:v>976.88400000000001</c:v>
                </c:pt>
                <c:pt idx="753">
                  <c:v>986.02800000000002</c:v>
                </c:pt>
                <c:pt idx="754">
                  <c:v>985.11360000000002</c:v>
                </c:pt>
                <c:pt idx="755">
                  <c:v>974.44560000000001</c:v>
                </c:pt>
                <c:pt idx="756">
                  <c:v>983.58960000000002</c:v>
                </c:pt>
                <c:pt idx="757">
                  <c:v>947.0136</c:v>
                </c:pt>
                <c:pt idx="758">
                  <c:v>907.38959999999997</c:v>
                </c:pt>
                <c:pt idx="759">
                  <c:v>784.25040000000001</c:v>
                </c:pt>
                <c:pt idx="760">
                  <c:v>549.85919999999999</c:v>
                </c:pt>
                <c:pt idx="761">
                  <c:v>507.49200000000002</c:v>
                </c:pt>
                <c:pt idx="762">
                  <c:v>463.90559999999999</c:v>
                </c:pt>
                <c:pt idx="763">
                  <c:v>363.32159999999999</c:v>
                </c:pt>
                <c:pt idx="764">
                  <c:v>247.80240000000001</c:v>
                </c:pt>
                <c:pt idx="765">
                  <c:v>96.012</c:v>
                </c:pt>
                <c:pt idx="766">
                  <c:v>708.96479999999997</c:v>
                </c:pt>
                <c:pt idx="767">
                  <c:v>953.4144</c:v>
                </c:pt>
                <c:pt idx="768">
                  <c:v>936.04079999999999</c:v>
                </c:pt>
                <c:pt idx="769">
                  <c:v>935.73599999999999</c:v>
                </c:pt>
                <c:pt idx="770">
                  <c:v>840.63840000000005</c:v>
                </c:pt>
                <c:pt idx="771">
                  <c:v>422.75760000000002</c:v>
                </c:pt>
                <c:pt idx="772">
                  <c:v>387.096</c:v>
                </c:pt>
                <c:pt idx="773">
                  <c:v>335.88959999999997</c:v>
                </c:pt>
                <c:pt idx="774">
                  <c:v>310.28640000000001</c:v>
                </c:pt>
                <c:pt idx="775">
                  <c:v>954.6336</c:v>
                </c:pt>
                <c:pt idx="776">
                  <c:v>936.34559999999999</c:v>
                </c:pt>
                <c:pt idx="777">
                  <c:v>774.19200000000001</c:v>
                </c:pt>
                <c:pt idx="778">
                  <c:v>682.75199999999995</c:v>
                </c:pt>
                <c:pt idx="779">
                  <c:v>565.0992</c:v>
                </c:pt>
                <c:pt idx="780">
                  <c:v>495.90960000000001</c:v>
                </c:pt>
                <c:pt idx="781">
                  <c:v>285.9024</c:v>
                </c:pt>
                <c:pt idx="782">
                  <c:v>893.06399999999996</c:v>
                </c:pt>
                <c:pt idx="783">
                  <c:v>852.83040000000005</c:v>
                </c:pt>
                <c:pt idx="784">
                  <c:v>588.56880000000001</c:v>
                </c:pt>
                <c:pt idx="785">
                  <c:v>535.83839999999998</c:v>
                </c:pt>
                <c:pt idx="786">
                  <c:v>465.42959999999999</c:v>
                </c:pt>
                <c:pt idx="787">
                  <c:v>428.85359999999997</c:v>
                </c:pt>
                <c:pt idx="788">
                  <c:v>367.89359999999999</c:v>
                </c:pt>
                <c:pt idx="789">
                  <c:v>304.49520000000001</c:v>
                </c:pt>
                <c:pt idx="790">
                  <c:v>239.8776</c:v>
                </c:pt>
                <c:pt idx="791">
                  <c:v>185.0136</c:v>
                </c:pt>
                <c:pt idx="792">
                  <c:v>132.58799999999999</c:v>
                </c:pt>
                <c:pt idx="793">
                  <c:v>-0.91439999999999999</c:v>
                </c:pt>
                <c:pt idx="794">
                  <c:v>958.9008</c:v>
                </c:pt>
                <c:pt idx="795">
                  <c:v>947.928</c:v>
                </c:pt>
                <c:pt idx="796">
                  <c:v>899.46479999999997</c:v>
                </c:pt>
                <c:pt idx="797">
                  <c:v>878.73839999999996</c:v>
                </c:pt>
                <c:pt idx="798">
                  <c:v>763.2192</c:v>
                </c:pt>
                <c:pt idx="799">
                  <c:v>735.48239999999998</c:v>
                </c:pt>
                <c:pt idx="800">
                  <c:v>695.55359999999996</c:v>
                </c:pt>
                <c:pt idx="801">
                  <c:v>560.52719999999999</c:v>
                </c:pt>
                <c:pt idx="802">
                  <c:v>401.42160000000001</c:v>
                </c:pt>
                <c:pt idx="803">
                  <c:v>356.61599999999999</c:v>
                </c:pt>
                <c:pt idx="804">
                  <c:v>262.12799999999999</c:v>
                </c:pt>
                <c:pt idx="805">
                  <c:v>209.09280000000001</c:v>
                </c:pt>
                <c:pt idx="806">
                  <c:v>124.0536</c:v>
                </c:pt>
                <c:pt idx="807">
                  <c:v>33.527999999999999</c:v>
                </c:pt>
                <c:pt idx="808">
                  <c:v>918.05759999999998</c:v>
                </c:pt>
                <c:pt idx="809">
                  <c:v>915.61919999999998</c:v>
                </c:pt>
                <c:pt idx="810">
                  <c:v>868.37519999999995</c:v>
                </c:pt>
                <c:pt idx="811">
                  <c:v>817.47360000000003</c:v>
                </c:pt>
                <c:pt idx="812">
                  <c:v>763.8288</c:v>
                </c:pt>
                <c:pt idx="813">
                  <c:v>715.36559999999997</c:v>
                </c:pt>
                <c:pt idx="814">
                  <c:v>253.59360000000001</c:v>
                </c:pt>
                <c:pt idx="815">
                  <c:v>195.6816</c:v>
                </c:pt>
                <c:pt idx="816">
                  <c:v>953.1096</c:v>
                </c:pt>
                <c:pt idx="817">
                  <c:v>917.75279999999998</c:v>
                </c:pt>
                <c:pt idx="818">
                  <c:v>917.14319999999998</c:v>
                </c:pt>
                <c:pt idx="819">
                  <c:v>916.83839999999998</c:v>
                </c:pt>
                <c:pt idx="820">
                  <c:v>833.32320000000004</c:v>
                </c:pt>
                <c:pt idx="821">
                  <c:v>747.67439999999999</c:v>
                </c:pt>
                <c:pt idx="822">
                  <c:v>936.95519999999999</c:v>
                </c:pt>
                <c:pt idx="823">
                  <c:v>937.26</c:v>
                </c:pt>
                <c:pt idx="824">
                  <c:v>935.43119999999999</c:v>
                </c:pt>
                <c:pt idx="825">
                  <c:v>833.01840000000004</c:v>
                </c:pt>
                <c:pt idx="826">
                  <c:v>782.11680000000001</c:v>
                </c:pt>
                <c:pt idx="827">
                  <c:v>722.07119999999998</c:v>
                </c:pt>
                <c:pt idx="828">
                  <c:v>680.00879999999995</c:v>
                </c:pt>
                <c:pt idx="829">
                  <c:v>229.8192</c:v>
                </c:pt>
                <c:pt idx="830">
                  <c:v>167.94479999999999</c:v>
                </c:pt>
                <c:pt idx="831">
                  <c:v>96.926400000000001</c:v>
                </c:pt>
                <c:pt idx="832">
                  <c:v>957.072</c:v>
                </c:pt>
                <c:pt idx="833">
                  <c:v>920.80079999999998</c:v>
                </c:pt>
                <c:pt idx="834">
                  <c:v>887.88239999999996</c:v>
                </c:pt>
                <c:pt idx="835">
                  <c:v>883.00559999999996</c:v>
                </c:pt>
                <c:pt idx="836">
                  <c:v>882.09119999999996</c:v>
                </c:pt>
                <c:pt idx="837">
                  <c:v>792.48</c:v>
                </c:pt>
                <c:pt idx="838">
                  <c:v>521.20799999999997</c:v>
                </c:pt>
                <c:pt idx="839">
                  <c:v>181.96559999999999</c:v>
                </c:pt>
                <c:pt idx="840">
                  <c:v>401.72640000000001</c:v>
                </c:pt>
                <c:pt idx="841">
                  <c:v>345.03359999999998</c:v>
                </c:pt>
                <c:pt idx="842">
                  <c:v>199.94880000000001</c:v>
                </c:pt>
                <c:pt idx="843">
                  <c:v>13.106400000000001</c:v>
                </c:pt>
                <c:pt idx="844">
                  <c:v>870.20399999999995</c:v>
                </c:pt>
                <c:pt idx="845">
                  <c:v>918.97199999999998</c:v>
                </c:pt>
                <c:pt idx="846">
                  <c:v>957.9864</c:v>
                </c:pt>
                <c:pt idx="847">
                  <c:v>940.61279999999999</c:v>
                </c:pt>
                <c:pt idx="848">
                  <c:v>995.78160000000003</c:v>
                </c:pt>
                <c:pt idx="849">
                  <c:v>972.31200000000001</c:v>
                </c:pt>
                <c:pt idx="850">
                  <c:v>999.13440000000003</c:v>
                </c:pt>
                <c:pt idx="851">
                  <c:v>998.22</c:v>
                </c:pt>
                <c:pt idx="852">
                  <c:v>984.80880000000002</c:v>
                </c:pt>
                <c:pt idx="853">
                  <c:v>951.2808</c:v>
                </c:pt>
                <c:pt idx="854">
                  <c:v>908.91359999999997</c:v>
                </c:pt>
                <c:pt idx="855">
                  <c:v>870.81359999999995</c:v>
                </c:pt>
                <c:pt idx="856">
                  <c:v>839.72400000000005</c:v>
                </c:pt>
                <c:pt idx="857">
                  <c:v>738.83519999999999</c:v>
                </c:pt>
                <c:pt idx="858">
                  <c:v>551.07839999999999</c:v>
                </c:pt>
                <c:pt idx="859">
                  <c:v>505.66320000000002</c:v>
                </c:pt>
                <c:pt idx="860">
                  <c:v>337.41359999999997</c:v>
                </c:pt>
                <c:pt idx="861">
                  <c:v>307.84800000000001</c:v>
                </c:pt>
                <c:pt idx="862">
                  <c:v>125.2728</c:v>
                </c:pt>
                <c:pt idx="863">
                  <c:v>883.31039999999996</c:v>
                </c:pt>
                <c:pt idx="864">
                  <c:v>880.87199999999996</c:v>
                </c:pt>
                <c:pt idx="865">
                  <c:v>882.09119999999996</c:v>
                </c:pt>
                <c:pt idx="866">
                  <c:v>882.70079999999996</c:v>
                </c:pt>
                <c:pt idx="867">
                  <c:v>865.32719999999995</c:v>
                </c:pt>
                <c:pt idx="868">
                  <c:v>758.952</c:v>
                </c:pt>
                <c:pt idx="869">
                  <c:v>567.2328</c:v>
                </c:pt>
                <c:pt idx="870">
                  <c:v>858.31679999999994</c:v>
                </c:pt>
                <c:pt idx="871">
                  <c:v>882.70079999999996</c:v>
                </c:pt>
                <c:pt idx="872">
                  <c:v>881.48159999999996</c:v>
                </c:pt>
                <c:pt idx="873">
                  <c:v>881.78639999999996</c:v>
                </c:pt>
                <c:pt idx="874">
                  <c:v>882.70079999999996</c:v>
                </c:pt>
                <c:pt idx="875">
                  <c:v>844.29600000000005</c:v>
                </c:pt>
                <c:pt idx="876">
                  <c:v>792.48</c:v>
                </c:pt>
                <c:pt idx="877">
                  <c:v>725.42399999999998</c:v>
                </c:pt>
                <c:pt idx="878">
                  <c:v>659.89200000000005</c:v>
                </c:pt>
                <c:pt idx="879">
                  <c:v>524.86559999999997</c:v>
                </c:pt>
                <c:pt idx="880">
                  <c:v>236.5248</c:v>
                </c:pt>
                <c:pt idx="881">
                  <c:v>174.65039999999999</c:v>
                </c:pt>
                <c:pt idx="882">
                  <c:v>888.18719999999996</c:v>
                </c:pt>
                <c:pt idx="883">
                  <c:v>887.57759999999996</c:v>
                </c:pt>
                <c:pt idx="884">
                  <c:v>643.12800000000004</c:v>
                </c:pt>
                <c:pt idx="885">
                  <c:v>776.93520000000001</c:v>
                </c:pt>
                <c:pt idx="886">
                  <c:v>898.24559999999997</c:v>
                </c:pt>
                <c:pt idx="887">
                  <c:v>910.13279999999997</c:v>
                </c:pt>
                <c:pt idx="888">
                  <c:v>718.41359999999997</c:v>
                </c:pt>
                <c:pt idx="889">
                  <c:v>491.33760000000001</c:v>
                </c:pt>
                <c:pt idx="890">
                  <c:v>431.90159999999997</c:v>
                </c:pt>
                <c:pt idx="891">
                  <c:v>345.33839999999998</c:v>
                </c:pt>
                <c:pt idx="892">
                  <c:v>221.28479999999999</c:v>
                </c:pt>
                <c:pt idx="893">
                  <c:v>139.5984</c:v>
                </c:pt>
                <c:pt idx="894">
                  <c:v>9.1440000000000001</c:v>
                </c:pt>
                <c:pt idx="895">
                  <c:v>12.4968</c:v>
                </c:pt>
                <c:pt idx="896">
                  <c:v>197.2056</c:v>
                </c:pt>
                <c:pt idx="897">
                  <c:v>838.2</c:v>
                </c:pt>
                <c:pt idx="898">
                  <c:v>860.45039999999995</c:v>
                </c:pt>
                <c:pt idx="899">
                  <c:v>893.06399999999996</c:v>
                </c:pt>
                <c:pt idx="900">
                  <c:v>918.97199999999998</c:v>
                </c:pt>
                <c:pt idx="901">
                  <c:v>921.10559999999998</c:v>
                </c:pt>
                <c:pt idx="902">
                  <c:v>911.65679999999998</c:v>
                </c:pt>
                <c:pt idx="903">
                  <c:v>911.35199999999998</c:v>
                </c:pt>
                <c:pt idx="904">
                  <c:v>884.52959999999996</c:v>
                </c:pt>
                <c:pt idx="905">
                  <c:v>869.59439999999995</c:v>
                </c:pt>
                <c:pt idx="906">
                  <c:v>849.17280000000005</c:v>
                </c:pt>
                <c:pt idx="907">
                  <c:v>790.04160000000002</c:v>
                </c:pt>
                <c:pt idx="908">
                  <c:v>759.8664</c:v>
                </c:pt>
                <c:pt idx="909">
                  <c:v>685.19039999999995</c:v>
                </c:pt>
                <c:pt idx="910">
                  <c:v>655.32000000000005</c:v>
                </c:pt>
                <c:pt idx="911">
                  <c:v>624.53520000000003</c:v>
                </c:pt>
                <c:pt idx="912">
                  <c:v>596.18880000000001</c:v>
                </c:pt>
                <c:pt idx="913">
                  <c:v>566.6232</c:v>
                </c:pt>
                <c:pt idx="914">
                  <c:v>544.67759999999998</c:v>
                </c:pt>
                <c:pt idx="915">
                  <c:v>530.65679999999998</c:v>
                </c:pt>
                <c:pt idx="916">
                  <c:v>495.60480000000001</c:v>
                </c:pt>
                <c:pt idx="917">
                  <c:v>464.21039999999999</c:v>
                </c:pt>
                <c:pt idx="918">
                  <c:v>428.54880000000003</c:v>
                </c:pt>
                <c:pt idx="919">
                  <c:v>398.06880000000001</c:v>
                </c:pt>
                <c:pt idx="920">
                  <c:v>364.84559999999999</c:v>
                </c:pt>
                <c:pt idx="921">
                  <c:v>300.83760000000001</c:v>
                </c:pt>
                <c:pt idx="922">
                  <c:v>252.67920000000001</c:v>
                </c:pt>
                <c:pt idx="923">
                  <c:v>112.1664</c:v>
                </c:pt>
                <c:pt idx="924">
                  <c:v>12.4968</c:v>
                </c:pt>
                <c:pt idx="925">
                  <c:v>939.08879999999999</c:v>
                </c:pt>
                <c:pt idx="926">
                  <c:v>944.5752</c:v>
                </c:pt>
                <c:pt idx="927">
                  <c:v>943.66079999999999</c:v>
                </c:pt>
                <c:pt idx="928">
                  <c:v>961.33920000000001</c:v>
                </c:pt>
                <c:pt idx="929">
                  <c:v>964.38720000000001</c:v>
                </c:pt>
                <c:pt idx="930">
                  <c:v>983.89440000000002</c:v>
                </c:pt>
                <c:pt idx="931">
                  <c:v>969.87360000000001</c:v>
                </c:pt>
                <c:pt idx="932">
                  <c:v>1011.0216</c:v>
                </c:pt>
                <c:pt idx="933">
                  <c:v>1010.7168</c:v>
                </c:pt>
                <c:pt idx="934">
                  <c:v>955.8528</c:v>
                </c:pt>
                <c:pt idx="935">
                  <c:v>941.52719999999999</c:v>
                </c:pt>
                <c:pt idx="936">
                  <c:v>877.51919999999996</c:v>
                </c:pt>
                <c:pt idx="937">
                  <c:v>841.24800000000005</c:v>
                </c:pt>
                <c:pt idx="938">
                  <c:v>775.41120000000001</c:v>
                </c:pt>
                <c:pt idx="939">
                  <c:v>689.15279999999996</c:v>
                </c:pt>
                <c:pt idx="940">
                  <c:v>639.16560000000004</c:v>
                </c:pt>
                <c:pt idx="941">
                  <c:v>570.8904</c:v>
                </c:pt>
                <c:pt idx="942">
                  <c:v>524.86559999999997</c:v>
                </c:pt>
                <c:pt idx="943">
                  <c:v>463.90559999999999</c:v>
                </c:pt>
                <c:pt idx="944">
                  <c:v>415.13760000000002</c:v>
                </c:pt>
                <c:pt idx="945">
                  <c:v>348.08159999999998</c:v>
                </c:pt>
                <c:pt idx="946">
                  <c:v>310.59120000000001</c:v>
                </c:pt>
                <c:pt idx="947">
                  <c:v>170.07839999999999</c:v>
                </c:pt>
                <c:pt idx="948">
                  <c:v>138.9888</c:v>
                </c:pt>
                <c:pt idx="949">
                  <c:v>48.1584</c:v>
                </c:pt>
                <c:pt idx="950">
                  <c:v>995.78160000000003</c:v>
                </c:pt>
                <c:pt idx="951">
                  <c:v>1013.46</c:v>
                </c:pt>
                <c:pt idx="952">
                  <c:v>1009.8024</c:v>
                </c:pt>
                <c:pt idx="953">
                  <c:v>1031.4431999999999</c:v>
                </c:pt>
                <c:pt idx="954">
                  <c:v>1047.2927999999999</c:v>
                </c:pt>
                <c:pt idx="955">
                  <c:v>1034.1864</c:v>
                </c:pt>
                <c:pt idx="956">
                  <c:v>1043.94</c:v>
                </c:pt>
                <c:pt idx="957">
                  <c:v>1035.4056</c:v>
                </c:pt>
                <c:pt idx="958">
                  <c:v>1033.2719999999999</c:v>
                </c:pt>
                <c:pt idx="959">
                  <c:v>1009.8024</c:v>
                </c:pt>
                <c:pt idx="960">
                  <c:v>978.40800000000002</c:v>
                </c:pt>
                <c:pt idx="961">
                  <c:v>975.05520000000001</c:v>
                </c:pt>
                <c:pt idx="962">
                  <c:v>950.6712</c:v>
                </c:pt>
                <c:pt idx="963">
                  <c:v>923.84879999999998</c:v>
                </c:pt>
                <c:pt idx="964">
                  <c:v>898.55039999999997</c:v>
                </c:pt>
                <c:pt idx="965">
                  <c:v>618.13440000000003</c:v>
                </c:pt>
                <c:pt idx="966">
                  <c:v>562.66079999999999</c:v>
                </c:pt>
                <c:pt idx="967">
                  <c:v>438.91199999999998</c:v>
                </c:pt>
                <c:pt idx="968">
                  <c:v>279.5016</c:v>
                </c:pt>
                <c:pt idx="969">
                  <c:v>76.2</c:v>
                </c:pt>
                <c:pt idx="970">
                  <c:v>1024.1279999999999</c:v>
                </c:pt>
                <c:pt idx="971">
                  <c:v>1069.2384</c:v>
                </c:pt>
                <c:pt idx="972">
                  <c:v>1058.8751999999999</c:v>
                </c:pt>
                <c:pt idx="973">
                  <c:v>1047.9023999999999</c:v>
                </c:pt>
                <c:pt idx="974">
                  <c:v>1027.4808</c:v>
                </c:pt>
                <c:pt idx="975">
                  <c:v>1013.1552</c:v>
                </c:pt>
                <c:pt idx="976">
                  <c:v>990.90480000000002</c:v>
                </c:pt>
                <c:pt idx="977">
                  <c:v>962.55840000000001</c:v>
                </c:pt>
                <c:pt idx="978">
                  <c:v>1089.9648</c:v>
                </c:pt>
                <c:pt idx="979">
                  <c:v>1071.6768</c:v>
                </c:pt>
                <c:pt idx="980">
                  <c:v>1072.5912000000001</c:v>
                </c:pt>
                <c:pt idx="981">
                  <c:v>1082.6496</c:v>
                </c:pt>
                <c:pt idx="982">
                  <c:v>1106.424</c:v>
                </c:pt>
                <c:pt idx="983">
                  <c:v>1105.5096000000001</c:v>
                </c:pt>
                <c:pt idx="984">
                  <c:v>1085.3928000000001</c:v>
                </c:pt>
                <c:pt idx="985">
                  <c:v>1059.7896000000001</c:v>
                </c:pt>
                <c:pt idx="986">
                  <c:v>1032.9672</c:v>
                </c:pt>
                <c:pt idx="987">
                  <c:v>994.56240000000003</c:v>
                </c:pt>
                <c:pt idx="988">
                  <c:v>981.45600000000002</c:v>
                </c:pt>
                <c:pt idx="989">
                  <c:v>964.69200000000001</c:v>
                </c:pt>
                <c:pt idx="990">
                  <c:v>873.55679999999995</c:v>
                </c:pt>
                <c:pt idx="991">
                  <c:v>770.83920000000001</c:v>
                </c:pt>
                <c:pt idx="992">
                  <c:v>740.66399999999999</c:v>
                </c:pt>
                <c:pt idx="993">
                  <c:v>696.16319999999996</c:v>
                </c:pt>
                <c:pt idx="994">
                  <c:v>606.24720000000002</c:v>
                </c:pt>
                <c:pt idx="995">
                  <c:v>477.012</c:v>
                </c:pt>
                <c:pt idx="996">
                  <c:v>433.42559999999997</c:v>
                </c:pt>
                <c:pt idx="997">
                  <c:v>353.26319999999998</c:v>
                </c:pt>
                <c:pt idx="998">
                  <c:v>265.17599999999999</c:v>
                </c:pt>
                <c:pt idx="999">
                  <c:v>163.37280000000001</c:v>
                </c:pt>
                <c:pt idx="1000">
                  <c:v>89.915999999999997</c:v>
                </c:pt>
                <c:pt idx="1001">
                  <c:v>61.569600000000001</c:v>
                </c:pt>
                <c:pt idx="1002">
                  <c:v>13.106400000000001</c:v>
                </c:pt>
                <c:pt idx="1003">
                  <c:v>291.3888</c:v>
                </c:pt>
                <c:pt idx="1004">
                  <c:v>1092.0984000000001</c:v>
                </c:pt>
                <c:pt idx="1005">
                  <c:v>1075.3344</c:v>
                </c:pt>
                <c:pt idx="1006">
                  <c:v>699.51599999999996</c:v>
                </c:pt>
                <c:pt idx="1007">
                  <c:v>605.33280000000002</c:v>
                </c:pt>
                <c:pt idx="1008">
                  <c:v>471.8304</c:v>
                </c:pt>
                <c:pt idx="1009">
                  <c:v>390.44880000000001</c:v>
                </c:pt>
                <c:pt idx="1010">
                  <c:v>345.64319999999998</c:v>
                </c:pt>
                <c:pt idx="1011">
                  <c:v>192.6336</c:v>
                </c:pt>
                <c:pt idx="1012">
                  <c:v>150.2664</c:v>
                </c:pt>
                <c:pt idx="1013">
                  <c:v>49.682400000000001</c:v>
                </c:pt>
                <c:pt idx="1014">
                  <c:v>14.3256</c:v>
                </c:pt>
                <c:pt idx="1015">
                  <c:v>27.736799999999999</c:v>
                </c:pt>
                <c:pt idx="1016">
                  <c:v>1096.6704</c:v>
                </c:pt>
                <c:pt idx="1017">
                  <c:v>1102.4616000000001</c:v>
                </c:pt>
                <c:pt idx="1018">
                  <c:v>961.33920000000001</c:v>
                </c:pt>
                <c:pt idx="1019">
                  <c:v>925.98239999999998</c:v>
                </c:pt>
                <c:pt idx="1020">
                  <c:v>815.34</c:v>
                </c:pt>
                <c:pt idx="1021">
                  <c:v>774.19200000000001</c:v>
                </c:pt>
                <c:pt idx="1022">
                  <c:v>743.10239999999999</c:v>
                </c:pt>
                <c:pt idx="1023">
                  <c:v>564.7944</c:v>
                </c:pt>
                <c:pt idx="1024">
                  <c:v>523.64639999999997</c:v>
                </c:pt>
                <c:pt idx="1025">
                  <c:v>475.488</c:v>
                </c:pt>
                <c:pt idx="1026">
                  <c:v>281.3304</c:v>
                </c:pt>
                <c:pt idx="1027">
                  <c:v>110.03279999999999</c:v>
                </c:pt>
                <c:pt idx="1028">
                  <c:v>13.411199999999999</c:v>
                </c:pt>
                <c:pt idx="1029">
                  <c:v>1106.7288000000001</c:v>
                </c:pt>
                <c:pt idx="1030">
                  <c:v>1103.6808000000001</c:v>
                </c:pt>
                <c:pt idx="1031">
                  <c:v>1102.4616000000001</c:v>
                </c:pt>
                <c:pt idx="1032">
                  <c:v>1108.5576000000001</c:v>
                </c:pt>
                <c:pt idx="1033">
                  <c:v>1118.0064</c:v>
                </c:pt>
                <c:pt idx="1034">
                  <c:v>1101.8520000000001</c:v>
                </c:pt>
                <c:pt idx="1035">
                  <c:v>1140.5616</c:v>
                </c:pt>
                <c:pt idx="1036">
                  <c:v>1137.8184000000001</c:v>
                </c:pt>
                <c:pt idx="1037">
                  <c:v>1149.4007999999999</c:v>
                </c:pt>
                <c:pt idx="1038">
                  <c:v>1146.3527999999999</c:v>
                </c:pt>
                <c:pt idx="1039">
                  <c:v>1153.3632</c:v>
                </c:pt>
                <c:pt idx="1040">
                  <c:v>1151.8391999999999</c:v>
                </c:pt>
                <c:pt idx="1041">
                  <c:v>1167.9936</c:v>
                </c:pt>
                <c:pt idx="1042">
                  <c:v>1171.6512</c:v>
                </c:pt>
                <c:pt idx="1043">
                  <c:v>1172.5655999999999</c:v>
                </c:pt>
                <c:pt idx="1044">
                  <c:v>1169.2128</c:v>
                </c:pt>
                <c:pt idx="1045">
                  <c:v>1150.6199999999999</c:v>
                </c:pt>
                <c:pt idx="1046">
                  <c:v>1143</c:v>
                </c:pt>
                <c:pt idx="1047">
                  <c:v>1189.9392</c:v>
                </c:pt>
                <c:pt idx="1048">
                  <c:v>1197.5591999999999</c:v>
                </c:pt>
                <c:pt idx="1049">
                  <c:v>1179.576</c:v>
                </c:pt>
                <c:pt idx="1050">
                  <c:v>1221.9431999999999</c:v>
                </c:pt>
                <c:pt idx="1051">
                  <c:v>1205.7888</c:v>
                </c:pt>
                <c:pt idx="1052">
                  <c:v>1210.9703999999999</c:v>
                </c:pt>
                <c:pt idx="1053">
                  <c:v>1214.6279999999999</c:v>
                </c:pt>
                <c:pt idx="1054">
                  <c:v>1231.0871999999999</c:v>
                </c:pt>
                <c:pt idx="1055">
                  <c:v>1231.0871999999999</c:v>
                </c:pt>
                <c:pt idx="1056">
                  <c:v>1227.1248000000001</c:v>
                </c:pt>
                <c:pt idx="1057">
                  <c:v>1242.06</c:v>
                </c:pt>
                <c:pt idx="1058">
                  <c:v>1223.1623999999999</c:v>
                </c:pt>
                <c:pt idx="1059">
                  <c:v>1222.5527999999999</c:v>
                </c:pt>
                <c:pt idx="1060">
                  <c:v>1241.4503999999999</c:v>
                </c:pt>
                <c:pt idx="1061">
                  <c:v>1249.3751999999999</c:v>
                </c:pt>
                <c:pt idx="1062">
                  <c:v>1253.9472000000001</c:v>
                </c:pt>
                <c:pt idx="1063">
                  <c:v>1251.5088000000001</c:v>
                </c:pt>
                <c:pt idx="1064">
                  <c:v>1228.0391999999999</c:v>
                </c:pt>
                <c:pt idx="1065">
                  <c:v>1204.2647999999999</c:v>
                </c:pt>
                <c:pt idx="1066">
                  <c:v>1179.2711999999999</c:v>
                </c:pt>
                <c:pt idx="1067">
                  <c:v>1150.6199999999999</c:v>
                </c:pt>
                <c:pt idx="1068">
                  <c:v>1125.3216</c:v>
                </c:pt>
                <c:pt idx="1069">
                  <c:v>1092.7080000000001</c:v>
                </c:pt>
                <c:pt idx="1070">
                  <c:v>999.43920000000003</c:v>
                </c:pt>
                <c:pt idx="1071">
                  <c:v>937.56479999999999</c:v>
                </c:pt>
                <c:pt idx="1072">
                  <c:v>824.78880000000004</c:v>
                </c:pt>
                <c:pt idx="1073">
                  <c:v>1266.7488000000001</c:v>
                </c:pt>
                <c:pt idx="1074">
                  <c:v>1271.0160000000001</c:v>
                </c:pt>
                <c:pt idx="1075">
                  <c:v>1270.4064000000001</c:v>
                </c:pt>
                <c:pt idx="1076">
                  <c:v>1283.5128</c:v>
                </c:pt>
                <c:pt idx="1077">
                  <c:v>1294.1808000000001</c:v>
                </c:pt>
                <c:pt idx="1078">
                  <c:v>1285.6464000000001</c:v>
                </c:pt>
                <c:pt idx="1079">
                  <c:v>1280.7696000000001</c:v>
                </c:pt>
                <c:pt idx="1080">
                  <c:v>1299.6672000000001</c:v>
                </c:pt>
                <c:pt idx="1081">
                  <c:v>1310.3352</c:v>
                </c:pt>
                <c:pt idx="1082">
                  <c:v>1317.0408</c:v>
                </c:pt>
                <c:pt idx="1083">
                  <c:v>1304.5440000000001</c:v>
                </c:pt>
                <c:pt idx="1084">
                  <c:v>1302.1056000000001</c:v>
                </c:pt>
                <c:pt idx="1085">
                  <c:v>1327.7088000000001</c:v>
                </c:pt>
                <c:pt idx="1086">
                  <c:v>1327.7088000000001</c:v>
                </c:pt>
                <c:pt idx="1087">
                  <c:v>1317.9552000000001</c:v>
                </c:pt>
                <c:pt idx="1088">
                  <c:v>1323.7464</c:v>
                </c:pt>
                <c:pt idx="1089">
                  <c:v>1307.8968</c:v>
                </c:pt>
                <c:pt idx="1090">
                  <c:v>1308.5064</c:v>
                </c:pt>
                <c:pt idx="1091">
                  <c:v>1285.9512</c:v>
                </c:pt>
                <c:pt idx="1092">
                  <c:v>1268.2728</c:v>
                </c:pt>
                <c:pt idx="1093">
                  <c:v>1244.8032000000001</c:v>
                </c:pt>
                <c:pt idx="1094">
                  <c:v>1201.8263999999999</c:v>
                </c:pt>
                <c:pt idx="1095">
                  <c:v>1327.404</c:v>
                </c:pt>
                <c:pt idx="1096">
                  <c:v>1329.5376000000001</c:v>
                </c:pt>
                <c:pt idx="1097">
                  <c:v>1337.7672</c:v>
                </c:pt>
                <c:pt idx="1098">
                  <c:v>1330.7568000000001</c:v>
                </c:pt>
                <c:pt idx="1099">
                  <c:v>1338.6815999999999</c:v>
                </c:pt>
                <c:pt idx="1100">
                  <c:v>1339.2911999999999</c:v>
                </c:pt>
                <c:pt idx="1101">
                  <c:v>1331.6712</c:v>
                </c:pt>
                <c:pt idx="1102">
                  <c:v>1331.0616</c:v>
                </c:pt>
                <c:pt idx="1103">
                  <c:v>1301.4960000000001</c:v>
                </c:pt>
                <c:pt idx="1104">
                  <c:v>1160.3735999999999</c:v>
                </c:pt>
                <c:pt idx="1105">
                  <c:v>950.6712</c:v>
                </c:pt>
                <c:pt idx="1106">
                  <c:v>796.74720000000002</c:v>
                </c:pt>
                <c:pt idx="1107">
                  <c:v>536.44799999999998</c:v>
                </c:pt>
                <c:pt idx="1108">
                  <c:v>485.54640000000001</c:v>
                </c:pt>
                <c:pt idx="1109">
                  <c:v>210.31200000000001</c:v>
                </c:pt>
                <c:pt idx="1110">
                  <c:v>181.05119999999999</c:v>
                </c:pt>
                <c:pt idx="1111">
                  <c:v>126.1872</c:v>
                </c:pt>
                <c:pt idx="1112">
                  <c:v>75.895200000000003</c:v>
                </c:pt>
                <c:pt idx="1113">
                  <c:v>9.7536000000000005</c:v>
                </c:pt>
                <c:pt idx="1114">
                  <c:v>2.7431999999999999</c:v>
                </c:pt>
                <c:pt idx="1115">
                  <c:v>1351.1784</c:v>
                </c:pt>
                <c:pt idx="1116">
                  <c:v>1357.5791999999999</c:v>
                </c:pt>
                <c:pt idx="1117">
                  <c:v>1343.8632</c:v>
                </c:pt>
                <c:pt idx="1118">
                  <c:v>1335.0239999999999</c:v>
                </c:pt>
                <c:pt idx="1119">
                  <c:v>1358.1887999999999</c:v>
                </c:pt>
                <c:pt idx="1120">
                  <c:v>1366.4184</c:v>
                </c:pt>
                <c:pt idx="1121">
                  <c:v>1366.1135999999999</c:v>
                </c:pt>
                <c:pt idx="1122">
                  <c:v>1366.7231999999999</c:v>
                </c:pt>
                <c:pt idx="1123">
                  <c:v>1366.1135999999999</c:v>
                </c:pt>
                <c:pt idx="1124">
                  <c:v>1366.1135999999999</c:v>
                </c:pt>
                <c:pt idx="1125">
                  <c:v>1366.7231999999999</c:v>
                </c:pt>
                <c:pt idx="1126">
                  <c:v>1366.1135999999999</c:v>
                </c:pt>
                <c:pt idx="1127">
                  <c:v>1366.4184</c:v>
                </c:pt>
                <c:pt idx="1128">
                  <c:v>1365.8088</c:v>
                </c:pt>
                <c:pt idx="1129">
                  <c:v>1366.7231999999999</c:v>
                </c:pt>
                <c:pt idx="1130">
                  <c:v>1365.8088</c:v>
                </c:pt>
                <c:pt idx="1131">
                  <c:v>1365.8088</c:v>
                </c:pt>
                <c:pt idx="1132">
                  <c:v>1366.1135999999999</c:v>
                </c:pt>
                <c:pt idx="1133">
                  <c:v>1366.4184</c:v>
                </c:pt>
                <c:pt idx="1134">
                  <c:v>1366.4184</c:v>
                </c:pt>
                <c:pt idx="1135">
                  <c:v>1366.7231999999999</c:v>
                </c:pt>
                <c:pt idx="1136">
                  <c:v>1366.1135999999999</c:v>
                </c:pt>
                <c:pt idx="1137">
                  <c:v>1365.8088</c:v>
                </c:pt>
                <c:pt idx="1138">
                  <c:v>1366.1135999999999</c:v>
                </c:pt>
                <c:pt idx="1139">
                  <c:v>1366.1135999999999</c:v>
                </c:pt>
                <c:pt idx="1140">
                  <c:v>1365.8088</c:v>
                </c:pt>
                <c:pt idx="1141">
                  <c:v>1365.8088</c:v>
                </c:pt>
                <c:pt idx="1142">
                  <c:v>1365.8088</c:v>
                </c:pt>
                <c:pt idx="1143">
                  <c:v>1366.1135999999999</c:v>
                </c:pt>
                <c:pt idx="1144">
                  <c:v>1365.8088</c:v>
                </c:pt>
                <c:pt idx="1145">
                  <c:v>1366.1135999999999</c:v>
                </c:pt>
                <c:pt idx="1146">
                  <c:v>1366.7231999999999</c:v>
                </c:pt>
                <c:pt idx="1147">
                  <c:v>1367.028</c:v>
                </c:pt>
                <c:pt idx="1148">
                  <c:v>1364.8943999999999</c:v>
                </c:pt>
                <c:pt idx="1149">
                  <c:v>1366.7231999999999</c:v>
                </c:pt>
                <c:pt idx="1150">
                  <c:v>1364.8943999999999</c:v>
                </c:pt>
                <c:pt idx="1151">
                  <c:v>1366.7231999999999</c:v>
                </c:pt>
                <c:pt idx="1152">
                  <c:v>1365.1992</c:v>
                </c:pt>
                <c:pt idx="1153">
                  <c:v>1365.1992</c:v>
                </c:pt>
                <c:pt idx="1154">
                  <c:v>1365.1992</c:v>
                </c:pt>
                <c:pt idx="1155">
                  <c:v>1364.5896</c:v>
                </c:pt>
                <c:pt idx="1156">
                  <c:v>1364.8943999999999</c:v>
                </c:pt>
                <c:pt idx="1157">
                  <c:v>1364.2847999999999</c:v>
                </c:pt>
                <c:pt idx="1158">
                  <c:v>1365.5039999999999</c:v>
                </c:pt>
                <c:pt idx="1159">
                  <c:v>1365.5039999999999</c:v>
                </c:pt>
                <c:pt idx="1160">
                  <c:v>1364.5896</c:v>
                </c:pt>
                <c:pt idx="1161">
                  <c:v>1364.5896</c:v>
                </c:pt>
                <c:pt idx="1162">
                  <c:v>1365.1992</c:v>
                </c:pt>
                <c:pt idx="1163">
                  <c:v>1365.1992</c:v>
                </c:pt>
                <c:pt idx="1164">
                  <c:v>1364.2847999999999</c:v>
                </c:pt>
                <c:pt idx="1165">
                  <c:v>1364.2847999999999</c:v>
                </c:pt>
                <c:pt idx="1166">
                  <c:v>1352.3976</c:v>
                </c:pt>
                <c:pt idx="1167">
                  <c:v>1342.9487999999999</c:v>
                </c:pt>
                <c:pt idx="1168">
                  <c:v>1321.9176</c:v>
                </c:pt>
                <c:pt idx="1169">
                  <c:v>1289.6088</c:v>
                </c:pt>
                <c:pt idx="1170">
                  <c:v>1256.3856000000001</c:v>
                </c:pt>
                <c:pt idx="1171">
                  <c:v>1231.6967999999999</c:v>
                </c:pt>
                <c:pt idx="1172">
                  <c:v>1192.9872</c:v>
                </c:pt>
                <c:pt idx="1173">
                  <c:v>1175.9184</c:v>
                </c:pt>
                <c:pt idx="1174">
                  <c:v>1095.4512</c:v>
                </c:pt>
                <c:pt idx="1175">
                  <c:v>1042.4159999999999</c:v>
                </c:pt>
                <c:pt idx="1176">
                  <c:v>1014.984</c:v>
                </c:pt>
                <c:pt idx="1177">
                  <c:v>833.93280000000004</c:v>
                </c:pt>
                <c:pt idx="1178">
                  <c:v>700.73519999999996</c:v>
                </c:pt>
                <c:pt idx="1179">
                  <c:v>545.59199999999998</c:v>
                </c:pt>
                <c:pt idx="1180">
                  <c:v>402.94560000000001</c:v>
                </c:pt>
                <c:pt idx="1181">
                  <c:v>238.9632</c:v>
                </c:pt>
                <c:pt idx="1182">
                  <c:v>160.62960000000001</c:v>
                </c:pt>
                <c:pt idx="1183">
                  <c:v>81.381600000000006</c:v>
                </c:pt>
                <c:pt idx="1184">
                  <c:v>73.761600000000001</c:v>
                </c:pt>
                <c:pt idx="1185">
                  <c:v>107.89919999999999</c:v>
                </c:pt>
                <c:pt idx="1186">
                  <c:v>1277.1120000000001</c:v>
                </c:pt>
                <c:pt idx="1187">
                  <c:v>1349.3496</c:v>
                </c:pt>
                <c:pt idx="1188">
                  <c:v>1370.9903999999999</c:v>
                </c:pt>
                <c:pt idx="1189">
                  <c:v>1356.6648</c:v>
                </c:pt>
                <c:pt idx="1190">
                  <c:v>1388.0591999999999</c:v>
                </c:pt>
                <c:pt idx="1191">
                  <c:v>1394.7647999999999</c:v>
                </c:pt>
                <c:pt idx="1192">
                  <c:v>1417.9295999999999</c:v>
                </c:pt>
                <c:pt idx="1193">
                  <c:v>1403.2991999999999</c:v>
                </c:pt>
                <c:pt idx="1194">
                  <c:v>1420.0632000000001</c:v>
                </c:pt>
                <c:pt idx="1195">
                  <c:v>1393.5455999999999</c:v>
                </c:pt>
                <c:pt idx="1196">
                  <c:v>1427.9880000000001</c:v>
                </c:pt>
                <c:pt idx="1197">
                  <c:v>1437.7416000000001</c:v>
                </c:pt>
                <c:pt idx="1198">
                  <c:v>1426.1592000000001</c:v>
                </c:pt>
                <c:pt idx="1199">
                  <c:v>1412.748</c:v>
                </c:pt>
                <c:pt idx="1200">
                  <c:v>1439.2655999999999</c:v>
                </c:pt>
                <c:pt idx="1201">
                  <c:v>1423.1112000000001</c:v>
                </c:pt>
                <c:pt idx="1202">
                  <c:v>1458.4680000000001</c:v>
                </c:pt>
                <c:pt idx="1203">
                  <c:v>1447.1904</c:v>
                </c:pt>
                <c:pt idx="1204">
                  <c:v>1433.4744000000001</c:v>
                </c:pt>
                <c:pt idx="1205">
                  <c:v>1450.5432000000001</c:v>
                </c:pt>
                <c:pt idx="1206">
                  <c:v>1452.3720000000001</c:v>
                </c:pt>
                <c:pt idx="1207">
                  <c:v>1477.0608</c:v>
                </c:pt>
                <c:pt idx="1208">
                  <c:v>1465.7832000000001</c:v>
                </c:pt>
                <c:pt idx="1209">
                  <c:v>1462.7352000000001</c:v>
                </c:pt>
                <c:pt idx="1210">
                  <c:v>1475.232</c:v>
                </c:pt>
                <c:pt idx="1211">
                  <c:v>1493.8248000000001</c:v>
                </c:pt>
                <c:pt idx="1212">
                  <c:v>1480.1088</c:v>
                </c:pt>
                <c:pt idx="1213">
                  <c:v>1493.8248000000001</c:v>
                </c:pt>
                <c:pt idx="1214">
                  <c:v>1476.1464000000001</c:v>
                </c:pt>
                <c:pt idx="1215">
                  <c:v>1463.3448000000001</c:v>
                </c:pt>
                <c:pt idx="1216">
                  <c:v>1447.1904</c:v>
                </c:pt>
                <c:pt idx="1217">
                  <c:v>1428.2927999999999</c:v>
                </c:pt>
                <c:pt idx="1218">
                  <c:v>1406.652</c:v>
                </c:pt>
                <c:pt idx="1219">
                  <c:v>1384.0968</c:v>
                </c:pt>
                <c:pt idx="1220">
                  <c:v>1361.8463999999999</c:v>
                </c:pt>
                <c:pt idx="1221">
                  <c:v>1332.5856000000001</c:v>
                </c:pt>
                <c:pt idx="1222">
                  <c:v>1314.2976000000001</c:v>
                </c:pt>
                <c:pt idx="1223">
                  <c:v>1286.5608</c:v>
                </c:pt>
                <c:pt idx="1224">
                  <c:v>1267.0536</c:v>
                </c:pt>
                <c:pt idx="1225">
                  <c:v>1236.8784000000001</c:v>
                </c:pt>
                <c:pt idx="1226">
                  <c:v>1166.1648</c:v>
                </c:pt>
                <c:pt idx="1227">
                  <c:v>1150.0103999999999</c:v>
                </c:pt>
                <c:pt idx="1228">
                  <c:v>1131.1128000000001</c:v>
                </c:pt>
                <c:pt idx="1229">
                  <c:v>996.39120000000003</c:v>
                </c:pt>
                <c:pt idx="1230">
                  <c:v>964.08240000000001</c:v>
                </c:pt>
                <c:pt idx="1231">
                  <c:v>870.50879999999995</c:v>
                </c:pt>
                <c:pt idx="1232">
                  <c:v>829.05600000000004</c:v>
                </c:pt>
                <c:pt idx="1233">
                  <c:v>693.72479999999996</c:v>
                </c:pt>
                <c:pt idx="1234">
                  <c:v>655.62480000000005</c:v>
                </c:pt>
                <c:pt idx="1235">
                  <c:v>385.572</c:v>
                </c:pt>
                <c:pt idx="1236">
                  <c:v>341.68079999999998</c:v>
                </c:pt>
                <c:pt idx="1237">
                  <c:v>74.980800000000002</c:v>
                </c:pt>
                <c:pt idx="1238">
                  <c:v>22.555199999999999</c:v>
                </c:pt>
                <c:pt idx="1239">
                  <c:v>342.59519999999998</c:v>
                </c:pt>
                <c:pt idx="1240">
                  <c:v>456.89519999999999</c:v>
                </c:pt>
                <c:pt idx="1241">
                  <c:v>1060.704</c:v>
                </c:pt>
                <c:pt idx="1242">
                  <c:v>1516.6848</c:v>
                </c:pt>
                <c:pt idx="1243">
                  <c:v>1499.616</c:v>
                </c:pt>
                <c:pt idx="1244">
                  <c:v>1509.6744000000001</c:v>
                </c:pt>
                <c:pt idx="1245">
                  <c:v>1534.0583999999999</c:v>
                </c:pt>
                <c:pt idx="1246">
                  <c:v>1510.2840000000001</c:v>
                </c:pt>
                <c:pt idx="1247">
                  <c:v>1519.1232</c:v>
                </c:pt>
                <c:pt idx="1248">
                  <c:v>1530.7056</c:v>
                </c:pt>
                <c:pt idx="1249">
                  <c:v>1555.3943999999999</c:v>
                </c:pt>
                <c:pt idx="1250">
                  <c:v>1535.5824</c:v>
                </c:pt>
                <c:pt idx="1251">
                  <c:v>1548.384</c:v>
                </c:pt>
                <c:pt idx="1252">
                  <c:v>1570.3296</c:v>
                </c:pt>
                <c:pt idx="1253">
                  <c:v>1581.3024</c:v>
                </c:pt>
                <c:pt idx="1254">
                  <c:v>1595.0183999999999</c:v>
                </c:pt>
                <c:pt idx="1255">
                  <c:v>1614.2208000000001</c:v>
                </c:pt>
                <c:pt idx="1256">
                  <c:v>1605.6864</c:v>
                </c:pt>
                <c:pt idx="1257">
                  <c:v>1589.5319999999999</c:v>
                </c:pt>
                <c:pt idx="1258">
                  <c:v>1629.4608000000001</c:v>
                </c:pt>
                <c:pt idx="1259">
                  <c:v>1617.2688000000001</c:v>
                </c:pt>
                <c:pt idx="1260">
                  <c:v>1622.1456000000001</c:v>
                </c:pt>
                <c:pt idx="1261">
                  <c:v>1652.6256000000001</c:v>
                </c:pt>
                <c:pt idx="1262">
                  <c:v>1639.8240000000001</c:v>
                </c:pt>
                <c:pt idx="1263">
                  <c:v>1646.8344</c:v>
                </c:pt>
                <c:pt idx="1264">
                  <c:v>1645.92</c:v>
                </c:pt>
                <c:pt idx="1265">
                  <c:v>1622.4503999999999</c:v>
                </c:pt>
                <c:pt idx="1266">
                  <c:v>1607.2103999999999</c:v>
                </c:pt>
                <c:pt idx="1267">
                  <c:v>1590.7511999999999</c:v>
                </c:pt>
                <c:pt idx="1268">
                  <c:v>1573.0727999999999</c:v>
                </c:pt>
                <c:pt idx="1269">
                  <c:v>1556.0039999999999</c:v>
                </c:pt>
                <c:pt idx="1270">
                  <c:v>1539.5447999999999</c:v>
                </c:pt>
                <c:pt idx="1271">
                  <c:v>1515.7704000000001</c:v>
                </c:pt>
                <c:pt idx="1272">
                  <c:v>1671.828</c:v>
                </c:pt>
                <c:pt idx="1273">
                  <c:v>1656.8928000000001</c:v>
                </c:pt>
                <c:pt idx="1274">
                  <c:v>1664.8176000000001</c:v>
                </c:pt>
                <c:pt idx="1275">
                  <c:v>1666.9512</c:v>
                </c:pt>
                <c:pt idx="1276">
                  <c:v>1652.9304</c:v>
                </c:pt>
                <c:pt idx="1277">
                  <c:v>1672.4376</c:v>
                </c:pt>
                <c:pt idx="1278">
                  <c:v>1662.684</c:v>
                </c:pt>
                <c:pt idx="1279">
                  <c:v>1652.0160000000001</c:v>
                </c:pt>
                <c:pt idx="1280">
                  <c:v>1663.9032</c:v>
                </c:pt>
                <c:pt idx="1281">
                  <c:v>1648.0536</c:v>
                </c:pt>
                <c:pt idx="1282">
                  <c:v>1637.0808</c:v>
                </c:pt>
                <c:pt idx="1283">
                  <c:v>1619.0976000000001</c:v>
                </c:pt>
                <c:pt idx="1284">
                  <c:v>1599.5904</c:v>
                </c:pt>
                <c:pt idx="1285">
                  <c:v>1578.2544</c:v>
                </c:pt>
                <c:pt idx="1286">
                  <c:v>1547.1648</c:v>
                </c:pt>
                <c:pt idx="1287">
                  <c:v>1520.0376000000001</c:v>
                </c:pt>
                <c:pt idx="1288">
                  <c:v>1502.664</c:v>
                </c:pt>
                <c:pt idx="1289">
                  <c:v>1495.6536000000001</c:v>
                </c:pt>
                <c:pt idx="1290">
                  <c:v>1479.4992</c:v>
                </c:pt>
                <c:pt idx="1291">
                  <c:v>1412.748</c:v>
                </c:pt>
                <c:pt idx="1292">
                  <c:v>1391.1071999999999</c:v>
                </c:pt>
                <c:pt idx="1293">
                  <c:v>1371.2952</c:v>
                </c:pt>
                <c:pt idx="1294">
                  <c:v>1349.6543999999999</c:v>
                </c:pt>
                <c:pt idx="1295">
                  <c:v>1322.5272</c:v>
                </c:pt>
                <c:pt idx="1296">
                  <c:v>1289.6088</c:v>
                </c:pt>
                <c:pt idx="1297">
                  <c:v>1256.9952000000001</c:v>
                </c:pt>
                <c:pt idx="1298">
                  <c:v>1231.0871999999999</c:v>
                </c:pt>
                <c:pt idx="1299">
                  <c:v>1157.6304</c:v>
                </c:pt>
                <c:pt idx="1300">
                  <c:v>1141.7808</c:v>
                </c:pt>
                <c:pt idx="1301">
                  <c:v>1119.8352</c:v>
                </c:pt>
                <c:pt idx="1302">
                  <c:v>1058.2655999999999</c:v>
                </c:pt>
                <c:pt idx="1303">
                  <c:v>1007.364</c:v>
                </c:pt>
                <c:pt idx="1304">
                  <c:v>833.93280000000004</c:v>
                </c:pt>
                <c:pt idx="1305">
                  <c:v>764.1336</c:v>
                </c:pt>
                <c:pt idx="1306">
                  <c:v>650.74800000000005</c:v>
                </c:pt>
                <c:pt idx="1307">
                  <c:v>564.1848</c:v>
                </c:pt>
                <c:pt idx="1308">
                  <c:v>320.95440000000002</c:v>
                </c:pt>
                <c:pt idx="1309">
                  <c:v>203.60640000000001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34B-464B-97F0-11407DEFA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7422351"/>
        <c:axId val="1257422831"/>
      </c:scatterChart>
      <c:valAx>
        <c:axId val="125742235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Power</a:t>
                </a:r>
                <a:r>
                  <a:rPr lang="en-ID" baseline="0"/>
                  <a:t> (HP)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422831"/>
        <c:crosses val="autoZero"/>
        <c:crossBetween val="midCat"/>
      </c:valAx>
      <c:valAx>
        <c:axId val="1257422831"/>
        <c:scaling>
          <c:orientation val="maxMin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Depth (mMD)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42235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>
      <a:glow rad="63500">
        <a:srgbClr val="53548A">
          <a:satMod val="175000"/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'[Rig HP Calculation.xlsx]WJR1-2 HP'!$G$3:$G$1577</c:f>
              <c:numCache>
                <c:formatCode>General</c:formatCode>
                <c:ptCount val="1575"/>
                <c:pt idx="0">
                  <c:v>35</c:v>
                </c:pt>
                <c:pt idx="1">
                  <c:v>41</c:v>
                </c:pt>
                <c:pt idx="2">
                  <c:v>34</c:v>
                </c:pt>
                <c:pt idx="3">
                  <c:v>91</c:v>
                </c:pt>
                <c:pt idx="4">
                  <c:v>90</c:v>
                </c:pt>
                <c:pt idx="5">
                  <c:v>75</c:v>
                </c:pt>
                <c:pt idx="6">
                  <c:v>80</c:v>
                </c:pt>
                <c:pt idx="7">
                  <c:v>80</c:v>
                </c:pt>
                <c:pt idx="8">
                  <c:v>81</c:v>
                </c:pt>
                <c:pt idx="9">
                  <c:v>81</c:v>
                </c:pt>
                <c:pt idx="10">
                  <c:v>84</c:v>
                </c:pt>
                <c:pt idx="11">
                  <c:v>82</c:v>
                </c:pt>
                <c:pt idx="12">
                  <c:v>75</c:v>
                </c:pt>
                <c:pt idx="13">
                  <c:v>68</c:v>
                </c:pt>
                <c:pt idx="14">
                  <c:v>49</c:v>
                </c:pt>
                <c:pt idx="15">
                  <c:v>47</c:v>
                </c:pt>
                <c:pt idx="16">
                  <c:v>47</c:v>
                </c:pt>
                <c:pt idx="17">
                  <c:v>83</c:v>
                </c:pt>
                <c:pt idx="18">
                  <c:v>86</c:v>
                </c:pt>
                <c:pt idx="19">
                  <c:v>88</c:v>
                </c:pt>
                <c:pt idx="20">
                  <c:v>88</c:v>
                </c:pt>
                <c:pt idx="21">
                  <c:v>113</c:v>
                </c:pt>
                <c:pt idx="22">
                  <c:v>121</c:v>
                </c:pt>
                <c:pt idx="23">
                  <c:v>116</c:v>
                </c:pt>
                <c:pt idx="24">
                  <c:v>116</c:v>
                </c:pt>
                <c:pt idx="25">
                  <c:v>118</c:v>
                </c:pt>
                <c:pt idx="26">
                  <c:v>117</c:v>
                </c:pt>
                <c:pt idx="27">
                  <c:v>124</c:v>
                </c:pt>
                <c:pt idx="28">
                  <c:v>119</c:v>
                </c:pt>
                <c:pt idx="29">
                  <c:v>125</c:v>
                </c:pt>
                <c:pt idx="30">
                  <c:v>123</c:v>
                </c:pt>
                <c:pt idx="31">
                  <c:v>122</c:v>
                </c:pt>
                <c:pt idx="32">
                  <c:v>123</c:v>
                </c:pt>
                <c:pt idx="33">
                  <c:v>122</c:v>
                </c:pt>
                <c:pt idx="34">
                  <c:v>122</c:v>
                </c:pt>
                <c:pt idx="35">
                  <c:v>121</c:v>
                </c:pt>
                <c:pt idx="36">
                  <c:v>128</c:v>
                </c:pt>
                <c:pt idx="37">
                  <c:v>124</c:v>
                </c:pt>
                <c:pt idx="38">
                  <c:v>124</c:v>
                </c:pt>
                <c:pt idx="39">
                  <c:v>124</c:v>
                </c:pt>
                <c:pt idx="40">
                  <c:v>126</c:v>
                </c:pt>
                <c:pt idx="41">
                  <c:v>127</c:v>
                </c:pt>
                <c:pt idx="42">
                  <c:v>128</c:v>
                </c:pt>
                <c:pt idx="43">
                  <c:v>127</c:v>
                </c:pt>
                <c:pt idx="44">
                  <c:v>129</c:v>
                </c:pt>
                <c:pt idx="45">
                  <c:v>126</c:v>
                </c:pt>
                <c:pt idx="46">
                  <c:v>122</c:v>
                </c:pt>
                <c:pt idx="47">
                  <c:v>115</c:v>
                </c:pt>
                <c:pt idx="48">
                  <c:v>103</c:v>
                </c:pt>
                <c:pt idx="49">
                  <c:v>66</c:v>
                </c:pt>
                <c:pt idx="50">
                  <c:v>56</c:v>
                </c:pt>
                <c:pt idx="51">
                  <c:v>80</c:v>
                </c:pt>
                <c:pt idx="52">
                  <c:v>84</c:v>
                </c:pt>
                <c:pt idx="53">
                  <c:v>83</c:v>
                </c:pt>
                <c:pt idx="54">
                  <c:v>83</c:v>
                </c:pt>
                <c:pt idx="55">
                  <c:v>79</c:v>
                </c:pt>
                <c:pt idx="56">
                  <c:v>83</c:v>
                </c:pt>
                <c:pt idx="57">
                  <c:v>83</c:v>
                </c:pt>
                <c:pt idx="58">
                  <c:v>67</c:v>
                </c:pt>
                <c:pt idx="59">
                  <c:v>69</c:v>
                </c:pt>
                <c:pt idx="60">
                  <c:v>72</c:v>
                </c:pt>
                <c:pt idx="61">
                  <c:v>65</c:v>
                </c:pt>
                <c:pt idx="62">
                  <c:v>61</c:v>
                </c:pt>
                <c:pt idx="63">
                  <c:v>58</c:v>
                </c:pt>
                <c:pt idx="64">
                  <c:v>58</c:v>
                </c:pt>
                <c:pt idx="65">
                  <c:v>60</c:v>
                </c:pt>
                <c:pt idx="66">
                  <c:v>62</c:v>
                </c:pt>
                <c:pt idx="67">
                  <c:v>65</c:v>
                </c:pt>
                <c:pt idx="68">
                  <c:v>61</c:v>
                </c:pt>
                <c:pt idx="69">
                  <c:v>61</c:v>
                </c:pt>
                <c:pt idx="70">
                  <c:v>62</c:v>
                </c:pt>
                <c:pt idx="71">
                  <c:v>60</c:v>
                </c:pt>
                <c:pt idx="72">
                  <c:v>62</c:v>
                </c:pt>
                <c:pt idx="73">
                  <c:v>61</c:v>
                </c:pt>
                <c:pt idx="74">
                  <c:v>61</c:v>
                </c:pt>
                <c:pt idx="75">
                  <c:v>61</c:v>
                </c:pt>
                <c:pt idx="76">
                  <c:v>61</c:v>
                </c:pt>
                <c:pt idx="77">
                  <c:v>61</c:v>
                </c:pt>
                <c:pt idx="78">
                  <c:v>62</c:v>
                </c:pt>
                <c:pt idx="79">
                  <c:v>60</c:v>
                </c:pt>
                <c:pt idx="80">
                  <c:v>66</c:v>
                </c:pt>
                <c:pt idx="81">
                  <c:v>60</c:v>
                </c:pt>
                <c:pt idx="82">
                  <c:v>59</c:v>
                </c:pt>
                <c:pt idx="83">
                  <c:v>55</c:v>
                </c:pt>
                <c:pt idx="84">
                  <c:v>61</c:v>
                </c:pt>
                <c:pt idx="85">
                  <c:v>61</c:v>
                </c:pt>
                <c:pt idx="86">
                  <c:v>61</c:v>
                </c:pt>
                <c:pt idx="87">
                  <c:v>63</c:v>
                </c:pt>
                <c:pt idx="88">
                  <c:v>58</c:v>
                </c:pt>
                <c:pt idx="89">
                  <c:v>56</c:v>
                </c:pt>
                <c:pt idx="90">
                  <c:v>53</c:v>
                </c:pt>
                <c:pt idx="91">
                  <c:v>53</c:v>
                </c:pt>
                <c:pt idx="92">
                  <c:v>52</c:v>
                </c:pt>
                <c:pt idx="93">
                  <c:v>75</c:v>
                </c:pt>
                <c:pt idx="94">
                  <c:v>76</c:v>
                </c:pt>
                <c:pt idx="95">
                  <c:v>75</c:v>
                </c:pt>
                <c:pt idx="96">
                  <c:v>61</c:v>
                </c:pt>
                <c:pt idx="97">
                  <c:v>61</c:v>
                </c:pt>
                <c:pt idx="98">
                  <c:v>61</c:v>
                </c:pt>
                <c:pt idx="99">
                  <c:v>62</c:v>
                </c:pt>
                <c:pt idx="100">
                  <c:v>58</c:v>
                </c:pt>
                <c:pt idx="101">
                  <c:v>64</c:v>
                </c:pt>
                <c:pt idx="102">
                  <c:v>64</c:v>
                </c:pt>
                <c:pt idx="103">
                  <c:v>64</c:v>
                </c:pt>
                <c:pt idx="104">
                  <c:v>63</c:v>
                </c:pt>
                <c:pt idx="105">
                  <c:v>72</c:v>
                </c:pt>
                <c:pt idx="106">
                  <c:v>70</c:v>
                </c:pt>
                <c:pt idx="107">
                  <c:v>72</c:v>
                </c:pt>
                <c:pt idx="108">
                  <c:v>72</c:v>
                </c:pt>
                <c:pt idx="109">
                  <c:v>71</c:v>
                </c:pt>
                <c:pt idx="110">
                  <c:v>70</c:v>
                </c:pt>
                <c:pt idx="111">
                  <c:v>80</c:v>
                </c:pt>
                <c:pt idx="112">
                  <c:v>80</c:v>
                </c:pt>
                <c:pt idx="113">
                  <c:v>81</c:v>
                </c:pt>
                <c:pt idx="114">
                  <c:v>80</c:v>
                </c:pt>
                <c:pt idx="115">
                  <c:v>80</c:v>
                </c:pt>
                <c:pt idx="116">
                  <c:v>94</c:v>
                </c:pt>
                <c:pt idx="117">
                  <c:v>79</c:v>
                </c:pt>
                <c:pt idx="118">
                  <c:v>77</c:v>
                </c:pt>
                <c:pt idx="119">
                  <c:v>78</c:v>
                </c:pt>
                <c:pt idx="120">
                  <c:v>78</c:v>
                </c:pt>
                <c:pt idx="121">
                  <c:v>78</c:v>
                </c:pt>
                <c:pt idx="122">
                  <c:v>77</c:v>
                </c:pt>
                <c:pt idx="123">
                  <c:v>78</c:v>
                </c:pt>
                <c:pt idx="124">
                  <c:v>78</c:v>
                </c:pt>
                <c:pt idx="125">
                  <c:v>78</c:v>
                </c:pt>
                <c:pt idx="126">
                  <c:v>77</c:v>
                </c:pt>
                <c:pt idx="127">
                  <c:v>76</c:v>
                </c:pt>
                <c:pt idx="128">
                  <c:v>69</c:v>
                </c:pt>
                <c:pt idx="129">
                  <c:v>60</c:v>
                </c:pt>
                <c:pt idx="130">
                  <c:v>94</c:v>
                </c:pt>
                <c:pt idx="131">
                  <c:v>94</c:v>
                </c:pt>
                <c:pt idx="132">
                  <c:v>94</c:v>
                </c:pt>
                <c:pt idx="133">
                  <c:v>106</c:v>
                </c:pt>
                <c:pt idx="134">
                  <c:v>106</c:v>
                </c:pt>
                <c:pt idx="135">
                  <c:v>107</c:v>
                </c:pt>
                <c:pt idx="136">
                  <c:v>104</c:v>
                </c:pt>
                <c:pt idx="137">
                  <c:v>120</c:v>
                </c:pt>
                <c:pt idx="138">
                  <c:v>120</c:v>
                </c:pt>
                <c:pt idx="139">
                  <c:v>118</c:v>
                </c:pt>
                <c:pt idx="140">
                  <c:v>115</c:v>
                </c:pt>
                <c:pt idx="141">
                  <c:v>115</c:v>
                </c:pt>
                <c:pt idx="142">
                  <c:v>114</c:v>
                </c:pt>
                <c:pt idx="143">
                  <c:v>117</c:v>
                </c:pt>
                <c:pt idx="144">
                  <c:v>115</c:v>
                </c:pt>
                <c:pt idx="145">
                  <c:v>116</c:v>
                </c:pt>
                <c:pt idx="146">
                  <c:v>114</c:v>
                </c:pt>
                <c:pt idx="147">
                  <c:v>112</c:v>
                </c:pt>
                <c:pt idx="148">
                  <c:v>114</c:v>
                </c:pt>
                <c:pt idx="149">
                  <c:v>112</c:v>
                </c:pt>
                <c:pt idx="150">
                  <c:v>109</c:v>
                </c:pt>
                <c:pt idx="151">
                  <c:v>111</c:v>
                </c:pt>
                <c:pt idx="152">
                  <c:v>110</c:v>
                </c:pt>
                <c:pt idx="153">
                  <c:v>111</c:v>
                </c:pt>
                <c:pt idx="154">
                  <c:v>109</c:v>
                </c:pt>
                <c:pt idx="155">
                  <c:v>104</c:v>
                </c:pt>
                <c:pt idx="156">
                  <c:v>104</c:v>
                </c:pt>
                <c:pt idx="157">
                  <c:v>104</c:v>
                </c:pt>
                <c:pt idx="158">
                  <c:v>105</c:v>
                </c:pt>
                <c:pt idx="159">
                  <c:v>96</c:v>
                </c:pt>
                <c:pt idx="160">
                  <c:v>97</c:v>
                </c:pt>
                <c:pt idx="161">
                  <c:v>101</c:v>
                </c:pt>
                <c:pt idx="162">
                  <c:v>111</c:v>
                </c:pt>
                <c:pt idx="163">
                  <c:v>114</c:v>
                </c:pt>
                <c:pt idx="164">
                  <c:v>111</c:v>
                </c:pt>
                <c:pt idx="165">
                  <c:v>111</c:v>
                </c:pt>
                <c:pt idx="166">
                  <c:v>111</c:v>
                </c:pt>
                <c:pt idx="167">
                  <c:v>111</c:v>
                </c:pt>
                <c:pt idx="168">
                  <c:v>111</c:v>
                </c:pt>
                <c:pt idx="169">
                  <c:v>109</c:v>
                </c:pt>
                <c:pt idx="170">
                  <c:v>108</c:v>
                </c:pt>
                <c:pt idx="171">
                  <c:v>104</c:v>
                </c:pt>
                <c:pt idx="172">
                  <c:v>102</c:v>
                </c:pt>
                <c:pt idx="173">
                  <c:v>79</c:v>
                </c:pt>
                <c:pt idx="174">
                  <c:v>62</c:v>
                </c:pt>
                <c:pt idx="175">
                  <c:v>122</c:v>
                </c:pt>
                <c:pt idx="176">
                  <c:v>124</c:v>
                </c:pt>
                <c:pt idx="177">
                  <c:v>131</c:v>
                </c:pt>
                <c:pt idx="178">
                  <c:v>161</c:v>
                </c:pt>
                <c:pt idx="179">
                  <c:v>175</c:v>
                </c:pt>
                <c:pt idx="180">
                  <c:v>53</c:v>
                </c:pt>
                <c:pt idx="181">
                  <c:v>138</c:v>
                </c:pt>
                <c:pt idx="182">
                  <c:v>146</c:v>
                </c:pt>
                <c:pt idx="183">
                  <c:v>144</c:v>
                </c:pt>
                <c:pt idx="184">
                  <c:v>62</c:v>
                </c:pt>
                <c:pt idx="185">
                  <c:v>151</c:v>
                </c:pt>
                <c:pt idx="186">
                  <c:v>151</c:v>
                </c:pt>
                <c:pt idx="187">
                  <c:v>139</c:v>
                </c:pt>
                <c:pt idx="188">
                  <c:v>138</c:v>
                </c:pt>
                <c:pt idx="189">
                  <c:v>145</c:v>
                </c:pt>
                <c:pt idx="190">
                  <c:v>47</c:v>
                </c:pt>
                <c:pt idx="191">
                  <c:v>47</c:v>
                </c:pt>
                <c:pt idx="192">
                  <c:v>47</c:v>
                </c:pt>
                <c:pt idx="193">
                  <c:v>47</c:v>
                </c:pt>
                <c:pt idx="194">
                  <c:v>146</c:v>
                </c:pt>
                <c:pt idx="195">
                  <c:v>141</c:v>
                </c:pt>
                <c:pt idx="196">
                  <c:v>122</c:v>
                </c:pt>
                <c:pt idx="197">
                  <c:v>118</c:v>
                </c:pt>
                <c:pt idx="198">
                  <c:v>121</c:v>
                </c:pt>
                <c:pt idx="199">
                  <c:v>55</c:v>
                </c:pt>
                <c:pt idx="200">
                  <c:v>58</c:v>
                </c:pt>
                <c:pt idx="201">
                  <c:v>51</c:v>
                </c:pt>
                <c:pt idx="202">
                  <c:v>50</c:v>
                </c:pt>
                <c:pt idx="203">
                  <c:v>50</c:v>
                </c:pt>
                <c:pt idx="204">
                  <c:v>120</c:v>
                </c:pt>
                <c:pt idx="205">
                  <c:v>119</c:v>
                </c:pt>
                <c:pt idx="206">
                  <c:v>106</c:v>
                </c:pt>
                <c:pt idx="207">
                  <c:v>78</c:v>
                </c:pt>
                <c:pt idx="208">
                  <c:v>80</c:v>
                </c:pt>
                <c:pt idx="209">
                  <c:v>81</c:v>
                </c:pt>
                <c:pt idx="210">
                  <c:v>84</c:v>
                </c:pt>
                <c:pt idx="211">
                  <c:v>84</c:v>
                </c:pt>
                <c:pt idx="212">
                  <c:v>83</c:v>
                </c:pt>
                <c:pt idx="213">
                  <c:v>84</c:v>
                </c:pt>
                <c:pt idx="214">
                  <c:v>110</c:v>
                </c:pt>
                <c:pt idx="215">
                  <c:v>110</c:v>
                </c:pt>
                <c:pt idx="216">
                  <c:v>111</c:v>
                </c:pt>
                <c:pt idx="217">
                  <c:v>116</c:v>
                </c:pt>
                <c:pt idx="218">
                  <c:v>112</c:v>
                </c:pt>
                <c:pt idx="219">
                  <c:v>119</c:v>
                </c:pt>
                <c:pt idx="220">
                  <c:v>114</c:v>
                </c:pt>
                <c:pt idx="221">
                  <c:v>115</c:v>
                </c:pt>
                <c:pt idx="222">
                  <c:v>86</c:v>
                </c:pt>
                <c:pt idx="223">
                  <c:v>86</c:v>
                </c:pt>
                <c:pt idx="224">
                  <c:v>86</c:v>
                </c:pt>
                <c:pt idx="225">
                  <c:v>51</c:v>
                </c:pt>
                <c:pt idx="226">
                  <c:v>50</c:v>
                </c:pt>
                <c:pt idx="227">
                  <c:v>49</c:v>
                </c:pt>
                <c:pt idx="228">
                  <c:v>47</c:v>
                </c:pt>
                <c:pt idx="229">
                  <c:v>87</c:v>
                </c:pt>
                <c:pt idx="230">
                  <c:v>88</c:v>
                </c:pt>
                <c:pt idx="231">
                  <c:v>90</c:v>
                </c:pt>
                <c:pt idx="232">
                  <c:v>91</c:v>
                </c:pt>
                <c:pt idx="233">
                  <c:v>120</c:v>
                </c:pt>
                <c:pt idx="234">
                  <c:v>119</c:v>
                </c:pt>
                <c:pt idx="235">
                  <c:v>119</c:v>
                </c:pt>
                <c:pt idx="236">
                  <c:v>119</c:v>
                </c:pt>
                <c:pt idx="237">
                  <c:v>119</c:v>
                </c:pt>
                <c:pt idx="238">
                  <c:v>119</c:v>
                </c:pt>
                <c:pt idx="239">
                  <c:v>117</c:v>
                </c:pt>
                <c:pt idx="240">
                  <c:v>110</c:v>
                </c:pt>
                <c:pt idx="241">
                  <c:v>108</c:v>
                </c:pt>
                <c:pt idx="242">
                  <c:v>107</c:v>
                </c:pt>
                <c:pt idx="243">
                  <c:v>105</c:v>
                </c:pt>
                <c:pt idx="244">
                  <c:v>102</c:v>
                </c:pt>
                <c:pt idx="245">
                  <c:v>101</c:v>
                </c:pt>
                <c:pt idx="246">
                  <c:v>101</c:v>
                </c:pt>
                <c:pt idx="247">
                  <c:v>101</c:v>
                </c:pt>
                <c:pt idx="248">
                  <c:v>100</c:v>
                </c:pt>
                <c:pt idx="249">
                  <c:v>95</c:v>
                </c:pt>
                <c:pt idx="250">
                  <c:v>94</c:v>
                </c:pt>
                <c:pt idx="251">
                  <c:v>95</c:v>
                </c:pt>
                <c:pt idx="252">
                  <c:v>83</c:v>
                </c:pt>
                <c:pt idx="253">
                  <c:v>74</c:v>
                </c:pt>
                <c:pt idx="254">
                  <c:v>65</c:v>
                </c:pt>
                <c:pt idx="255">
                  <c:v>55</c:v>
                </c:pt>
                <c:pt idx="256">
                  <c:v>53</c:v>
                </c:pt>
                <c:pt idx="257">
                  <c:v>69</c:v>
                </c:pt>
                <c:pt idx="258">
                  <c:v>68</c:v>
                </c:pt>
                <c:pt idx="259">
                  <c:v>100</c:v>
                </c:pt>
                <c:pt idx="260">
                  <c:v>116</c:v>
                </c:pt>
                <c:pt idx="261">
                  <c:v>114</c:v>
                </c:pt>
                <c:pt idx="262">
                  <c:v>122</c:v>
                </c:pt>
                <c:pt idx="263">
                  <c:v>122</c:v>
                </c:pt>
                <c:pt idx="264">
                  <c:v>122</c:v>
                </c:pt>
                <c:pt idx="265">
                  <c:v>122</c:v>
                </c:pt>
                <c:pt idx="266">
                  <c:v>122</c:v>
                </c:pt>
                <c:pt idx="267">
                  <c:v>122</c:v>
                </c:pt>
                <c:pt idx="268">
                  <c:v>122</c:v>
                </c:pt>
                <c:pt idx="269">
                  <c:v>122</c:v>
                </c:pt>
                <c:pt idx="270">
                  <c:v>104</c:v>
                </c:pt>
                <c:pt idx="271">
                  <c:v>103</c:v>
                </c:pt>
                <c:pt idx="272">
                  <c:v>102</c:v>
                </c:pt>
                <c:pt idx="273">
                  <c:v>104</c:v>
                </c:pt>
                <c:pt idx="274">
                  <c:v>102</c:v>
                </c:pt>
                <c:pt idx="275">
                  <c:v>101</c:v>
                </c:pt>
                <c:pt idx="276">
                  <c:v>49</c:v>
                </c:pt>
                <c:pt idx="277">
                  <c:v>107</c:v>
                </c:pt>
                <c:pt idx="278">
                  <c:v>123</c:v>
                </c:pt>
                <c:pt idx="279">
                  <c:v>124</c:v>
                </c:pt>
                <c:pt idx="280">
                  <c:v>135</c:v>
                </c:pt>
                <c:pt idx="281">
                  <c:v>137</c:v>
                </c:pt>
                <c:pt idx="282">
                  <c:v>139</c:v>
                </c:pt>
                <c:pt idx="283">
                  <c:v>139</c:v>
                </c:pt>
                <c:pt idx="284">
                  <c:v>137</c:v>
                </c:pt>
                <c:pt idx="285">
                  <c:v>135</c:v>
                </c:pt>
                <c:pt idx="286">
                  <c:v>131</c:v>
                </c:pt>
                <c:pt idx="287">
                  <c:v>126</c:v>
                </c:pt>
                <c:pt idx="288">
                  <c:v>118</c:v>
                </c:pt>
                <c:pt idx="289">
                  <c:v>106</c:v>
                </c:pt>
                <c:pt idx="290">
                  <c:v>73</c:v>
                </c:pt>
                <c:pt idx="291">
                  <c:v>47</c:v>
                </c:pt>
                <c:pt idx="292">
                  <c:v>146</c:v>
                </c:pt>
                <c:pt idx="293">
                  <c:v>145</c:v>
                </c:pt>
                <c:pt idx="294">
                  <c:v>146</c:v>
                </c:pt>
                <c:pt idx="295">
                  <c:v>147</c:v>
                </c:pt>
                <c:pt idx="296">
                  <c:v>146</c:v>
                </c:pt>
                <c:pt idx="297">
                  <c:v>148</c:v>
                </c:pt>
                <c:pt idx="298">
                  <c:v>152</c:v>
                </c:pt>
                <c:pt idx="299">
                  <c:v>151</c:v>
                </c:pt>
                <c:pt idx="300">
                  <c:v>149</c:v>
                </c:pt>
                <c:pt idx="301">
                  <c:v>152</c:v>
                </c:pt>
                <c:pt idx="302">
                  <c:v>153</c:v>
                </c:pt>
                <c:pt idx="303">
                  <c:v>155</c:v>
                </c:pt>
                <c:pt idx="304">
                  <c:v>157</c:v>
                </c:pt>
                <c:pt idx="305">
                  <c:v>156</c:v>
                </c:pt>
                <c:pt idx="306">
                  <c:v>156</c:v>
                </c:pt>
                <c:pt idx="307">
                  <c:v>155</c:v>
                </c:pt>
                <c:pt idx="308">
                  <c:v>157</c:v>
                </c:pt>
                <c:pt idx="309">
                  <c:v>156</c:v>
                </c:pt>
                <c:pt idx="310">
                  <c:v>158</c:v>
                </c:pt>
                <c:pt idx="311">
                  <c:v>157</c:v>
                </c:pt>
                <c:pt idx="312">
                  <c:v>159</c:v>
                </c:pt>
                <c:pt idx="313">
                  <c:v>158</c:v>
                </c:pt>
                <c:pt idx="314">
                  <c:v>160</c:v>
                </c:pt>
                <c:pt idx="315">
                  <c:v>158</c:v>
                </c:pt>
                <c:pt idx="316">
                  <c:v>160</c:v>
                </c:pt>
                <c:pt idx="317">
                  <c:v>161</c:v>
                </c:pt>
                <c:pt idx="318">
                  <c:v>163</c:v>
                </c:pt>
                <c:pt idx="319">
                  <c:v>163</c:v>
                </c:pt>
                <c:pt idx="320">
                  <c:v>163</c:v>
                </c:pt>
                <c:pt idx="321">
                  <c:v>163</c:v>
                </c:pt>
                <c:pt idx="322">
                  <c:v>163</c:v>
                </c:pt>
                <c:pt idx="323">
                  <c:v>163</c:v>
                </c:pt>
                <c:pt idx="324">
                  <c:v>151</c:v>
                </c:pt>
                <c:pt idx="325">
                  <c:v>168</c:v>
                </c:pt>
                <c:pt idx="326">
                  <c:v>163</c:v>
                </c:pt>
                <c:pt idx="327">
                  <c:v>163</c:v>
                </c:pt>
                <c:pt idx="328">
                  <c:v>158</c:v>
                </c:pt>
                <c:pt idx="329">
                  <c:v>158</c:v>
                </c:pt>
                <c:pt idx="330">
                  <c:v>158</c:v>
                </c:pt>
                <c:pt idx="331">
                  <c:v>157</c:v>
                </c:pt>
                <c:pt idx="332">
                  <c:v>159</c:v>
                </c:pt>
                <c:pt idx="333">
                  <c:v>164</c:v>
                </c:pt>
                <c:pt idx="334">
                  <c:v>151</c:v>
                </c:pt>
                <c:pt idx="335">
                  <c:v>145</c:v>
                </c:pt>
                <c:pt idx="336">
                  <c:v>143</c:v>
                </c:pt>
                <c:pt idx="337">
                  <c:v>144</c:v>
                </c:pt>
                <c:pt idx="338">
                  <c:v>143</c:v>
                </c:pt>
                <c:pt idx="339">
                  <c:v>143</c:v>
                </c:pt>
                <c:pt idx="340">
                  <c:v>144</c:v>
                </c:pt>
                <c:pt idx="341">
                  <c:v>152</c:v>
                </c:pt>
                <c:pt idx="342">
                  <c:v>156</c:v>
                </c:pt>
                <c:pt idx="343">
                  <c:v>158</c:v>
                </c:pt>
                <c:pt idx="344">
                  <c:v>161</c:v>
                </c:pt>
                <c:pt idx="345">
                  <c:v>162</c:v>
                </c:pt>
                <c:pt idx="346">
                  <c:v>162</c:v>
                </c:pt>
                <c:pt idx="347">
                  <c:v>162</c:v>
                </c:pt>
                <c:pt idx="348">
                  <c:v>162</c:v>
                </c:pt>
                <c:pt idx="349">
                  <c:v>165</c:v>
                </c:pt>
                <c:pt idx="350">
                  <c:v>163</c:v>
                </c:pt>
                <c:pt idx="351">
                  <c:v>163</c:v>
                </c:pt>
                <c:pt idx="352">
                  <c:v>164</c:v>
                </c:pt>
                <c:pt idx="353">
                  <c:v>163</c:v>
                </c:pt>
                <c:pt idx="354">
                  <c:v>165</c:v>
                </c:pt>
                <c:pt idx="355">
                  <c:v>164</c:v>
                </c:pt>
                <c:pt idx="356">
                  <c:v>165</c:v>
                </c:pt>
                <c:pt idx="357">
                  <c:v>165</c:v>
                </c:pt>
                <c:pt idx="358">
                  <c:v>170</c:v>
                </c:pt>
                <c:pt idx="359">
                  <c:v>166</c:v>
                </c:pt>
                <c:pt idx="360">
                  <c:v>167</c:v>
                </c:pt>
                <c:pt idx="361">
                  <c:v>165</c:v>
                </c:pt>
                <c:pt idx="362">
                  <c:v>166</c:v>
                </c:pt>
                <c:pt idx="363">
                  <c:v>167</c:v>
                </c:pt>
                <c:pt idx="364">
                  <c:v>168</c:v>
                </c:pt>
                <c:pt idx="365">
                  <c:v>168</c:v>
                </c:pt>
                <c:pt idx="366">
                  <c:v>168</c:v>
                </c:pt>
                <c:pt idx="367">
                  <c:v>169</c:v>
                </c:pt>
                <c:pt idx="368">
                  <c:v>168</c:v>
                </c:pt>
                <c:pt idx="369">
                  <c:v>167</c:v>
                </c:pt>
                <c:pt idx="370">
                  <c:v>168</c:v>
                </c:pt>
                <c:pt idx="371">
                  <c:v>170</c:v>
                </c:pt>
                <c:pt idx="372">
                  <c:v>169</c:v>
                </c:pt>
                <c:pt idx="373">
                  <c:v>168</c:v>
                </c:pt>
                <c:pt idx="374">
                  <c:v>166</c:v>
                </c:pt>
                <c:pt idx="375">
                  <c:v>165</c:v>
                </c:pt>
                <c:pt idx="376">
                  <c:v>162</c:v>
                </c:pt>
                <c:pt idx="377">
                  <c:v>161</c:v>
                </c:pt>
                <c:pt idx="378">
                  <c:v>160</c:v>
                </c:pt>
                <c:pt idx="379">
                  <c:v>157</c:v>
                </c:pt>
                <c:pt idx="380">
                  <c:v>159</c:v>
                </c:pt>
                <c:pt idx="381">
                  <c:v>155</c:v>
                </c:pt>
                <c:pt idx="382">
                  <c:v>154</c:v>
                </c:pt>
                <c:pt idx="383">
                  <c:v>153</c:v>
                </c:pt>
                <c:pt idx="384">
                  <c:v>149</c:v>
                </c:pt>
                <c:pt idx="385">
                  <c:v>145</c:v>
                </c:pt>
                <c:pt idx="386">
                  <c:v>141</c:v>
                </c:pt>
                <c:pt idx="387">
                  <c:v>143</c:v>
                </c:pt>
                <c:pt idx="388">
                  <c:v>138</c:v>
                </c:pt>
                <c:pt idx="389">
                  <c:v>132</c:v>
                </c:pt>
                <c:pt idx="390">
                  <c:v>128</c:v>
                </c:pt>
                <c:pt idx="391">
                  <c:v>119</c:v>
                </c:pt>
                <c:pt idx="392">
                  <c:v>107</c:v>
                </c:pt>
                <c:pt idx="393">
                  <c:v>69</c:v>
                </c:pt>
                <c:pt idx="394">
                  <c:v>70</c:v>
                </c:pt>
                <c:pt idx="395">
                  <c:v>70</c:v>
                </c:pt>
                <c:pt idx="396">
                  <c:v>141</c:v>
                </c:pt>
                <c:pt idx="397">
                  <c:v>144</c:v>
                </c:pt>
                <c:pt idx="398">
                  <c:v>140</c:v>
                </c:pt>
                <c:pt idx="399">
                  <c:v>145</c:v>
                </c:pt>
                <c:pt idx="400">
                  <c:v>143</c:v>
                </c:pt>
                <c:pt idx="401">
                  <c:v>147</c:v>
                </c:pt>
                <c:pt idx="402">
                  <c:v>148</c:v>
                </c:pt>
                <c:pt idx="403">
                  <c:v>148</c:v>
                </c:pt>
                <c:pt idx="404">
                  <c:v>148</c:v>
                </c:pt>
                <c:pt idx="405">
                  <c:v>148</c:v>
                </c:pt>
                <c:pt idx="406">
                  <c:v>143</c:v>
                </c:pt>
                <c:pt idx="407">
                  <c:v>139</c:v>
                </c:pt>
                <c:pt idx="408">
                  <c:v>139</c:v>
                </c:pt>
                <c:pt idx="409">
                  <c:v>146</c:v>
                </c:pt>
                <c:pt idx="410">
                  <c:v>146</c:v>
                </c:pt>
                <c:pt idx="411">
                  <c:v>147</c:v>
                </c:pt>
                <c:pt idx="412">
                  <c:v>148</c:v>
                </c:pt>
                <c:pt idx="413">
                  <c:v>151</c:v>
                </c:pt>
                <c:pt idx="414">
                  <c:v>149</c:v>
                </c:pt>
                <c:pt idx="415">
                  <c:v>151</c:v>
                </c:pt>
                <c:pt idx="416">
                  <c:v>151</c:v>
                </c:pt>
                <c:pt idx="417">
                  <c:v>153</c:v>
                </c:pt>
                <c:pt idx="418">
                  <c:v>152</c:v>
                </c:pt>
                <c:pt idx="419">
                  <c:v>155</c:v>
                </c:pt>
                <c:pt idx="420">
                  <c:v>155</c:v>
                </c:pt>
                <c:pt idx="421">
                  <c:v>154</c:v>
                </c:pt>
                <c:pt idx="422">
                  <c:v>156</c:v>
                </c:pt>
                <c:pt idx="423">
                  <c:v>156</c:v>
                </c:pt>
                <c:pt idx="424">
                  <c:v>156</c:v>
                </c:pt>
                <c:pt idx="425">
                  <c:v>157</c:v>
                </c:pt>
                <c:pt idx="426">
                  <c:v>157</c:v>
                </c:pt>
                <c:pt idx="427">
                  <c:v>156</c:v>
                </c:pt>
                <c:pt idx="428">
                  <c:v>158</c:v>
                </c:pt>
                <c:pt idx="429">
                  <c:v>157</c:v>
                </c:pt>
                <c:pt idx="430">
                  <c:v>156</c:v>
                </c:pt>
                <c:pt idx="431">
                  <c:v>160</c:v>
                </c:pt>
                <c:pt idx="432">
                  <c:v>158</c:v>
                </c:pt>
                <c:pt idx="433">
                  <c:v>160</c:v>
                </c:pt>
                <c:pt idx="434">
                  <c:v>160</c:v>
                </c:pt>
                <c:pt idx="435">
                  <c:v>160</c:v>
                </c:pt>
                <c:pt idx="436">
                  <c:v>161</c:v>
                </c:pt>
                <c:pt idx="437">
                  <c:v>160</c:v>
                </c:pt>
                <c:pt idx="438">
                  <c:v>161</c:v>
                </c:pt>
                <c:pt idx="439">
                  <c:v>160</c:v>
                </c:pt>
                <c:pt idx="440">
                  <c:v>161</c:v>
                </c:pt>
                <c:pt idx="441">
                  <c:v>159</c:v>
                </c:pt>
                <c:pt idx="442">
                  <c:v>160</c:v>
                </c:pt>
                <c:pt idx="443">
                  <c:v>160</c:v>
                </c:pt>
                <c:pt idx="444">
                  <c:v>160</c:v>
                </c:pt>
                <c:pt idx="445">
                  <c:v>160</c:v>
                </c:pt>
                <c:pt idx="446">
                  <c:v>158</c:v>
                </c:pt>
                <c:pt idx="447">
                  <c:v>158</c:v>
                </c:pt>
                <c:pt idx="448">
                  <c:v>156</c:v>
                </c:pt>
                <c:pt idx="449">
                  <c:v>157</c:v>
                </c:pt>
                <c:pt idx="450">
                  <c:v>156</c:v>
                </c:pt>
                <c:pt idx="451">
                  <c:v>157</c:v>
                </c:pt>
                <c:pt idx="452">
                  <c:v>153</c:v>
                </c:pt>
                <c:pt idx="453">
                  <c:v>155</c:v>
                </c:pt>
                <c:pt idx="454">
                  <c:v>152</c:v>
                </c:pt>
                <c:pt idx="455">
                  <c:v>152</c:v>
                </c:pt>
                <c:pt idx="456">
                  <c:v>152</c:v>
                </c:pt>
                <c:pt idx="457">
                  <c:v>151</c:v>
                </c:pt>
                <c:pt idx="458">
                  <c:v>150</c:v>
                </c:pt>
                <c:pt idx="459">
                  <c:v>149</c:v>
                </c:pt>
                <c:pt idx="460">
                  <c:v>148</c:v>
                </c:pt>
                <c:pt idx="461">
                  <c:v>148</c:v>
                </c:pt>
                <c:pt idx="462">
                  <c:v>148</c:v>
                </c:pt>
                <c:pt idx="463">
                  <c:v>148</c:v>
                </c:pt>
                <c:pt idx="464">
                  <c:v>148</c:v>
                </c:pt>
                <c:pt idx="465">
                  <c:v>144</c:v>
                </c:pt>
                <c:pt idx="466">
                  <c:v>144</c:v>
                </c:pt>
                <c:pt idx="467">
                  <c:v>142</c:v>
                </c:pt>
                <c:pt idx="468">
                  <c:v>135</c:v>
                </c:pt>
                <c:pt idx="469">
                  <c:v>135</c:v>
                </c:pt>
                <c:pt idx="470">
                  <c:v>136</c:v>
                </c:pt>
                <c:pt idx="471">
                  <c:v>135</c:v>
                </c:pt>
                <c:pt idx="472">
                  <c:v>136</c:v>
                </c:pt>
                <c:pt idx="473">
                  <c:v>132</c:v>
                </c:pt>
                <c:pt idx="474">
                  <c:v>132</c:v>
                </c:pt>
                <c:pt idx="475">
                  <c:v>131</c:v>
                </c:pt>
                <c:pt idx="476">
                  <c:v>162</c:v>
                </c:pt>
                <c:pt idx="477">
                  <c:v>160</c:v>
                </c:pt>
                <c:pt idx="478">
                  <c:v>161</c:v>
                </c:pt>
                <c:pt idx="479">
                  <c:v>160</c:v>
                </c:pt>
                <c:pt idx="480">
                  <c:v>161</c:v>
                </c:pt>
                <c:pt idx="481">
                  <c:v>161</c:v>
                </c:pt>
                <c:pt idx="482">
                  <c:v>160</c:v>
                </c:pt>
                <c:pt idx="483">
                  <c:v>161</c:v>
                </c:pt>
                <c:pt idx="484">
                  <c:v>164</c:v>
                </c:pt>
                <c:pt idx="485">
                  <c:v>162</c:v>
                </c:pt>
                <c:pt idx="486">
                  <c:v>160</c:v>
                </c:pt>
                <c:pt idx="487">
                  <c:v>161</c:v>
                </c:pt>
                <c:pt idx="488">
                  <c:v>161</c:v>
                </c:pt>
                <c:pt idx="489">
                  <c:v>161</c:v>
                </c:pt>
                <c:pt idx="490">
                  <c:v>160</c:v>
                </c:pt>
                <c:pt idx="491">
                  <c:v>161</c:v>
                </c:pt>
                <c:pt idx="492">
                  <c:v>161</c:v>
                </c:pt>
                <c:pt idx="493">
                  <c:v>160</c:v>
                </c:pt>
                <c:pt idx="494">
                  <c:v>161</c:v>
                </c:pt>
                <c:pt idx="495">
                  <c:v>161</c:v>
                </c:pt>
                <c:pt idx="496">
                  <c:v>162</c:v>
                </c:pt>
                <c:pt idx="497">
                  <c:v>160</c:v>
                </c:pt>
                <c:pt idx="498">
                  <c:v>158</c:v>
                </c:pt>
                <c:pt idx="499">
                  <c:v>155</c:v>
                </c:pt>
                <c:pt idx="500">
                  <c:v>155</c:v>
                </c:pt>
                <c:pt idx="501">
                  <c:v>153</c:v>
                </c:pt>
                <c:pt idx="502">
                  <c:v>150</c:v>
                </c:pt>
                <c:pt idx="503">
                  <c:v>148</c:v>
                </c:pt>
                <c:pt idx="504">
                  <c:v>141</c:v>
                </c:pt>
                <c:pt idx="505">
                  <c:v>136</c:v>
                </c:pt>
                <c:pt idx="506">
                  <c:v>132</c:v>
                </c:pt>
                <c:pt idx="507">
                  <c:v>131</c:v>
                </c:pt>
                <c:pt idx="508">
                  <c:v>135</c:v>
                </c:pt>
                <c:pt idx="509">
                  <c:v>129</c:v>
                </c:pt>
                <c:pt idx="510">
                  <c:v>128</c:v>
                </c:pt>
                <c:pt idx="511">
                  <c:v>125</c:v>
                </c:pt>
                <c:pt idx="512">
                  <c:v>116</c:v>
                </c:pt>
                <c:pt idx="513">
                  <c:v>104</c:v>
                </c:pt>
                <c:pt idx="514">
                  <c:v>87</c:v>
                </c:pt>
                <c:pt idx="515">
                  <c:v>69</c:v>
                </c:pt>
                <c:pt idx="516">
                  <c:v>64</c:v>
                </c:pt>
                <c:pt idx="517">
                  <c:v>62</c:v>
                </c:pt>
                <c:pt idx="518">
                  <c:v>105</c:v>
                </c:pt>
                <c:pt idx="519">
                  <c:v>75</c:v>
                </c:pt>
                <c:pt idx="520">
                  <c:v>69</c:v>
                </c:pt>
                <c:pt idx="521">
                  <c:v>89</c:v>
                </c:pt>
                <c:pt idx="522">
                  <c:v>167</c:v>
                </c:pt>
                <c:pt idx="523">
                  <c:v>169</c:v>
                </c:pt>
                <c:pt idx="524">
                  <c:v>169</c:v>
                </c:pt>
                <c:pt idx="525">
                  <c:v>170</c:v>
                </c:pt>
                <c:pt idx="526">
                  <c:v>171</c:v>
                </c:pt>
                <c:pt idx="527">
                  <c:v>170</c:v>
                </c:pt>
                <c:pt idx="528">
                  <c:v>170</c:v>
                </c:pt>
                <c:pt idx="529">
                  <c:v>171</c:v>
                </c:pt>
                <c:pt idx="530">
                  <c:v>174</c:v>
                </c:pt>
                <c:pt idx="531">
                  <c:v>173</c:v>
                </c:pt>
                <c:pt idx="532">
                  <c:v>170</c:v>
                </c:pt>
                <c:pt idx="533">
                  <c:v>170</c:v>
                </c:pt>
                <c:pt idx="534">
                  <c:v>172</c:v>
                </c:pt>
                <c:pt idx="535">
                  <c:v>171</c:v>
                </c:pt>
                <c:pt idx="536">
                  <c:v>171</c:v>
                </c:pt>
                <c:pt idx="537">
                  <c:v>171</c:v>
                </c:pt>
                <c:pt idx="538">
                  <c:v>169</c:v>
                </c:pt>
                <c:pt idx="539">
                  <c:v>172</c:v>
                </c:pt>
                <c:pt idx="540">
                  <c:v>174</c:v>
                </c:pt>
                <c:pt idx="541">
                  <c:v>172</c:v>
                </c:pt>
                <c:pt idx="542">
                  <c:v>174</c:v>
                </c:pt>
                <c:pt idx="543">
                  <c:v>175</c:v>
                </c:pt>
                <c:pt idx="544">
                  <c:v>176</c:v>
                </c:pt>
                <c:pt idx="545">
                  <c:v>177</c:v>
                </c:pt>
                <c:pt idx="546">
                  <c:v>178</c:v>
                </c:pt>
                <c:pt idx="547">
                  <c:v>177</c:v>
                </c:pt>
                <c:pt idx="548">
                  <c:v>177</c:v>
                </c:pt>
                <c:pt idx="549">
                  <c:v>176</c:v>
                </c:pt>
                <c:pt idx="550">
                  <c:v>176</c:v>
                </c:pt>
                <c:pt idx="551">
                  <c:v>177</c:v>
                </c:pt>
                <c:pt idx="552">
                  <c:v>175</c:v>
                </c:pt>
                <c:pt idx="553">
                  <c:v>175</c:v>
                </c:pt>
                <c:pt idx="554">
                  <c:v>175</c:v>
                </c:pt>
                <c:pt idx="555">
                  <c:v>175</c:v>
                </c:pt>
                <c:pt idx="556">
                  <c:v>175</c:v>
                </c:pt>
                <c:pt idx="557">
                  <c:v>175</c:v>
                </c:pt>
                <c:pt idx="558">
                  <c:v>175</c:v>
                </c:pt>
                <c:pt idx="559">
                  <c:v>175</c:v>
                </c:pt>
                <c:pt idx="560">
                  <c:v>175</c:v>
                </c:pt>
                <c:pt idx="561">
                  <c:v>176</c:v>
                </c:pt>
                <c:pt idx="562">
                  <c:v>178</c:v>
                </c:pt>
                <c:pt idx="563">
                  <c:v>178</c:v>
                </c:pt>
                <c:pt idx="564">
                  <c:v>177</c:v>
                </c:pt>
                <c:pt idx="565">
                  <c:v>177</c:v>
                </c:pt>
                <c:pt idx="566">
                  <c:v>177</c:v>
                </c:pt>
                <c:pt idx="567">
                  <c:v>176</c:v>
                </c:pt>
                <c:pt idx="568">
                  <c:v>178</c:v>
                </c:pt>
                <c:pt idx="569">
                  <c:v>176</c:v>
                </c:pt>
                <c:pt idx="570">
                  <c:v>183</c:v>
                </c:pt>
                <c:pt idx="571">
                  <c:v>174</c:v>
                </c:pt>
                <c:pt idx="572">
                  <c:v>176</c:v>
                </c:pt>
                <c:pt idx="573">
                  <c:v>176</c:v>
                </c:pt>
                <c:pt idx="574">
                  <c:v>178</c:v>
                </c:pt>
                <c:pt idx="575">
                  <c:v>176</c:v>
                </c:pt>
                <c:pt idx="576">
                  <c:v>176</c:v>
                </c:pt>
                <c:pt idx="577">
                  <c:v>175</c:v>
                </c:pt>
                <c:pt idx="578">
                  <c:v>175</c:v>
                </c:pt>
                <c:pt idx="579">
                  <c:v>175</c:v>
                </c:pt>
                <c:pt idx="580">
                  <c:v>175</c:v>
                </c:pt>
                <c:pt idx="581">
                  <c:v>174</c:v>
                </c:pt>
                <c:pt idx="582">
                  <c:v>174</c:v>
                </c:pt>
                <c:pt idx="583">
                  <c:v>173</c:v>
                </c:pt>
                <c:pt idx="584">
                  <c:v>171</c:v>
                </c:pt>
                <c:pt idx="585">
                  <c:v>172</c:v>
                </c:pt>
                <c:pt idx="586">
                  <c:v>169</c:v>
                </c:pt>
                <c:pt idx="587">
                  <c:v>168</c:v>
                </c:pt>
                <c:pt idx="588">
                  <c:v>167</c:v>
                </c:pt>
                <c:pt idx="589">
                  <c:v>165</c:v>
                </c:pt>
                <c:pt idx="590">
                  <c:v>166</c:v>
                </c:pt>
                <c:pt idx="591">
                  <c:v>164</c:v>
                </c:pt>
                <c:pt idx="592">
                  <c:v>165</c:v>
                </c:pt>
                <c:pt idx="593">
                  <c:v>159</c:v>
                </c:pt>
                <c:pt idx="594">
                  <c:v>158</c:v>
                </c:pt>
                <c:pt idx="595">
                  <c:v>156</c:v>
                </c:pt>
                <c:pt idx="596">
                  <c:v>154</c:v>
                </c:pt>
                <c:pt idx="597">
                  <c:v>151</c:v>
                </c:pt>
                <c:pt idx="598">
                  <c:v>147</c:v>
                </c:pt>
                <c:pt idx="599">
                  <c:v>143</c:v>
                </c:pt>
                <c:pt idx="600">
                  <c:v>139</c:v>
                </c:pt>
                <c:pt idx="601">
                  <c:v>135</c:v>
                </c:pt>
                <c:pt idx="602">
                  <c:v>130</c:v>
                </c:pt>
                <c:pt idx="603">
                  <c:v>126</c:v>
                </c:pt>
                <c:pt idx="604">
                  <c:v>117</c:v>
                </c:pt>
                <c:pt idx="605">
                  <c:v>104</c:v>
                </c:pt>
                <c:pt idx="606">
                  <c:v>177</c:v>
                </c:pt>
                <c:pt idx="607">
                  <c:v>176</c:v>
                </c:pt>
                <c:pt idx="608">
                  <c:v>175</c:v>
                </c:pt>
                <c:pt idx="609">
                  <c:v>174</c:v>
                </c:pt>
                <c:pt idx="610">
                  <c:v>175</c:v>
                </c:pt>
                <c:pt idx="611">
                  <c:v>178</c:v>
                </c:pt>
                <c:pt idx="612">
                  <c:v>179</c:v>
                </c:pt>
                <c:pt idx="613">
                  <c:v>176</c:v>
                </c:pt>
                <c:pt idx="614">
                  <c:v>179</c:v>
                </c:pt>
                <c:pt idx="615">
                  <c:v>175</c:v>
                </c:pt>
                <c:pt idx="616">
                  <c:v>178</c:v>
                </c:pt>
                <c:pt idx="617">
                  <c:v>181</c:v>
                </c:pt>
                <c:pt idx="618">
                  <c:v>185</c:v>
                </c:pt>
                <c:pt idx="619">
                  <c:v>181</c:v>
                </c:pt>
                <c:pt idx="620">
                  <c:v>179</c:v>
                </c:pt>
                <c:pt idx="621">
                  <c:v>179</c:v>
                </c:pt>
                <c:pt idx="622">
                  <c:v>179</c:v>
                </c:pt>
                <c:pt idx="623">
                  <c:v>178</c:v>
                </c:pt>
                <c:pt idx="624">
                  <c:v>180</c:v>
                </c:pt>
                <c:pt idx="625">
                  <c:v>180</c:v>
                </c:pt>
                <c:pt idx="626">
                  <c:v>177</c:v>
                </c:pt>
                <c:pt idx="627">
                  <c:v>188</c:v>
                </c:pt>
                <c:pt idx="628">
                  <c:v>179</c:v>
                </c:pt>
                <c:pt idx="629">
                  <c:v>188</c:v>
                </c:pt>
                <c:pt idx="630">
                  <c:v>183</c:v>
                </c:pt>
                <c:pt idx="631">
                  <c:v>190</c:v>
                </c:pt>
                <c:pt idx="632">
                  <c:v>189</c:v>
                </c:pt>
                <c:pt idx="633">
                  <c:v>183</c:v>
                </c:pt>
                <c:pt idx="634">
                  <c:v>198</c:v>
                </c:pt>
                <c:pt idx="635">
                  <c:v>204</c:v>
                </c:pt>
                <c:pt idx="636">
                  <c:v>185</c:v>
                </c:pt>
                <c:pt idx="637">
                  <c:v>187</c:v>
                </c:pt>
                <c:pt idx="638">
                  <c:v>187</c:v>
                </c:pt>
                <c:pt idx="639">
                  <c:v>189</c:v>
                </c:pt>
                <c:pt idx="640">
                  <c:v>188</c:v>
                </c:pt>
                <c:pt idx="641">
                  <c:v>188</c:v>
                </c:pt>
                <c:pt idx="642">
                  <c:v>197</c:v>
                </c:pt>
                <c:pt idx="643">
                  <c:v>198</c:v>
                </c:pt>
                <c:pt idx="644">
                  <c:v>190</c:v>
                </c:pt>
                <c:pt idx="645">
                  <c:v>187</c:v>
                </c:pt>
                <c:pt idx="646">
                  <c:v>186</c:v>
                </c:pt>
                <c:pt idx="647">
                  <c:v>184</c:v>
                </c:pt>
                <c:pt idx="648">
                  <c:v>184</c:v>
                </c:pt>
                <c:pt idx="649">
                  <c:v>183</c:v>
                </c:pt>
                <c:pt idx="650">
                  <c:v>182</c:v>
                </c:pt>
                <c:pt idx="651">
                  <c:v>179</c:v>
                </c:pt>
                <c:pt idx="652">
                  <c:v>180</c:v>
                </c:pt>
                <c:pt idx="653">
                  <c:v>174</c:v>
                </c:pt>
                <c:pt idx="654">
                  <c:v>174</c:v>
                </c:pt>
                <c:pt idx="655">
                  <c:v>172</c:v>
                </c:pt>
                <c:pt idx="656">
                  <c:v>170</c:v>
                </c:pt>
                <c:pt idx="657">
                  <c:v>170</c:v>
                </c:pt>
                <c:pt idx="658">
                  <c:v>170</c:v>
                </c:pt>
                <c:pt idx="659">
                  <c:v>170</c:v>
                </c:pt>
                <c:pt idx="660">
                  <c:v>170</c:v>
                </c:pt>
                <c:pt idx="661">
                  <c:v>169</c:v>
                </c:pt>
                <c:pt idx="662">
                  <c:v>168</c:v>
                </c:pt>
                <c:pt idx="663">
                  <c:v>168</c:v>
                </c:pt>
                <c:pt idx="664">
                  <c:v>168</c:v>
                </c:pt>
                <c:pt idx="665">
                  <c:v>167</c:v>
                </c:pt>
                <c:pt idx="666">
                  <c:v>168</c:v>
                </c:pt>
                <c:pt idx="667">
                  <c:v>170</c:v>
                </c:pt>
                <c:pt idx="668">
                  <c:v>170</c:v>
                </c:pt>
                <c:pt idx="669">
                  <c:v>170</c:v>
                </c:pt>
                <c:pt idx="670">
                  <c:v>167</c:v>
                </c:pt>
                <c:pt idx="671">
                  <c:v>165</c:v>
                </c:pt>
                <c:pt idx="672">
                  <c:v>159</c:v>
                </c:pt>
                <c:pt idx="673">
                  <c:v>158</c:v>
                </c:pt>
                <c:pt idx="674">
                  <c:v>156</c:v>
                </c:pt>
                <c:pt idx="675">
                  <c:v>154</c:v>
                </c:pt>
                <c:pt idx="676">
                  <c:v>154</c:v>
                </c:pt>
                <c:pt idx="677">
                  <c:v>152</c:v>
                </c:pt>
                <c:pt idx="678">
                  <c:v>147</c:v>
                </c:pt>
                <c:pt idx="679">
                  <c:v>143</c:v>
                </c:pt>
                <c:pt idx="680">
                  <c:v>139</c:v>
                </c:pt>
                <c:pt idx="681">
                  <c:v>135</c:v>
                </c:pt>
                <c:pt idx="682">
                  <c:v>130</c:v>
                </c:pt>
                <c:pt idx="683">
                  <c:v>130</c:v>
                </c:pt>
                <c:pt idx="684">
                  <c:v>126</c:v>
                </c:pt>
                <c:pt idx="685">
                  <c:v>117</c:v>
                </c:pt>
                <c:pt idx="686">
                  <c:v>103</c:v>
                </c:pt>
                <c:pt idx="687">
                  <c:v>57</c:v>
                </c:pt>
                <c:pt idx="688">
                  <c:v>97</c:v>
                </c:pt>
                <c:pt idx="689">
                  <c:v>119</c:v>
                </c:pt>
                <c:pt idx="690">
                  <c:v>123</c:v>
                </c:pt>
                <c:pt idx="691">
                  <c:v>114</c:v>
                </c:pt>
                <c:pt idx="692">
                  <c:v>115</c:v>
                </c:pt>
                <c:pt idx="693">
                  <c:v>114</c:v>
                </c:pt>
                <c:pt idx="694">
                  <c:v>109</c:v>
                </c:pt>
                <c:pt idx="695">
                  <c:v>107</c:v>
                </c:pt>
                <c:pt idx="696">
                  <c:v>104</c:v>
                </c:pt>
                <c:pt idx="697">
                  <c:v>100</c:v>
                </c:pt>
                <c:pt idx="698">
                  <c:v>120</c:v>
                </c:pt>
                <c:pt idx="699">
                  <c:v>120</c:v>
                </c:pt>
                <c:pt idx="700">
                  <c:v>118</c:v>
                </c:pt>
                <c:pt idx="701">
                  <c:v>117</c:v>
                </c:pt>
                <c:pt idx="702">
                  <c:v>114</c:v>
                </c:pt>
                <c:pt idx="703">
                  <c:v>114</c:v>
                </c:pt>
                <c:pt idx="704">
                  <c:v>109</c:v>
                </c:pt>
                <c:pt idx="705">
                  <c:v>107</c:v>
                </c:pt>
                <c:pt idx="706">
                  <c:v>103</c:v>
                </c:pt>
                <c:pt idx="707">
                  <c:v>101</c:v>
                </c:pt>
                <c:pt idx="708">
                  <c:v>101</c:v>
                </c:pt>
                <c:pt idx="709">
                  <c:v>97</c:v>
                </c:pt>
                <c:pt idx="710">
                  <c:v>117</c:v>
                </c:pt>
                <c:pt idx="711">
                  <c:v>118</c:v>
                </c:pt>
                <c:pt idx="712">
                  <c:v>119</c:v>
                </c:pt>
                <c:pt idx="713">
                  <c:v>119</c:v>
                </c:pt>
                <c:pt idx="714">
                  <c:v>118</c:v>
                </c:pt>
                <c:pt idx="715">
                  <c:v>117</c:v>
                </c:pt>
                <c:pt idx="716">
                  <c:v>121</c:v>
                </c:pt>
                <c:pt idx="717">
                  <c:v>117</c:v>
                </c:pt>
                <c:pt idx="718">
                  <c:v>119</c:v>
                </c:pt>
                <c:pt idx="719">
                  <c:v>117</c:v>
                </c:pt>
                <c:pt idx="720">
                  <c:v>111</c:v>
                </c:pt>
                <c:pt idx="721">
                  <c:v>110</c:v>
                </c:pt>
                <c:pt idx="722">
                  <c:v>105</c:v>
                </c:pt>
                <c:pt idx="723">
                  <c:v>105</c:v>
                </c:pt>
                <c:pt idx="724">
                  <c:v>102</c:v>
                </c:pt>
                <c:pt idx="725">
                  <c:v>101</c:v>
                </c:pt>
                <c:pt idx="726">
                  <c:v>94</c:v>
                </c:pt>
                <c:pt idx="727">
                  <c:v>95</c:v>
                </c:pt>
                <c:pt idx="728">
                  <c:v>91</c:v>
                </c:pt>
                <c:pt idx="729">
                  <c:v>89</c:v>
                </c:pt>
                <c:pt idx="730">
                  <c:v>93</c:v>
                </c:pt>
                <c:pt idx="731">
                  <c:v>93</c:v>
                </c:pt>
                <c:pt idx="732">
                  <c:v>91</c:v>
                </c:pt>
                <c:pt idx="733">
                  <c:v>89</c:v>
                </c:pt>
                <c:pt idx="734">
                  <c:v>88</c:v>
                </c:pt>
                <c:pt idx="735">
                  <c:v>85</c:v>
                </c:pt>
                <c:pt idx="736">
                  <c:v>83</c:v>
                </c:pt>
                <c:pt idx="737">
                  <c:v>81</c:v>
                </c:pt>
                <c:pt idx="738">
                  <c:v>79</c:v>
                </c:pt>
                <c:pt idx="739">
                  <c:v>77</c:v>
                </c:pt>
                <c:pt idx="740">
                  <c:v>75</c:v>
                </c:pt>
                <c:pt idx="741">
                  <c:v>73</c:v>
                </c:pt>
                <c:pt idx="742">
                  <c:v>70</c:v>
                </c:pt>
                <c:pt idx="743">
                  <c:v>69</c:v>
                </c:pt>
                <c:pt idx="744">
                  <c:v>67</c:v>
                </c:pt>
                <c:pt idx="745">
                  <c:v>65</c:v>
                </c:pt>
                <c:pt idx="746">
                  <c:v>67</c:v>
                </c:pt>
                <c:pt idx="747">
                  <c:v>67</c:v>
                </c:pt>
                <c:pt idx="748">
                  <c:v>70</c:v>
                </c:pt>
                <c:pt idx="749">
                  <c:v>72</c:v>
                </c:pt>
                <c:pt idx="750">
                  <c:v>109</c:v>
                </c:pt>
                <c:pt idx="751">
                  <c:v>120</c:v>
                </c:pt>
                <c:pt idx="752">
                  <c:v>113</c:v>
                </c:pt>
                <c:pt idx="753">
                  <c:v>111</c:v>
                </c:pt>
                <c:pt idx="754">
                  <c:v>118</c:v>
                </c:pt>
                <c:pt idx="755">
                  <c:v>115</c:v>
                </c:pt>
                <c:pt idx="756">
                  <c:v>114</c:v>
                </c:pt>
                <c:pt idx="757">
                  <c:v>111</c:v>
                </c:pt>
                <c:pt idx="758">
                  <c:v>105</c:v>
                </c:pt>
                <c:pt idx="759">
                  <c:v>105</c:v>
                </c:pt>
                <c:pt idx="760">
                  <c:v>120</c:v>
                </c:pt>
                <c:pt idx="761">
                  <c:v>169</c:v>
                </c:pt>
                <c:pt idx="762">
                  <c:v>112</c:v>
                </c:pt>
                <c:pt idx="763">
                  <c:v>114</c:v>
                </c:pt>
                <c:pt idx="764">
                  <c:v>109</c:v>
                </c:pt>
                <c:pt idx="765">
                  <c:v>107</c:v>
                </c:pt>
                <c:pt idx="766">
                  <c:v>103</c:v>
                </c:pt>
                <c:pt idx="767">
                  <c:v>102</c:v>
                </c:pt>
                <c:pt idx="768">
                  <c:v>102</c:v>
                </c:pt>
                <c:pt idx="769">
                  <c:v>108</c:v>
                </c:pt>
                <c:pt idx="770">
                  <c:v>107</c:v>
                </c:pt>
                <c:pt idx="771">
                  <c:v>104</c:v>
                </c:pt>
                <c:pt idx="772">
                  <c:v>103</c:v>
                </c:pt>
                <c:pt idx="773">
                  <c:v>97</c:v>
                </c:pt>
                <c:pt idx="774">
                  <c:v>94</c:v>
                </c:pt>
                <c:pt idx="775">
                  <c:v>91</c:v>
                </c:pt>
                <c:pt idx="776">
                  <c:v>89</c:v>
                </c:pt>
                <c:pt idx="777">
                  <c:v>88</c:v>
                </c:pt>
                <c:pt idx="778">
                  <c:v>75</c:v>
                </c:pt>
                <c:pt idx="779">
                  <c:v>72</c:v>
                </c:pt>
                <c:pt idx="780">
                  <c:v>70</c:v>
                </c:pt>
                <c:pt idx="781">
                  <c:v>68</c:v>
                </c:pt>
                <c:pt idx="782">
                  <c:v>67</c:v>
                </c:pt>
                <c:pt idx="783">
                  <c:v>65</c:v>
                </c:pt>
                <c:pt idx="784">
                  <c:v>70</c:v>
                </c:pt>
                <c:pt idx="785">
                  <c:v>97</c:v>
                </c:pt>
                <c:pt idx="786">
                  <c:v>166</c:v>
                </c:pt>
                <c:pt idx="787">
                  <c:v>166</c:v>
                </c:pt>
                <c:pt idx="788">
                  <c:v>166</c:v>
                </c:pt>
                <c:pt idx="789">
                  <c:v>166</c:v>
                </c:pt>
                <c:pt idx="790">
                  <c:v>165</c:v>
                </c:pt>
                <c:pt idx="791">
                  <c:v>165</c:v>
                </c:pt>
                <c:pt idx="792">
                  <c:v>165</c:v>
                </c:pt>
                <c:pt idx="793">
                  <c:v>165</c:v>
                </c:pt>
                <c:pt idx="794">
                  <c:v>166</c:v>
                </c:pt>
                <c:pt idx="795">
                  <c:v>168</c:v>
                </c:pt>
                <c:pt idx="796">
                  <c:v>165</c:v>
                </c:pt>
                <c:pt idx="797">
                  <c:v>166</c:v>
                </c:pt>
                <c:pt idx="798">
                  <c:v>176</c:v>
                </c:pt>
                <c:pt idx="799">
                  <c:v>176</c:v>
                </c:pt>
                <c:pt idx="800">
                  <c:v>177</c:v>
                </c:pt>
                <c:pt idx="801">
                  <c:v>178</c:v>
                </c:pt>
                <c:pt idx="802">
                  <c:v>178</c:v>
                </c:pt>
                <c:pt idx="803">
                  <c:v>177</c:v>
                </c:pt>
                <c:pt idx="804">
                  <c:v>179</c:v>
                </c:pt>
                <c:pt idx="805">
                  <c:v>180</c:v>
                </c:pt>
                <c:pt idx="806">
                  <c:v>179</c:v>
                </c:pt>
                <c:pt idx="807">
                  <c:v>179</c:v>
                </c:pt>
                <c:pt idx="808">
                  <c:v>178</c:v>
                </c:pt>
                <c:pt idx="809">
                  <c:v>181</c:v>
                </c:pt>
                <c:pt idx="810">
                  <c:v>179</c:v>
                </c:pt>
                <c:pt idx="811">
                  <c:v>179</c:v>
                </c:pt>
                <c:pt idx="812">
                  <c:v>181</c:v>
                </c:pt>
                <c:pt idx="813">
                  <c:v>185</c:v>
                </c:pt>
                <c:pt idx="814">
                  <c:v>180</c:v>
                </c:pt>
                <c:pt idx="815">
                  <c:v>182</c:v>
                </c:pt>
                <c:pt idx="816">
                  <c:v>180</c:v>
                </c:pt>
                <c:pt idx="817">
                  <c:v>185</c:v>
                </c:pt>
                <c:pt idx="818">
                  <c:v>181</c:v>
                </c:pt>
                <c:pt idx="819">
                  <c:v>183</c:v>
                </c:pt>
                <c:pt idx="820">
                  <c:v>182</c:v>
                </c:pt>
                <c:pt idx="821">
                  <c:v>181</c:v>
                </c:pt>
                <c:pt idx="822">
                  <c:v>182</c:v>
                </c:pt>
                <c:pt idx="823">
                  <c:v>182</c:v>
                </c:pt>
                <c:pt idx="824">
                  <c:v>181</c:v>
                </c:pt>
                <c:pt idx="825">
                  <c:v>181</c:v>
                </c:pt>
                <c:pt idx="826">
                  <c:v>181</c:v>
                </c:pt>
                <c:pt idx="827">
                  <c:v>182</c:v>
                </c:pt>
                <c:pt idx="828">
                  <c:v>189</c:v>
                </c:pt>
                <c:pt idx="829">
                  <c:v>183</c:v>
                </c:pt>
                <c:pt idx="830">
                  <c:v>183</c:v>
                </c:pt>
                <c:pt idx="831">
                  <c:v>183</c:v>
                </c:pt>
                <c:pt idx="832">
                  <c:v>183</c:v>
                </c:pt>
                <c:pt idx="833">
                  <c:v>185</c:v>
                </c:pt>
                <c:pt idx="834">
                  <c:v>184</c:v>
                </c:pt>
                <c:pt idx="835">
                  <c:v>185</c:v>
                </c:pt>
                <c:pt idx="836">
                  <c:v>185</c:v>
                </c:pt>
                <c:pt idx="837">
                  <c:v>184</c:v>
                </c:pt>
                <c:pt idx="838">
                  <c:v>184</c:v>
                </c:pt>
                <c:pt idx="839">
                  <c:v>186</c:v>
                </c:pt>
                <c:pt idx="840">
                  <c:v>187</c:v>
                </c:pt>
                <c:pt idx="841">
                  <c:v>186</c:v>
                </c:pt>
                <c:pt idx="842">
                  <c:v>163</c:v>
                </c:pt>
                <c:pt idx="843">
                  <c:v>186</c:v>
                </c:pt>
                <c:pt idx="844">
                  <c:v>186</c:v>
                </c:pt>
                <c:pt idx="845">
                  <c:v>185</c:v>
                </c:pt>
                <c:pt idx="846">
                  <c:v>186</c:v>
                </c:pt>
                <c:pt idx="847">
                  <c:v>185</c:v>
                </c:pt>
                <c:pt idx="848">
                  <c:v>188</c:v>
                </c:pt>
                <c:pt idx="849">
                  <c:v>188</c:v>
                </c:pt>
                <c:pt idx="850">
                  <c:v>193</c:v>
                </c:pt>
                <c:pt idx="851">
                  <c:v>187</c:v>
                </c:pt>
                <c:pt idx="852">
                  <c:v>208</c:v>
                </c:pt>
                <c:pt idx="853">
                  <c:v>202</c:v>
                </c:pt>
                <c:pt idx="854">
                  <c:v>200</c:v>
                </c:pt>
                <c:pt idx="855">
                  <c:v>200</c:v>
                </c:pt>
                <c:pt idx="856">
                  <c:v>198</c:v>
                </c:pt>
                <c:pt idx="857">
                  <c:v>190</c:v>
                </c:pt>
                <c:pt idx="858">
                  <c:v>189</c:v>
                </c:pt>
                <c:pt idx="859">
                  <c:v>187</c:v>
                </c:pt>
                <c:pt idx="860">
                  <c:v>180</c:v>
                </c:pt>
                <c:pt idx="861">
                  <c:v>182</c:v>
                </c:pt>
                <c:pt idx="862">
                  <c:v>181</c:v>
                </c:pt>
                <c:pt idx="863">
                  <c:v>180</c:v>
                </c:pt>
                <c:pt idx="864">
                  <c:v>180</c:v>
                </c:pt>
                <c:pt idx="865">
                  <c:v>180</c:v>
                </c:pt>
                <c:pt idx="866">
                  <c:v>180</c:v>
                </c:pt>
                <c:pt idx="867">
                  <c:v>179</c:v>
                </c:pt>
                <c:pt idx="868">
                  <c:v>179</c:v>
                </c:pt>
                <c:pt idx="869">
                  <c:v>179</c:v>
                </c:pt>
                <c:pt idx="870">
                  <c:v>182</c:v>
                </c:pt>
                <c:pt idx="871">
                  <c:v>184</c:v>
                </c:pt>
                <c:pt idx="872">
                  <c:v>185</c:v>
                </c:pt>
                <c:pt idx="873">
                  <c:v>184</c:v>
                </c:pt>
                <c:pt idx="874">
                  <c:v>179</c:v>
                </c:pt>
                <c:pt idx="875">
                  <c:v>187</c:v>
                </c:pt>
                <c:pt idx="876">
                  <c:v>186</c:v>
                </c:pt>
                <c:pt idx="877">
                  <c:v>188</c:v>
                </c:pt>
                <c:pt idx="878">
                  <c:v>188</c:v>
                </c:pt>
                <c:pt idx="879">
                  <c:v>189</c:v>
                </c:pt>
                <c:pt idx="880">
                  <c:v>188</c:v>
                </c:pt>
                <c:pt idx="881">
                  <c:v>188</c:v>
                </c:pt>
                <c:pt idx="882">
                  <c:v>188</c:v>
                </c:pt>
                <c:pt idx="883">
                  <c:v>191</c:v>
                </c:pt>
                <c:pt idx="884">
                  <c:v>192</c:v>
                </c:pt>
                <c:pt idx="885">
                  <c:v>201</c:v>
                </c:pt>
                <c:pt idx="886">
                  <c:v>199</c:v>
                </c:pt>
                <c:pt idx="887">
                  <c:v>199</c:v>
                </c:pt>
                <c:pt idx="888">
                  <c:v>192</c:v>
                </c:pt>
                <c:pt idx="889">
                  <c:v>190</c:v>
                </c:pt>
                <c:pt idx="890">
                  <c:v>189</c:v>
                </c:pt>
                <c:pt idx="891">
                  <c:v>186</c:v>
                </c:pt>
                <c:pt idx="892">
                  <c:v>182</c:v>
                </c:pt>
                <c:pt idx="893">
                  <c:v>183</c:v>
                </c:pt>
                <c:pt idx="894">
                  <c:v>179</c:v>
                </c:pt>
                <c:pt idx="895">
                  <c:v>177</c:v>
                </c:pt>
                <c:pt idx="896">
                  <c:v>176</c:v>
                </c:pt>
                <c:pt idx="897">
                  <c:v>174</c:v>
                </c:pt>
                <c:pt idx="898">
                  <c:v>172</c:v>
                </c:pt>
                <c:pt idx="899">
                  <c:v>171</c:v>
                </c:pt>
                <c:pt idx="900">
                  <c:v>170</c:v>
                </c:pt>
                <c:pt idx="901">
                  <c:v>167</c:v>
                </c:pt>
                <c:pt idx="902">
                  <c:v>165</c:v>
                </c:pt>
                <c:pt idx="903">
                  <c:v>164</c:v>
                </c:pt>
                <c:pt idx="904">
                  <c:v>163</c:v>
                </c:pt>
                <c:pt idx="905">
                  <c:v>163</c:v>
                </c:pt>
                <c:pt idx="906">
                  <c:v>166</c:v>
                </c:pt>
                <c:pt idx="907">
                  <c:v>164</c:v>
                </c:pt>
                <c:pt idx="908">
                  <c:v>163</c:v>
                </c:pt>
                <c:pt idx="909">
                  <c:v>163</c:v>
                </c:pt>
                <c:pt idx="910">
                  <c:v>164</c:v>
                </c:pt>
                <c:pt idx="911">
                  <c:v>164</c:v>
                </c:pt>
                <c:pt idx="912">
                  <c:v>162</c:v>
                </c:pt>
                <c:pt idx="913">
                  <c:v>161</c:v>
                </c:pt>
                <c:pt idx="914">
                  <c:v>158</c:v>
                </c:pt>
                <c:pt idx="915">
                  <c:v>156</c:v>
                </c:pt>
                <c:pt idx="916">
                  <c:v>153</c:v>
                </c:pt>
                <c:pt idx="917">
                  <c:v>151</c:v>
                </c:pt>
                <c:pt idx="918">
                  <c:v>150</c:v>
                </c:pt>
                <c:pt idx="919">
                  <c:v>146</c:v>
                </c:pt>
                <c:pt idx="920">
                  <c:v>142</c:v>
                </c:pt>
                <c:pt idx="921">
                  <c:v>139</c:v>
                </c:pt>
                <c:pt idx="922">
                  <c:v>134</c:v>
                </c:pt>
                <c:pt idx="923">
                  <c:v>128</c:v>
                </c:pt>
                <c:pt idx="924">
                  <c:v>79</c:v>
                </c:pt>
                <c:pt idx="925">
                  <c:v>73</c:v>
                </c:pt>
                <c:pt idx="926">
                  <c:v>98</c:v>
                </c:pt>
                <c:pt idx="927">
                  <c:v>171</c:v>
                </c:pt>
                <c:pt idx="928">
                  <c:v>67</c:v>
                </c:pt>
                <c:pt idx="929">
                  <c:v>178</c:v>
                </c:pt>
                <c:pt idx="930">
                  <c:v>177</c:v>
                </c:pt>
                <c:pt idx="931">
                  <c:v>180</c:v>
                </c:pt>
                <c:pt idx="932">
                  <c:v>180</c:v>
                </c:pt>
                <c:pt idx="933">
                  <c:v>180</c:v>
                </c:pt>
                <c:pt idx="934">
                  <c:v>176</c:v>
                </c:pt>
                <c:pt idx="935">
                  <c:v>178</c:v>
                </c:pt>
                <c:pt idx="936">
                  <c:v>180</c:v>
                </c:pt>
                <c:pt idx="937">
                  <c:v>181</c:v>
                </c:pt>
                <c:pt idx="938">
                  <c:v>180</c:v>
                </c:pt>
                <c:pt idx="939">
                  <c:v>179</c:v>
                </c:pt>
                <c:pt idx="940">
                  <c:v>180</c:v>
                </c:pt>
                <c:pt idx="941">
                  <c:v>182</c:v>
                </c:pt>
                <c:pt idx="942">
                  <c:v>182</c:v>
                </c:pt>
                <c:pt idx="943">
                  <c:v>181</c:v>
                </c:pt>
                <c:pt idx="944">
                  <c:v>175</c:v>
                </c:pt>
                <c:pt idx="945">
                  <c:v>182</c:v>
                </c:pt>
                <c:pt idx="946">
                  <c:v>196</c:v>
                </c:pt>
                <c:pt idx="947">
                  <c:v>182</c:v>
                </c:pt>
                <c:pt idx="948">
                  <c:v>184</c:v>
                </c:pt>
                <c:pt idx="949">
                  <c:v>195</c:v>
                </c:pt>
                <c:pt idx="950">
                  <c:v>184</c:v>
                </c:pt>
                <c:pt idx="951">
                  <c:v>204</c:v>
                </c:pt>
                <c:pt idx="952">
                  <c:v>201</c:v>
                </c:pt>
                <c:pt idx="953">
                  <c:v>195</c:v>
                </c:pt>
                <c:pt idx="954">
                  <c:v>188</c:v>
                </c:pt>
                <c:pt idx="955">
                  <c:v>188</c:v>
                </c:pt>
                <c:pt idx="956">
                  <c:v>194</c:v>
                </c:pt>
                <c:pt idx="957">
                  <c:v>188</c:v>
                </c:pt>
                <c:pt idx="958">
                  <c:v>195</c:v>
                </c:pt>
                <c:pt idx="959">
                  <c:v>196</c:v>
                </c:pt>
                <c:pt idx="960">
                  <c:v>200</c:v>
                </c:pt>
                <c:pt idx="961">
                  <c:v>199</c:v>
                </c:pt>
                <c:pt idx="962">
                  <c:v>193</c:v>
                </c:pt>
                <c:pt idx="963">
                  <c:v>216</c:v>
                </c:pt>
                <c:pt idx="964">
                  <c:v>188</c:v>
                </c:pt>
                <c:pt idx="965">
                  <c:v>195</c:v>
                </c:pt>
                <c:pt idx="966">
                  <c:v>198</c:v>
                </c:pt>
                <c:pt idx="967">
                  <c:v>196</c:v>
                </c:pt>
                <c:pt idx="968">
                  <c:v>197</c:v>
                </c:pt>
                <c:pt idx="969">
                  <c:v>200</c:v>
                </c:pt>
                <c:pt idx="970">
                  <c:v>199</c:v>
                </c:pt>
                <c:pt idx="971">
                  <c:v>201</c:v>
                </c:pt>
                <c:pt idx="972">
                  <c:v>201</c:v>
                </c:pt>
                <c:pt idx="973">
                  <c:v>199</c:v>
                </c:pt>
                <c:pt idx="974">
                  <c:v>198</c:v>
                </c:pt>
                <c:pt idx="975">
                  <c:v>203</c:v>
                </c:pt>
                <c:pt idx="976">
                  <c:v>202</c:v>
                </c:pt>
                <c:pt idx="977">
                  <c:v>200</c:v>
                </c:pt>
                <c:pt idx="978">
                  <c:v>198</c:v>
                </c:pt>
                <c:pt idx="979">
                  <c:v>205</c:v>
                </c:pt>
                <c:pt idx="980">
                  <c:v>205</c:v>
                </c:pt>
                <c:pt idx="981">
                  <c:v>205</c:v>
                </c:pt>
                <c:pt idx="982">
                  <c:v>206</c:v>
                </c:pt>
                <c:pt idx="983">
                  <c:v>223</c:v>
                </c:pt>
                <c:pt idx="984">
                  <c:v>203</c:v>
                </c:pt>
                <c:pt idx="985">
                  <c:v>203</c:v>
                </c:pt>
                <c:pt idx="986">
                  <c:v>209</c:v>
                </c:pt>
                <c:pt idx="987">
                  <c:v>205</c:v>
                </c:pt>
                <c:pt idx="988">
                  <c:v>207</c:v>
                </c:pt>
                <c:pt idx="989">
                  <c:v>206</c:v>
                </c:pt>
                <c:pt idx="990">
                  <c:v>227</c:v>
                </c:pt>
                <c:pt idx="991">
                  <c:v>225</c:v>
                </c:pt>
                <c:pt idx="992">
                  <c:v>225</c:v>
                </c:pt>
                <c:pt idx="993">
                  <c:v>221</c:v>
                </c:pt>
                <c:pt idx="994">
                  <c:v>218</c:v>
                </c:pt>
                <c:pt idx="995">
                  <c:v>215</c:v>
                </c:pt>
                <c:pt idx="996">
                  <c:v>214</c:v>
                </c:pt>
                <c:pt idx="997">
                  <c:v>207</c:v>
                </c:pt>
                <c:pt idx="998">
                  <c:v>204</c:v>
                </c:pt>
                <c:pt idx="999">
                  <c:v>214</c:v>
                </c:pt>
                <c:pt idx="1000">
                  <c:v>216</c:v>
                </c:pt>
                <c:pt idx="1001">
                  <c:v>214</c:v>
                </c:pt>
                <c:pt idx="1002">
                  <c:v>213</c:v>
                </c:pt>
                <c:pt idx="1003">
                  <c:v>217</c:v>
                </c:pt>
                <c:pt idx="1004">
                  <c:v>225</c:v>
                </c:pt>
                <c:pt idx="1005">
                  <c:v>236</c:v>
                </c:pt>
                <c:pt idx="1006">
                  <c:v>212</c:v>
                </c:pt>
                <c:pt idx="1007">
                  <c:v>212</c:v>
                </c:pt>
                <c:pt idx="1008">
                  <c:v>210</c:v>
                </c:pt>
                <c:pt idx="1009">
                  <c:v>212</c:v>
                </c:pt>
                <c:pt idx="1010">
                  <c:v>214</c:v>
                </c:pt>
                <c:pt idx="1011">
                  <c:v>212</c:v>
                </c:pt>
                <c:pt idx="1012">
                  <c:v>217</c:v>
                </c:pt>
                <c:pt idx="1013">
                  <c:v>212</c:v>
                </c:pt>
                <c:pt idx="1014">
                  <c:v>217</c:v>
                </c:pt>
                <c:pt idx="1015">
                  <c:v>218</c:v>
                </c:pt>
                <c:pt idx="1016">
                  <c:v>212</c:v>
                </c:pt>
                <c:pt idx="1017">
                  <c:v>218</c:v>
                </c:pt>
                <c:pt idx="1018">
                  <c:v>221</c:v>
                </c:pt>
                <c:pt idx="1019">
                  <c:v>214</c:v>
                </c:pt>
                <c:pt idx="1020">
                  <c:v>222</c:v>
                </c:pt>
                <c:pt idx="1021">
                  <c:v>221</c:v>
                </c:pt>
                <c:pt idx="1022">
                  <c:v>219</c:v>
                </c:pt>
                <c:pt idx="1023">
                  <c:v>220</c:v>
                </c:pt>
                <c:pt idx="1024">
                  <c:v>224</c:v>
                </c:pt>
                <c:pt idx="1025">
                  <c:v>222</c:v>
                </c:pt>
                <c:pt idx="1026">
                  <c:v>219</c:v>
                </c:pt>
                <c:pt idx="1027">
                  <c:v>218</c:v>
                </c:pt>
                <c:pt idx="1028">
                  <c:v>223</c:v>
                </c:pt>
                <c:pt idx="1029">
                  <c:v>221</c:v>
                </c:pt>
                <c:pt idx="1030">
                  <c:v>218</c:v>
                </c:pt>
                <c:pt idx="1031">
                  <c:v>220</c:v>
                </c:pt>
                <c:pt idx="1032">
                  <c:v>217</c:v>
                </c:pt>
                <c:pt idx="1033">
                  <c:v>249</c:v>
                </c:pt>
                <c:pt idx="1034">
                  <c:v>222</c:v>
                </c:pt>
                <c:pt idx="1035">
                  <c:v>222</c:v>
                </c:pt>
                <c:pt idx="1036">
                  <c:v>219</c:v>
                </c:pt>
                <c:pt idx="1037">
                  <c:v>224</c:v>
                </c:pt>
                <c:pt idx="1038">
                  <c:v>222</c:v>
                </c:pt>
                <c:pt idx="1039">
                  <c:v>221</c:v>
                </c:pt>
                <c:pt idx="1040">
                  <c:v>220</c:v>
                </c:pt>
                <c:pt idx="1041">
                  <c:v>222</c:v>
                </c:pt>
                <c:pt idx="1042">
                  <c:v>252</c:v>
                </c:pt>
                <c:pt idx="1043">
                  <c:v>221</c:v>
                </c:pt>
                <c:pt idx="1044">
                  <c:v>222</c:v>
                </c:pt>
                <c:pt idx="1045">
                  <c:v>222</c:v>
                </c:pt>
                <c:pt idx="1046">
                  <c:v>222</c:v>
                </c:pt>
                <c:pt idx="1047">
                  <c:v>225</c:v>
                </c:pt>
                <c:pt idx="1048">
                  <c:v>225</c:v>
                </c:pt>
                <c:pt idx="1049">
                  <c:v>223</c:v>
                </c:pt>
                <c:pt idx="1050">
                  <c:v>223</c:v>
                </c:pt>
                <c:pt idx="1051">
                  <c:v>231</c:v>
                </c:pt>
                <c:pt idx="1052">
                  <c:v>253</c:v>
                </c:pt>
                <c:pt idx="1053">
                  <c:v>225</c:v>
                </c:pt>
                <c:pt idx="1054">
                  <c:v>229</c:v>
                </c:pt>
                <c:pt idx="1055">
                  <c:v>231</c:v>
                </c:pt>
                <c:pt idx="1056">
                  <c:v>258</c:v>
                </c:pt>
                <c:pt idx="1057">
                  <c:v>226</c:v>
                </c:pt>
                <c:pt idx="1058">
                  <c:v>223</c:v>
                </c:pt>
                <c:pt idx="1059">
                  <c:v>225</c:v>
                </c:pt>
                <c:pt idx="1060">
                  <c:v>226</c:v>
                </c:pt>
                <c:pt idx="1061">
                  <c:v>227</c:v>
                </c:pt>
                <c:pt idx="1062">
                  <c:v>230</c:v>
                </c:pt>
                <c:pt idx="1063">
                  <c:v>229</c:v>
                </c:pt>
                <c:pt idx="1064">
                  <c:v>234</c:v>
                </c:pt>
                <c:pt idx="1065">
                  <c:v>229</c:v>
                </c:pt>
                <c:pt idx="1066">
                  <c:v>230</c:v>
                </c:pt>
                <c:pt idx="1067">
                  <c:v>232</c:v>
                </c:pt>
                <c:pt idx="1068">
                  <c:v>265</c:v>
                </c:pt>
                <c:pt idx="1069">
                  <c:v>239</c:v>
                </c:pt>
                <c:pt idx="1070">
                  <c:v>232</c:v>
                </c:pt>
                <c:pt idx="1071">
                  <c:v>222</c:v>
                </c:pt>
                <c:pt idx="1072">
                  <c:v>227</c:v>
                </c:pt>
                <c:pt idx="1073">
                  <c:v>223</c:v>
                </c:pt>
                <c:pt idx="1074">
                  <c:v>219</c:v>
                </c:pt>
                <c:pt idx="1075">
                  <c:v>222</c:v>
                </c:pt>
                <c:pt idx="1076">
                  <c:v>222</c:v>
                </c:pt>
                <c:pt idx="1077">
                  <c:v>219</c:v>
                </c:pt>
                <c:pt idx="1078">
                  <c:v>218</c:v>
                </c:pt>
                <c:pt idx="1079">
                  <c:v>217</c:v>
                </c:pt>
                <c:pt idx="1080">
                  <c:v>218</c:v>
                </c:pt>
                <c:pt idx="1081">
                  <c:v>213</c:v>
                </c:pt>
                <c:pt idx="1082">
                  <c:v>229</c:v>
                </c:pt>
                <c:pt idx="1083">
                  <c:v>228</c:v>
                </c:pt>
                <c:pt idx="1084">
                  <c:v>229</c:v>
                </c:pt>
                <c:pt idx="1085">
                  <c:v>227</c:v>
                </c:pt>
                <c:pt idx="1086">
                  <c:v>230</c:v>
                </c:pt>
                <c:pt idx="1087">
                  <c:v>227</c:v>
                </c:pt>
                <c:pt idx="1088">
                  <c:v>230</c:v>
                </c:pt>
                <c:pt idx="1089">
                  <c:v>227</c:v>
                </c:pt>
                <c:pt idx="1090">
                  <c:v>231</c:v>
                </c:pt>
                <c:pt idx="1091">
                  <c:v>228</c:v>
                </c:pt>
                <c:pt idx="1092">
                  <c:v>231</c:v>
                </c:pt>
                <c:pt idx="1093">
                  <c:v>230</c:v>
                </c:pt>
                <c:pt idx="1094">
                  <c:v>232</c:v>
                </c:pt>
                <c:pt idx="1095">
                  <c:v>231</c:v>
                </c:pt>
                <c:pt idx="1096">
                  <c:v>230</c:v>
                </c:pt>
                <c:pt idx="1097">
                  <c:v>265</c:v>
                </c:pt>
                <c:pt idx="1098">
                  <c:v>232</c:v>
                </c:pt>
                <c:pt idx="1099">
                  <c:v>234</c:v>
                </c:pt>
                <c:pt idx="1100">
                  <c:v>230</c:v>
                </c:pt>
                <c:pt idx="1101">
                  <c:v>230</c:v>
                </c:pt>
                <c:pt idx="1102">
                  <c:v>271</c:v>
                </c:pt>
                <c:pt idx="1103">
                  <c:v>269</c:v>
                </c:pt>
                <c:pt idx="1104">
                  <c:v>234</c:v>
                </c:pt>
                <c:pt idx="1105">
                  <c:v>230</c:v>
                </c:pt>
                <c:pt idx="1106">
                  <c:v>234</c:v>
                </c:pt>
                <c:pt idx="1107">
                  <c:v>233</c:v>
                </c:pt>
                <c:pt idx="1108">
                  <c:v>233</c:v>
                </c:pt>
                <c:pt idx="1109">
                  <c:v>237</c:v>
                </c:pt>
                <c:pt idx="1110">
                  <c:v>231</c:v>
                </c:pt>
                <c:pt idx="1111">
                  <c:v>237</c:v>
                </c:pt>
                <c:pt idx="1112">
                  <c:v>231</c:v>
                </c:pt>
                <c:pt idx="1113">
                  <c:v>233</c:v>
                </c:pt>
                <c:pt idx="1114">
                  <c:v>231</c:v>
                </c:pt>
                <c:pt idx="1115">
                  <c:v>231</c:v>
                </c:pt>
                <c:pt idx="1116">
                  <c:v>227</c:v>
                </c:pt>
                <c:pt idx="1117">
                  <c:v>225</c:v>
                </c:pt>
                <c:pt idx="1118">
                  <c:v>220</c:v>
                </c:pt>
                <c:pt idx="1119">
                  <c:v>217</c:v>
                </c:pt>
                <c:pt idx="1120">
                  <c:v>214</c:v>
                </c:pt>
                <c:pt idx="1121">
                  <c:v>218</c:v>
                </c:pt>
                <c:pt idx="1122">
                  <c:v>216</c:v>
                </c:pt>
                <c:pt idx="1123">
                  <c:v>216</c:v>
                </c:pt>
                <c:pt idx="1124">
                  <c:v>214</c:v>
                </c:pt>
                <c:pt idx="1125">
                  <c:v>216</c:v>
                </c:pt>
                <c:pt idx="1126">
                  <c:v>210</c:v>
                </c:pt>
                <c:pt idx="1127">
                  <c:v>202</c:v>
                </c:pt>
                <c:pt idx="1128">
                  <c:v>208</c:v>
                </c:pt>
                <c:pt idx="1129">
                  <c:v>207</c:v>
                </c:pt>
                <c:pt idx="1130">
                  <c:v>200</c:v>
                </c:pt>
                <c:pt idx="1131">
                  <c:v>207</c:v>
                </c:pt>
                <c:pt idx="1132">
                  <c:v>203</c:v>
                </c:pt>
                <c:pt idx="1133">
                  <c:v>202</c:v>
                </c:pt>
                <c:pt idx="1134">
                  <c:v>198</c:v>
                </c:pt>
                <c:pt idx="1135">
                  <c:v>196</c:v>
                </c:pt>
                <c:pt idx="1136">
                  <c:v>193</c:v>
                </c:pt>
                <c:pt idx="1137">
                  <c:v>194</c:v>
                </c:pt>
                <c:pt idx="1138">
                  <c:v>189</c:v>
                </c:pt>
                <c:pt idx="1139">
                  <c:v>189</c:v>
                </c:pt>
                <c:pt idx="1140">
                  <c:v>204</c:v>
                </c:pt>
                <c:pt idx="1141">
                  <c:v>199</c:v>
                </c:pt>
                <c:pt idx="1142">
                  <c:v>195</c:v>
                </c:pt>
                <c:pt idx="1143">
                  <c:v>192</c:v>
                </c:pt>
                <c:pt idx="1144">
                  <c:v>184</c:v>
                </c:pt>
                <c:pt idx="1145">
                  <c:v>182</c:v>
                </c:pt>
                <c:pt idx="1146">
                  <c:v>176</c:v>
                </c:pt>
                <c:pt idx="1147">
                  <c:v>170</c:v>
                </c:pt>
                <c:pt idx="1148">
                  <c:v>168</c:v>
                </c:pt>
                <c:pt idx="1149">
                  <c:v>160</c:v>
                </c:pt>
                <c:pt idx="1150">
                  <c:v>159</c:v>
                </c:pt>
                <c:pt idx="1151">
                  <c:v>158</c:v>
                </c:pt>
                <c:pt idx="1152">
                  <c:v>153</c:v>
                </c:pt>
                <c:pt idx="1153">
                  <c:v>152</c:v>
                </c:pt>
                <c:pt idx="1154">
                  <c:v>148</c:v>
                </c:pt>
                <c:pt idx="1155">
                  <c:v>146</c:v>
                </c:pt>
                <c:pt idx="1156">
                  <c:v>144</c:v>
                </c:pt>
                <c:pt idx="1157">
                  <c:v>140</c:v>
                </c:pt>
                <c:pt idx="1158">
                  <c:v>137</c:v>
                </c:pt>
                <c:pt idx="1159">
                  <c:v>133</c:v>
                </c:pt>
                <c:pt idx="1160">
                  <c:v>125</c:v>
                </c:pt>
                <c:pt idx="1161">
                  <c:v>121</c:v>
                </c:pt>
                <c:pt idx="1162">
                  <c:v>114</c:v>
                </c:pt>
                <c:pt idx="1163">
                  <c:v>104</c:v>
                </c:pt>
                <c:pt idx="1164">
                  <c:v>97</c:v>
                </c:pt>
                <c:pt idx="1165">
                  <c:v>79</c:v>
                </c:pt>
                <c:pt idx="1166">
                  <c:v>77</c:v>
                </c:pt>
                <c:pt idx="1167">
                  <c:v>75</c:v>
                </c:pt>
                <c:pt idx="1168">
                  <c:v>65</c:v>
                </c:pt>
                <c:pt idx="1169">
                  <c:v>221</c:v>
                </c:pt>
                <c:pt idx="1170">
                  <c:v>181</c:v>
                </c:pt>
                <c:pt idx="1171">
                  <c:v>188</c:v>
                </c:pt>
                <c:pt idx="1172">
                  <c:v>232</c:v>
                </c:pt>
                <c:pt idx="1173">
                  <c:v>226</c:v>
                </c:pt>
                <c:pt idx="1174">
                  <c:v>224</c:v>
                </c:pt>
                <c:pt idx="1175">
                  <c:v>226</c:v>
                </c:pt>
                <c:pt idx="1176">
                  <c:v>226</c:v>
                </c:pt>
                <c:pt idx="1177">
                  <c:v>226</c:v>
                </c:pt>
                <c:pt idx="1178">
                  <c:v>226</c:v>
                </c:pt>
                <c:pt idx="1179">
                  <c:v>225</c:v>
                </c:pt>
                <c:pt idx="1180">
                  <c:v>233</c:v>
                </c:pt>
                <c:pt idx="1181">
                  <c:v>230</c:v>
                </c:pt>
                <c:pt idx="1182">
                  <c:v>227</c:v>
                </c:pt>
                <c:pt idx="1183">
                  <c:v>223</c:v>
                </c:pt>
                <c:pt idx="1184">
                  <c:v>227</c:v>
                </c:pt>
                <c:pt idx="1185">
                  <c:v>221</c:v>
                </c:pt>
                <c:pt idx="1186">
                  <c:v>221</c:v>
                </c:pt>
                <c:pt idx="1187">
                  <c:v>218</c:v>
                </c:pt>
                <c:pt idx="1188">
                  <c:v>220</c:v>
                </c:pt>
                <c:pt idx="1189">
                  <c:v>217</c:v>
                </c:pt>
                <c:pt idx="1190">
                  <c:v>217</c:v>
                </c:pt>
                <c:pt idx="1191">
                  <c:v>213</c:v>
                </c:pt>
                <c:pt idx="1192">
                  <c:v>216</c:v>
                </c:pt>
                <c:pt idx="1193">
                  <c:v>214</c:v>
                </c:pt>
                <c:pt idx="1194">
                  <c:v>212</c:v>
                </c:pt>
                <c:pt idx="1195">
                  <c:v>217</c:v>
                </c:pt>
                <c:pt idx="1196">
                  <c:v>209</c:v>
                </c:pt>
                <c:pt idx="1197">
                  <c:v>212</c:v>
                </c:pt>
                <c:pt idx="1198">
                  <c:v>207</c:v>
                </c:pt>
                <c:pt idx="1199">
                  <c:v>208</c:v>
                </c:pt>
                <c:pt idx="1200">
                  <c:v>204</c:v>
                </c:pt>
                <c:pt idx="1201">
                  <c:v>209</c:v>
                </c:pt>
                <c:pt idx="1202">
                  <c:v>204</c:v>
                </c:pt>
                <c:pt idx="1203">
                  <c:v>206</c:v>
                </c:pt>
                <c:pt idx="1204">
                  <c:v>199</c:v>
                </c:pt>
                <c:pt idx="1205">
                  <c:v>202</c:v>
                </c:pt>
                <c:pt idx="1206">
                  <c:v>198</c:v>
                </c:pt>
                <c:pt idx="1207">
                  <c:v>201</c:v>
                </c:pt>
                <c:pt idx="1208">
                  <c:v>196</c:v>
                </c:pt>
                <c:pt idx="1209">
                  <c:v>197</c:v>
                </c:pt>
                <c:pt idx="1210">
                  <c:v>194</c:v>
                </c:pt>
                <c:pt idx="1211">
                  <c:v>194</c:v>
                </c:pt>
                <c:pt idx="1212">
                  <c:v>191</c:v>
                </c:pt>
                <c:pt idx="1213">
                  <c:v>192</c:v>
                </c:pt>
                <c:pt idx="1214">
                  <c:v>192</c:v>
                </c:pt>
                <c:pt idx="1215">
                  <c:v>191</c:v>
                </c:pt>
                <c:pt idx="1216">
                  <c:v>191</c:v>
                </c:pt>
                <c:pt idx="1217">
                  <c:v>187</c:v>
                </c:pt>
                <c:pt idx="1218">
                  <c:v>187</c:v>
                </c:pt>
                <c:pt idx="1219">
                  <c:v>186</c:v>
                </c:pt>
                <c:pt idx="1220">
                  <c:v>184</c:v>
                </c:pt>
                <c:pt idx="1221">
                  <c:v>200</c:v>
                </c:pt>
                <c:pt idx="1222">
                  <c:v>182</c:v>
                </c:pt>
                <c:pt idx="1223">
                  <c:v>181</c:v>
                </c:pt>
                <c:pt idx="1224">
                  <c:v>181</c:v>
                </c:pt>
                <c:pt idx="1225">
                  <c:v>180</c:v>
                </c:pt>
                <c:pt idx="1226">
                  <c:v>179</c:v>
                </c:pt>
                <c:pt idx="1227">
                  <c:v>179</c:v>
                </c:pt>
                <c:pt idx="1228">
                  <c:v>188</c:v>
                </c:pt>
                <c:pt idx="1229">
                  <c:v>185</c:v>
                </c:pt>
                <c:pt idx="1230">
                  <c:v>186</c:v>
                </c:pt>
                <c:pt idx="1231">
                  <c:v>179</c:v>
                </c:pt>
                <c:pt idx="1232">
                  <c:v>180</c:v>
                </c:pt>
                <c:pt idx="1233">
                  <c:v>173</c:v>
                </c:pt>
                <c:pt idx="1234">
                  <c:v>167</c:v>
                </c:pt>
                <c:pt idx="1235">
                  <c:v>165</c:v>
                </c:pt>
                <c:pt idx="1236">
                  <c:v>161</c:v>
                </c:pt>
                <c:pt idx="1237">
                  <c:v>159</c:v>
                </c:pt>
                <c:pt idx="1238">
                  <c:v>158</c:v>
                </c:pt>
                <c:pt idx="1239">
                  <c:v>156</c:v>
                </c:pt>
                <c:pt idx="1240">
                  <c:v>144</c:v>
                </c:pt>
                <c:pt idx="1241">
                  <c:v>142</c:v>
                </c:pt>
                <c:pt idx="1242">
                  <c:v>142</c:v>
                </c:pt>
                <c:pt idx="1243">
                  <c:v>140</c:v>
                </c:pt>
                <c:pt idx="1244">
                  <c:v>137</c:v>
                </c:pt>
                <c:pt idx="1245">
                  <c:v>134</c:v>
                </c:pt>
                <c:pt idx="1246">
                  <c:v>131</c:v>
                </c:pt>
                <c:pt idx="1247">
                  <c:v>120</c:v>
                </c:pt>
                <c:pt idx="1248">
                  <c:v>119</c:v>
                </c:pt>
                <c:pt idx="1249">
                  <c:v>107</c:v>
                </c:pt>
                <c:pt idx="1250">
                  <c:v>107</c:v>
                </c:pt>
                <c:pt idx="1251">
                  <c:v>91</c:v>
                </c:pt>
                <c:pt idx="1252">
                  <c:v>87</c:v>
                </c:pt>
                <c:pt idx="1253">
                  <c:v>76</c:v>
                </c:pt>
                <c:pt idx="1254">
                  <c:v>70</c:v>
                </c:pt>
                <c:pt idx="1255">
                  <c:v>88</c:v>
                </c:pt>
                <c:pt idx="1256">
                  <c:v>152</c:v>
                </c:pt>
                <c:pt idx="1257">
                  <c:v>148</c:v>
                </c:pt>
                <c:pt idx="1258">
                  <c:v>118</c:v>
                </c:pt>
                <c:pt idx="1259">
                  <c:v>127</c:v>
                </c:pt>
                <c:pt idx="1260">
                  <c:v>124</c:v>
                </c:pt>
                <c:pt idx="1261">
                  <c:v>122</c:v>
                </c:pt>
                <c:pt idx="1262">
                  <c:v>120</c:v>
                </c:pt>
                <c:pt idx="1263">
                  <c:v>118</c:v>
                </c:pt>
                <c:pt idx="1264">
                  <c:v>117</c:v>
                </c:pt>
                <c:pt idx="1265">
                  <c:v>113</c:v>
                </c:pt>
                <c:pt idx="1266">
                  <c:v>111</c:v>
                </c:pt>
                <c:pt idx="1267">
                  <c:v>109</c:v>
                </c:pt>
                <c:pt idx="1268">
                  <c:v>97</c:v>
                </c:pt>
                <c:pt idx="1269">
                  <c:v>88</c:v>
                </c:pt>
                <c:pt idx="1270">
                  <c:v>79</c:v>
                </c:pt>
                <c:pt idx="1271">
                  <c:v>75</c:v>
                </c:pt>
                <c:pt idx="1272">
                  <c:v>63</c:v>
                </c:pt>
                <c:pt idx="1273">
                  <c:v>60</c:v>
                </c:pt>
                <c:pt idx="1274">
                  <c:v>64</c:v>
                </c:pt>
                <c:pt idx="1275">
                  <c:v>62</c:v>
                </c:pt>
                <c:pt idx="1276">
                  <c:v>104</c:v>
                </c:pt>
                <c:pt idx="1277">
                  <c:v>232</c:v>
                </c:pt>
                <c:pt idx="1278">
                  <c:v>231</c:v>
                </c:pt>
                <c:pt idx="1279">
                  <c:v>230</c:v>
                </c:pt>
                <c:pt idx="1280">
                  <c:v>231</c:v>
                </c:pt>
                <c:pt idx="1281">
                  <c:v>230</c:v>
                </c:pt>
                <c:pt idx="1282">
                  <c:v>234</c:v>
                </c:pt>
                <c:pt idx="1283">
                  <c:v>236</c:v>
                </c:pt>
                <c:pt idx="1284">
                  <c:v>238</c:v>
                </c:pt>
                <c:pt idx="1285">
                  <c:v>234</c:v>
                </c:pt>
                <c:pt idx="1286">
                  <c:v>235</c:v>
                </c:pt>
                <c:pt idx="1287">
                  <c:v>235</c:v>
                </c:pt>
                <c:pt idx="1288">
                  <c:v>236</c:v>
                </c:pt>
                <c:pt idx="1289">
                  <c:v>233</c:v>
                </c:pt>
                <c:pt idx="1290">
                  <c:v>235</c:v>
                </c:pt>
                <c:pt idx="1291">
                  <c:v>236</c:v>
                </c:pt>
                <c:pt idx="1292">
                  <c:v>270</c:v>
                </c:pt>
                <c:pt idx="1293">
                  <c:v>235</c:v>
                </c:pt>
                <c:pt idx="1294">
                  <c:v>238</c:v>
                </c:pt>
                <c:pt idx="1295">
                  <c:v>234</c:v>
                </c:pt>
                <c:pt idx="1296">
                  <c:v>237</c:v>
                </c:pt>
                <c:pt idx="1297">
                  <c:v>235</c:v>
                </c:pt>
                <c:pt idx="1298">
                  <c:v>237</c:v>
                </c:pt>
                <c:pt idx="1299">
                  <c:v>238</c:v>
                </c:pt>
                <c:pt idx="1300">
                  <c:v>237</c:v>
                </c:pt>
                <c:pt idx="1301">
                  <c:v>236</c:v>
                </c:pt>
                <c:pt idx="1302">
                  <c:v>238</c:v>
                </c:pt>
                <c:pt idx="1303">
                  <c:v>236</c:v>
                </c:pt>
                <c:pt idx="1304">
                  <c:v>241</c:v>
                </c:pt>
                <c:pt idx="1305">
                  <c:v>239</c:v>
                </c:pt>
                <c:pt idx="1306">
                  <c:v>239</c:v>
                </c:pt>
                <c:pt idx="1307">
                  <c:v>240</c:v>
                </c:pt>
                <c:pt idx="1308">
                  <c:v>241</c:v>
                </c:pt>
                <c:pt idx="1309">
                  <c:v>241</c:v>
                </c:pt>
                <c:pt idx="1310">
                  <c:v>241</c:v>
                </c:pt>
                <c:pt idx="1311">
                  <c:v>284</c:v>
                </c:pt>
                <c:pt idx="1312">
                  <c:v>245</c:v>
                </c:pt>
                <c:pt idx="1313">
                  <c:v>238</c:v>
                </c:pt>
                <c:pt idx="1314">
                  <c:v>242</c:v>
                </c:pt>
                <c:pt idx="1315">
                  <c:v>246</c:v>
                </c:pt>
                <c:pt idx="1316">
                  <c:v>239</c:v>
                </c:pt>
                <c:pt idx="1317">
                  <c:v>245</c:v>
                </c:pt>
                <c:pt idx="1318">
                  <c:v>241</c:v>
                </c:pt>
                <c:pt idx="1319">
                  <c:v>247</c:v>
                </c:pt>
                <c:pt idx="1320">
                  <c:v>243</c:v>
                </c:pt>
                <c:pt idx="1321">
                  <c:v>243</c:v>
                </c:pt>
                <c:pt idx="1322">
                  <c:v>241</c:v>
                </c:pt>
                <c:pt idx="1323">
                  <c:v>223</c:v>
                </c:pt>
                <c:pt idx="1324">
                  <c:v>217</c:v>
                </c:pt>
                <c:pt idx="1325">
                  <c:v>245</c:v>
                </c:pt>
                <c:pt idx="1326">
                  <c:v>244</c:v>
                </c:pt>
                <c:pt idx="1327">
                  <c:v>244</c:v>
                </c:pt>
                <c:pt idx="1328">
                  <c:v>245</c:v>
                </c:pt>
                <c:pt idx="1329">
                  <c:v>246</c:v>
                </c:pt>
                <c:pt idx="1330">
                  <c:v>245</c:v>
                </c:pt>
                <c:pt idx="1331">
                  <c:v>267</c:v>
                </c:pt>
                <c:pt idx="1332">
                  <c:v>188</c:v>
                </c:pt>
                <c:pt idx="1333">
                  <c:v>244</c:v>
                </c:pt>
                <c:pt idx="1334">
                  <c:v>244</c:v>
                </c:pt>
                <c:pt idx="1335">
                  <c:v>239</c:v>
                </c:pt>
                <c:pt idx="1336">
                  <c:v>243</c:v>
                </c:pt>
                <c:pt idx="1337">
                  <c:v>244</c:v>
                </c:pt>
                <c:pt idx="1338">
                  <c:v>242</c:v>
                </c:pt>
                <c:pt idx="1339">
                  <c:v>245</c:v>
                </c:pt>
                <c:pt idx="1340">
                  <c:v>247</c:v>
                </c:pt>
                <c:pt idx="1341">
                  <c:v>250</c:v>
                </c:pt>
                <c:pt idx="1342">
                  <c:v>249</c:v>
                </c:pt>
                <c:pt idx="1343">
                  <c:v>248</c:v>
                </c:pt>
                <c:pt idx="1344">
                  <c:v>248</c:v>
                </c:pt>
                <c:pt idx="1345">
                  <c:v>251</c:v>
                </c:pt>
                <c:pt idx="1346">
                  <c:v>246</c:v>
                </c:pt>
                <c:pt idx="1347">
                  <c:v>286</c:v>
                </c:pt>
                <c:pt idx="1348">
                  <c:v>250</c:v>
                </c:pt>
                <c:pt idx="1349">
                  <c:v>248</c:v>
                </c:pt>
                <c:pt idx="1350">
                  <c:v>247</c:v>
                </c:pt>
                <c:pt idx="1351">
                  <c:v>292</c:v>
                </c:pt>
                <c:pt idx="1352">
                  <c:v>253</c:v>
                </c:pt>
                <c:pt idx="1353">
                  <c:v>249</c:v>
                </c:pt>
                <c:pt idx="1354">
                  <c:v>251</c:v>
                </c:pt>
                <c:pt idx="1355">
                  <c:v>305</c:v>
                </c:pt>
                <c:pt idx="1356">
                  <c:v>251</c:v>
                </c:pt>
                <c:pt idx="1357">
                  <c:v>251</c:v>
                </c:pt>
                <c:pt idx="1358">
                  <c:v>262</c:v>
                </c:pt>
                <c:pt idx="1359">
                  <c:v>260</c:v>
                </c:pt>
                <c:pt idx="1360">
                  <c:v>261</c:v>
                </c:pt>
                <c:pt idx="1361">
                  <c:v>263</c:v>
                </c:pt>
                <c:pt idx="1362">
                  <c:v>260</c:v>
                </c:pt>
                <c:pt idx="1363">
                  <c:v>246</c:v>
                </c:pt>
                <c:pt idx="1364">
                  <c:v>239</c:v>
                </c:pt>
                <c:pt idx="1365">
                  <c:v>254</c:v>
                </c:pt>
                <c:pt idx="1366">
                  <c:v>259</c:v>
                </c:pt>
                <c:pt idx="1367">
                  <c:v>242</c:v>
                </c:pt>
                <c:pt idx="1368">
                  <c:v>236</c:v>
                </c:pt>
                <c:pt idx="1369">
                  <c:v>244</c:v>
                </c:pt>
                <c:pt idx="1370">
                  <c:v>230</c:v>
                </c:pt>
                <c:pt idx="1371">
                  <c:v>212</c:v>
                </c:pt>
                <c:pt idx="1372">
                  <c:v>214</c:v>
                </c:pt>
                <c:pt idx="1373">
                  <c:v>208</c:v>
                </c:pt>
                <c:pt idx="1374">
                  <c:v>206</c:v>
                </c:pt>
                <c:pt idx="1375">
                  <c:v>197</c:v>
                </c:pt>
                <c:pt idx="1376">
                  <c:v>187</c:v>
                </c:pt>
                <c:pt idx="1377">
                  <c:v>182</c:v>
                </c:pt>
                <c:pt idx="1378">
                  <c:v>171</c:v>
                </c:pt>
                <c:pt idx="1379">
                  <c:v>162</c:v>
                </c:pt>
                <c:pt idx="1380">
                  <c:v>158</c:v>
                </c:pt>
                <c:pt idx="1381">
                  <c:v>156</c:v>
                </c:pt>
                <c:pt idx="1382">
                  <c:v>154</c:v>
                </c:pt>
                <c:pt idx="1383">
                  <c:v>149</c:v>
                </c:pt>
                <c:pt idx="1384">
                  <c:v>148</c:v>
                </c:pt>
                <c:pt idx="1385">
                  <c:v>136</c:v>
                </c:pt>
                <c:pt idx="1386">
                  <c:v>130</c:v>
                </c:pt>
                <c:pt idx="1387">
                  <c:v>123</c:v>
                </c:pt>
                <c:pt idx="1388">
                  <c:v>119</c:v>
                </c:pt>
                <c:pt idx="1389">
                  <c:v>97</c:v>
                </c:pt>
                <c:pt idx="1390">
                  <c:v>89</c:v>
                </c:pt>
                <c:pt idx="1391">
                  <c:v>91</c:v>
                </c:pt>
                <c:pt idx="1392">
                  <c:v>222</c:v>
                </c:pt>
                <c:pt idx="1393">
                  <c:v>216</c:v>
                </c:pt>
                <c:pt idx="1394">
                  <c:v>213</c:v>
                </c:pt>
                <c:pt idx="1395">
                  <c:v>214</c:v>
                </c:pt>
                <c:pt idx="1396">
                  <c:v>251</c:v>
                </c:pt>
                <c:pt idx="1397">
                  <c:v>251</c:v>
                </c:pt>
                <c:pt idx="1398">
                  <c:v>251</c:v>
                </c:pt>
                <c:pt idx="1399">
                  <c:v>255</c:v>
                </c:pt>
                <c:pt idx="1400">
                  <c:v>261</c:v>
                </c:pt>
                <c:pt idx="1401">
                  <c:v>256</c:v>
                </c:pt>
                <c:pt idx="1402">
                  <c:v>260</c:v>
                </c:pt>
                <c:pt idx="1403">
                  <c:v>269</c:v>
                </c:pt>
                <c:pt idx="1404">
                  <c:v>270</c:v>
                </c:pt>
                <c:pt idx="1405">
                  <c:v>267</c:v>
                </c:pt>
                <c:pt idx="1406">
                  <c:v>262</c:v>
                </c:pt>
                <c:pt idx="1407">
                  <c:v>259</c:v>
                </c:pt>
                <c:pt idx="1408">
                  <c:v>257</c:v>
                </c:pt>
                <c:pt idx="1409">
                  <c:v>257</c:v>
                </c:pt>
                <c:pt idx="1410">
                  <c:v>257</c:v>
                </c:pt>
                <c:pt idx="1411">
                  <c:v>261</c:v>
                </c:pt>
                <c:pt idx="1412">
                  <c:v>276</c:v>
                </c:pt>
                <c:pt idx="1413">
                  <c:v>248</c:v>
                </c:pt>
                <c:pt idx="1414">
                  <c:v>255</c:v>
                </c:pt>
                <c:pt idx="1415">
                  <c:v>246</c:v>
                </c:pt>
                <c:pt idx="1416">
                  <c:v>255</c:v>
                </c:pt>
                <c:pt idx="1417">
                  <c:v>255</c:v>
                </c:pt>
                <c:pt idx="1418">
                  <c:v>254</c:v>
                </c:pt>
                <c:pt idx="1419">
                  <c:v>247</c:v>
                </c:pt>
                <c:pt idx="1420">
                  <c:v>247</c:v>
                </c:pt>
                <c:pt idx="1421">
                  <c:v>245</c:v>
                </c:pt>
                <c:pt idx="1422">
                  <c:v>237</c:v>
                </c:pt>
                <c:pt idx="1423">
                  <c:v>233</c:v>
                </c:pt>
                <c:pt idx="1424">
                  <c:v>81</c:v>
                </c:pt>
                <c:pt idx="1425">
                  <c:v>212</c:v>
                </c:pt>
                <c:pt idx="1426">
                  <c:v>210</c:v>
                </c:pt>
                <c:pt idx="1427">
                  <c:v>206</c:v>
                </c:pt>
                <c:pt idx="1428">
                  <c:v>202</c:v>
                </c:pt>
                <c:pt idx="1429">
                  <c:v>195</c:v>
                </c:pt>
                <c:pt idx="1430">
                  <c:v>185</c:v>
                </c:pt>
                <c:pt idx="1431">
                  <c:v>181</c:v>
                </c:pt>
                <c:pt idx="1432">
                  <c:v>178</c:v>
                </c:pt>
                <c:pt idx="1433">
                  <c:v>177</c:v>
                </c:pt>
                <c:pt idx="1434">
                  <c:v>171</c:v>
                </c:pt>
                <c:pt idx="1435">
                  <c:v>162</c:v>
                </c:pt>
                <c:pt idx="1436">
                  <c:v>161</c:v>
                </c:pt>
                <c:pt idx="1437">
                  <c:v>145</c:v>
                </c:pt>
                <c:pt idx="1438">
                  <c:v>221</c:v>
                </c:pt>
                <c:pt idx="1439">
                  <c:v>220</c:v>
                </c:pt>
                <c:pt idx="1440">
                  <c:v>208</c:v>
                </c:pt>
                <c:pt idx="1441">
                  <c:v>207</c:v>
                </c:pt>
                <c:pt idx="1442">
                  <c:v>152</c:v>
                </c:pt>
                <c:pt idx="1443">
                  <c:v>200</c:v>
                </c:pt>
                <c:pt idx="1444">
                  <c:v>197</c:v>
                </c:pt>
                <c:pt idx="1445">
                  <c:v>193</c:v>
                </c:pt>
                <c:pt idx="1446">
                  <c:v>184</c:v>
                </c:pt>
                <c:pt idx="1447">
                  <c:v>257</c:v>
                </c:pt>
                <c:pt idx="1448">
                  <c:v>253</c:v>
                </c:pt>
                <c:pt idx="1449">
                  <c:v>257</c:v>
                </c:pt>
                <c:pt idx="1450">
                  <c:v>256</c:v>
                </c:pt>
                <c:pt idx="1451">
                  <c:v>263</c:v>
                </c:pt>
                <c:pt idx="1452">
                  <c:v>307</c:v>
                </c:pt>
                <c:pt idx="1453">
                  <c:v>263</c:v>
                </c:pt>
                <c:pt idx="1454">
                  <c:v>261</c:v>
                </c:pt>
                <c:pt idx="1455">
                  <c:v>256</c:v>
                </c:pt>
                <c:pt idx="1456">
                  <c:v>255</c:v>
                </c:pt>
                <c:pt idx="1457">
                  <c:v>259</c:v>
                </c:pt>
                <c:pt idx="1458">
                  <c:v>256</c:v>
                </c:pt>
                <c:pt idx="1459">
                  <c:v>261</c:v>
                </c:pt>
                <c:pt idx="1460">
                  <c:v>132</c:v>
                </c:pt>
                <c:pt idx="1461">
                  <c:v>260</c:v>
                </c:pt>
                <c:pt idx="1462">
                  <c:v>260</c:v>
                </c:pt>
                <c:pt idx="1463">
                  <c:v>260</c:v>
                </c:pt>
                <c:pt idx="1464">
                  <c:v>254</c:v>
                </c:pt>
                <c:pt idx="1465">
                  <c:v>260</c:v>
                </c:pt>
                <c:pt idx="1466">
                  <c:v>244</c:v>
                </c:pt>
                <c:pt idx="1467">
                  <c:v>261</c:v>
                </c:pt>
                <c:pt idx="1468">
                  <c:v>266</c:v>
                </c:pt>
                <c:pt idx="1469">
                  <c:v>261</c:v>
                </c:pt>
                <c:pt idx="1470">
                  <c:v>317</c:v>
                </c:pt>
                <c:pt idx="1471">
                  <c:v>286</c:v>
                </c:pt>
                <c:pt idx="1472">
                  <c:v>279</c:v>
                </c:pt>
                <c:pt idx="1473">
                  <c:v>281</c:v>
                </c:pt>
                <c:pt idx="1474">
                  <c:v>269</c:v>
                </c:pt>
                <c:pt idx="1475">
                  <c:v>318</c:v>
                </c:pt>
                <c:pt idx="1476">
                  <c:v>276</c:v>
                </c:pt>
                <c:pt idx="1477">
                  <c:v>279</c:v>
                </c:pt>
                <c:pt idx="1478">
                  <c:v>275</c:v>
                </c:pt>
                <c:pt idx="1479">
                  <c:v>276</c:v>
                </c:pt>
                <c:pt idx="1480">
                  <c:v>278</c:v>
                </c:pt>
                <c:pt idx="1481">
                  <c:v>206</c:v>
                </c:pt>
                <c:pt idx="1482">
                  <c:v>260</c:v>
                </c:pt>
                <c:pt idx="1483">
                  <c:v>242</c:v>
                </c:pt>
                <c:pt idx="1484">
                  <c:v>275</c:v>
                </c:pt>
                <c:pt idx="1485">
                  <c:v>272</c:v>
                </c:pt>
                <c:pt idx="1486">
                  <c:v>272</c:v>
                </c:pt>
                <c:pt idx="1487">
                  <c:v>275</c:v>
                </c:pt>
                <c:pt idx="1488">
                  <c:v>282</c:v>
                </c:pt>
                <c:pt idx="1489">
                  <c:v>291</c:v>
                </c:pt>
                <c:pt idx="1490">
                  <c:v>255</c:v>
                </c:pt>
                <c:pt idx="1491">
                  <c:v>279</c:v>
                </c:pt>
                <c:pt idx="1492">
                  <c:v>274</c:v>
                </c:pt>
                <c:pt idx="1493">
                  <c:v>276</c:v>
                </c:pt>
                <c:pt idx="1494">
                  <c:v>273</c:v>
                </c:pt>
                <c:pt idx="1495">
                  <c:v>132</c:v>
                </c:pt>
                <c:pt idx="1496">
                  <c:v>269</c:v>
                </c:pt>
                <c:pt idx="1497">
                  <c:v>262</c:v>
                </c:pt>
                <c:pt idx="1498">
                  <c:v>272</c:v>
                </c:pt>
                <c:pt idx="1499">
                  <c:v>258</c:v>
                </c:pt>
                <c:pt idx="1500">
                  <c:v>258</c:v>
                </c:pt>
                <c:pt idx="1501">
                  <c:v>259</c:v>
                </c:pt>
                <c:pt idx="1502">
                  <c:v>259</c:v>
                </c:pt>
                <c:pt idx="1503">
                  <c:v>261</c:v>
                </c:pt>
                <c:pt idx="1504">
                  <c:v>249</c:v>
                </c:pt>
                <c:pt idx="1505">
                  <c:v>250</c:v>
                </c:pt>
                <c:pt idx="1506">
                  <c:v>271</c:v>
                </c:pt>
                <c:pt idx="1507">
                  <c:v>266</c:v>
                </c:pt>
                <c:pt idx="1508">
                  <c:v>261</c:v>
                </c:pt>
                <c:pt idx="1509">
                  <c:v>254</c:v>
                </c:pt>
                <c:pt idx="1510">
                  <c:v>255</c:v>
                </c:pt>
                <c:pt idx="1511">
                  <c:v>261</c:v>
                </c:pt>
                <c:pt idx="1512">
                  <c:v>247</c:v>
                </c:pt>
                <c:pt idx="1513">
                  <c:v>248</c:v>
                </c:pt>
                <c:pt idx="1514">
                  <c:v>236</c:v>
                </c:pt>
                <c:pt idx="1515">
                  <c:v>235</c:v>
                </c:pt>
                <c:pt idx="1516">
                  <c:v>226</c:v>
                </c:pt>
                <c:pt idx="1517">
                  <c:v>229</c:v>
                </c:pt>
                <c:pt idx="1518">
                  <c:v>227</c:v>
                </c:pt>
                <c:pt idx="1519">
                  <c:v>221</c:v>
                </c:pt>
                <c:pt idx="1520">
                  <c:v>218</c:v>
                </c:pt>
                <c:pt idx="1521">
                  <c:v>211</c:v>
                </c:pt>
                <c:pt idx="1522">
                  <c:v>205</c:v>
                </c:pt>
                <c:pt idx="1523">
                  <c:v>201</c:v>
                </c:pt>
                <c:pt idx="1524">
                  <c:v>196</c:v>
                </c:pt>
                <c:pt idx="1525">
                  <c:v>189</c:v>
                </c:pt>
                <c:pt idx="1526">
                  <c:v>179</c:v>
                </c:pt>
                <c:pt idx="1527">
                  <c:v>176</c:v>
                </c:pt>
                <c:pt idx="1528">
                  <c:v>175</c:v>
                </c:pt>
                <c:pt idx="1529">
                  <c:v>175</c:v>
                </c:pt>
                <c:pt idx="1530">
                  <c:v>169</c:v>
                </c:pt>
                <c:pt idx="1531">
                  <c:v>159</c:v>
                </c:pt>
                <c:pt idx="1532">
                  <c:v>157</c:v>
                </c:pt>
                <c:pt idx="1533">
                  <c:v>154</c:v>
                </c:pt>
                <c:pt idx="1534">
                  <c:v>151</c:v>
                </c:pt>
                <c:pt idx="1535">
                  <c:v>145</c:v>
                </c:pt>
                <c:pt idx="1536">
                  <c:v>131</c:v>
                </c:pt>
                <c:pt idx="1537">
                  <c:v>125</c:v>
                </c:pt>
                <c:pt idx="1538">
                  <c:v>123</c:v>
                </c:pt>
                <c:pt idx="1539">
                  <c:v>108</c:v>
                </c:pt>
                <c:pt idx="1540">
                  <c:v>107</c:v>
                </c:pt>
                <c:pt idx="1541">
                  <c:v>105</c:v>
                </c:pt>
                <c:pt idx="1542">
                  <c:v>101</c:v>
                </c:pt>
                <c:pt idx="1543">
                  <c:v>66</c:v>
                </c:pt>
                <c:pt idx="1544">
                  <c:v>105</c:v>
                </c:pt>
                <c:pt idx="1545">
                  <c:v>174</c:v>
                </c:pt>
                <c:pt idx="1546">
                  <c:v>195</c:v>
                </c:pt>
                <c:pt idx="1547">
                  <c:v>195</c:v>
                </c:pt>
                <c:pt idx="1548">
                  <c:v>192</c:v>
                </c:pt>
                <c:pt idx="1549">
                  <c:v>189</c:v>
                </c:pt>
                <c:pt idx="1550">
                  <c:v>185</c:v>
                </c:pt>
                <c:pt idx="1551">
                  <c:v>182</c:v>
                </c:pt>
                <c:pt idx="1552">
                  <c:v>180</c:v>
                </c:pt>
                <c:pt idx="1553">
                  <c:v>173</c:v>
                </c:pt>
                <c:pt idx="1554">
                  <c:v>174</c:v>
                </c:pt>
                <c:pt idx="1555">
                  <c:v>162</c:v>
                </c:pt>
                <c:pt idx="1556">
                  <c:v>160</c:v>
                </c:pt>
                <c:pt idx="1557">
                  <c:v>153</c:v>
                </c:pt>
                <c:pt idx="1558">
                  <c:v>147</c:v>
                </c:pt>
                <c:pt idx="1559">
                  <c:v>146</c:v>
                </c:pt>
                <c:pt idx="1560">
                  <c:v>142</c:v>
                </c:pt>
                <c:pt idx="1561">
                  <c:v>138</c:v>
                </c:pt>
                <c:pt idx="1562">
                  <c:v>129</c:v>
                </c:pt>
                <c:pt idx="1563">
                  <c:v>124</c:v>
                </c:pt>
                <c:pt idx="1564">
                  <c:v>123</c:v>
                </c:pt>
                <c:pt idx="1565">
                  <c:v>124</c:v>
                </c:pt>
                <c:pt idx="1566">
                  <c:v>121</c:v>
                </c:pt>
                <c:pt idx="1567">
                  <c:v>110</c:v>
                </c:pt>
                <c:pt idx="1568">
                  <c:v>109</c:v>
                </c:pt>
                <c:pt idx="1569">
                  <c:v>108</c:v>
                </c:pt>
                <c:pt idx="1570">
                  <c:v>107</c:v>
                </c:pt>
                <c:pt idx="1571">
                  <c:v>93</c:v>
                </c:pt>
                <c:pt idx="1572">
                  <c:v>87</c:v>
                </c:pt>
                <c:pt idx="1573">
                  <c:v>76</c:v>
                </c:pt>
                <c:pt idx="1574">
                  <c:v>69</c:v>
                </c:pt>
              </c:numCache>
            </c:numRef>
          </c:xVal>
          <c:yVal>
            <c:numRef>
              <c:f>'[Rig HP Calculation.xlsx]WJR1-2 HP'!$D$3:$D$1577</c:f>
              <c:numCache>
                <c:formatCode>_-* #,##0_-;\-* #,##0_-;_-* "-"??_-;_-@_-</c:formatCode>
                <c:ptCount val="1575"/>
                <c:pt idx="0">
                  <c:v>9.7536000000000005</c:v>
                </c:pt>
                <c:pt idx="1">
                  <c:v>23.4696</c:v>
                </c:pt>
                <c:pt idx="2">
                  <c:v>44.805599999999998</c:v>
                </c:pt>
                <c:pt idx="3">
                  <c:v>49.072800000000001</c:v>
                </c:pt>
                <c:pt idx="4">
                  <c:v>39.319200000000002</c:v>
                </c:pt>
                <c:pt idx="5">
                  <c:v>65.227199999999996</c:v>
                </c:pt>
                <c:pt idx="6">
                  <c:v>77.114400000000003</c:v>
                </c:pt>
                <c:pt idx="7">
                  <c:v>90.830399999999997</c:v>
                </c:pt>
                <c:pt idx="8">
                  <c:v>82.905600000000007</c:v>
                </c:pt>
                <c:pt idx="9">
                  <c:v>72.847200000000001</c:v>
                </c:pt>
                <c:pt idx="10">
                  <c:v>87.172799999999995</c:v>
                </c:pt>
                <c:pt idx="11">
                  <c:v>69.799199999999999</c:v>
                </c:pt>
                <c:pt idx="12">
                  <c:v>46.634399999999999</c:v>
                </c:pt>
                <c:pt idx="13">
                  <c:v>11.5824</c:v>
                </c:pt>
                <c:pt idx="14">
                  <c:v>11.2776</c:v>
                </c:pt>
                <c:pt idx="15">
                  <c:v>2.1335999999999999</c:v>
                </c:pt>
                <c:pt idx="16">
                  <c:v>2.4384000000000001</c:v>
                </c:pt>
                <c:pt idx="17">
                  <c:v>52.425600000000003</c:v>
                </c:pt>
                <c:pt idx="18">
                  <c:v>70.7136</c:v>
                </c:pt>
                <c:pt idx="19">
                  <c:v>76.809600000000003</c:v>
                </c:pt>
                <c:pt idx="20">
                  <c:v>46.024799999999999</c:v>
                </c:pt>
                <c:pt idx="21">
                  <c:v>95.7072</c:v>
                </c:pt>
                <c:pt idx="22">
                  <c:v>113.6904</c:v>
                </c:pt>
                <c:pt idx="23">
                  <c:v>103.93680000000001</c:v>
                </c:pt>
                <c:pt idx="24">
                  <c:v>85.039199999999994</c:v>
                </c:pt>
                <c:pt idx="25">
                  <c:v>106.07040000000001</c:v>
                </c:pt>
                <c:pt idx="26">
                  <c:v>95.7072</c:v>
                </c:pt>
                <c:pt idx="27">
                  <c:v>114.3</c:v>
                </c:pt>
                <c:pt idx="28">
                  <c:v>102.4128</c:v>
                </c:pt>
                <c:pt idx="29">
                  <c:v>114.6048</c:v>
                </c:pt>
                <c:pt idx="30">
                  <c:v>112.1664</c:v>
                </c:pt>
                <c:pt idx="31">
                  <c:v>113.0808</c:v>
                </c:pt>
                <c:pt idx="32">
                  <c:v>136.5504</c:v>
                </c:pt>
                <c:pt idx="33">
                  <c:v>139.5984</c:v>
                </c:pt>
                <c:pt idx="34">
                  <c:v>122.5296</c:v>
                </c:pt>
                <c:pt idx="35">
                  <c:v>113.3856</c:v>
                </c:pt>
                <c:pt idx="36">
                  <c:v>142.3416</c:v>
                </c:pt>
                <c:pt idx="37">
                  <c:v>160.62960000000001</c:v>
                </c:pt>
                <c:pt idx="38">
                  <c:v>144.1704</c:v>
                </c:pt>
                <c:pt idx="39">
                  <c:v>155.14320000000001</c:v>
                </c:pt>
                <c:pt idx="40">
                  <c:v>169.77359999999999</c:v>
                </c:pt>
                <c:pt idx="41">
                  <c:v>180.74639999999999</c:v>
                </c:pt>
                <c:pt idx="42">
                  <c:v>186.5376</c:v>
                </c:pt>
                <c:pt idx="43">
                  <c:v>168.85919999999999</c:v>
                </c:pt>
                <c:pt idx="44">
                  <c:v>181.05119999999999</c:v>
                </c:pt>
                <c:pt idx="45">
                  <c:v>157.88640000000001</c:v>
                </c:pt>
                <c:pt idx="46">
                  <c:v>110.9472</c:v>
                </c:pt>
                <c:pt idx="47">
                  <c:v>82.296000000000006</c:v>
                </c:pt>
                <c:pt idx="48">
                  <c:v>45.110399999999998</c:v>
                </c:pt>
                <c:pt idx="49">
                  <c:v>4.8768000000000002</c:v>
                </c:pt>
                <c:pt idx="50">
                  <c:v>28.041599999999999</c:v>
                </c:pt>
                <c:pt idx="51">
                  <c:v>42.062399999999997</c:v>
                </c:pt>
                <c:pt idx="52">
                  <c:v>77.419200000000004</c:v>
                </c:pt>
                <c:pt idx="53">
                  <c:v>57.607199999999999</c:v>
                </c:pt>
                <c:pt idx="54">
                  <c:v>70.7136</c:v>
                </c:pt>
                <c:pt idx="55">
                  <c:v>54.254399999999997</c:v>
                </c:pt>
                <c:pt idx="56">
                  <c:v>28.651199999999999</c:v>
                </c:pt>
                <c:pt idx="57">
                  <c:v>20.116800000000001</c:v>
                </c:pt>
                <c:pt idx="58">
                  <c:v>164.28720000000001</c:v>
                </c:pt>
                <c:pt idx="59">
                  <c:v>163.67760000000001</c:v>
                </c:pt>
                <c:pt idx="60">
                  <c:v>159.10560000000001</c:v>
                </c:pt>
                <c:pt idx="61">
                  <c:v>137.4648</c:v>
                </c:pt>
                <c:pt idx="62">
                  <c:v>73.761600000000001</c:v>
                </c:pt>
                <c:pt idx="63">
                  <c:v>47.5488</c:v>
                </c:pt>
                <c:pt idx="64">
                  <c:v>34.137599999999999</c:v>
                </c:pt>
                <c:pt idx="65">
                  <c:v>85.039199999999994</c:v>
                </c:pt>
                <c:pt idx="66">
                  <c:v>110.64239999999999</c:v>
                </c:pt>
                <c:pt idx="67">
                  <c:v>158.19120000000001</c:v>
                </c:pt>
                <c:pt idx="68">
                  <c:v>113.3856</c:v>
                </c:pt>
                <c:pt idx="69">
                  <c:v>102.4128</c:v>
                </c:pt>
                <c:pt idx="70">
                  <c:v>108.81359999999999</c:v>
                </c:pt>
                <c:pt idx="71">
                  <c:v>93.268799999999999</c:v>
                </c:pt>
                <c:pt idx="72">
                  <c:v>104.85120000000001</c:v>
                </c:pt>
                <c:pt idx="73">
                  <c:v>101.1936</c:v>
                </c:pt>
                <c:pt idx="74">
                  <c:v>102.7176</c:v>
                </c:pt>
                <c:pt idx="75">
                  <c:v>103.3272</c:v>
                </c:pt>
                <c:pt idx="76">
                  <c:v>103.93680000000001</c:v>
                </c:pt>
                <c:pt idx="77">
                  <c:v>101.4984</c:v>
                </c:pt>
                <c:pt idx="78">
                  <c:v>108.20399999999999</c:v>
                </c:pt>
                <c:pt idx="79">
                  <c:v>92.659199999999998</c:v>
                </c:pt>
                <c:pt idx="80">
                  <c:v>166.42080000000001</c:v>
                </c:pt>
                <c:pt idx="81">
                  <c:v>109.72799999999999</c:v>
                </c:pt>
                <c:pt idx="82">
                  <c:v>85.648799999999994</c:v>
                </c:pt>
                <c:pt idx="83">
                  <c:v>15.24</c:v>
                </c:pt>
                <c:pt idx="84">
                  <c:v>77.114400000000003</c:v>
                </c:pt>
                <c:pt idx="85">
                  <c:v>71.0184</c:v>
                </c:pt>
                <c:pt idx="86">
                  <c:v>77.114400000000003</c:v>
                </c:pt>
                <c:pt idx="87">
                  <c:v>78.638400000000004</c:v>
                </c:pt>
                <c:pt idx="88">
                  <c:v>61.874400000000001</c:v>
                </c:pt>
                <c:pt idx="89">
                  <c:v>43.891199999999998</c:v>
                </c:pt>
                <c:pt idx="90">
                  <c:v>10.972799999999999</c:v>
                </c:pt>
                <c:pt idx="91">
                  <c:v>30.784800000000001</c:v>
                </c:pt>
                <c:pt idx="92">
                  <c:v>22.250399999999999</c:v>
                </c:pt>
                <c:pt idx="93">
                  <c:v>40.233600000000003</c:v>
                </c:pt>
                <c:pt idx="94">
                  <c:v>38.1</c:v>
                </c:pt>
                <c:pt idx="95">
                  <c:v>4.2671999999999999</c:v>
                </c:pt>
                <c:pt idx="96">
                  <c:v>41.757599999999996</c:v>
                </c:pt>
                <c:pt idx="97">
                  <c:v>41.757599999999996</c:v>
                </c:pt>
                <c:pt idx="98">
                  <c:v>41.757599999999996</c:v>
                </c:pt>
                <c:pt idx="99">
                  <c:v>41.757599999999996</c:v>
                </c:pt>
                <c:pt idx="100">
                  <c:v>32.918399999999998</c:v>
                </c:pt>
                <c:pt idx="101">
                  <c:v>26.822399999999998</c:v>
                </c:pt>
                <c:pt idx="102">
                  <c:v>27.736799999999999</c:v>
                </c:pt>
                <c:pt idx="103">
                  <c:v>15.849600000000001</c:v>
                </c:pt>
                <c:pt idx="104">
                  <c:v>9.4488000000000003</c:v>
                </c:pt>
                <c:pt idx="105">
                  <c:v>25.298400000000001</c:v>
                </c:pt>
                <c:pt idx="106">
                  <c:v>33.832799999999999</c:v>
                </c:pt>
                <c:pt idx="107">
                  <c:v>37.490400000000001</c:v>
                </c:pt>
                <c:pt idx="108">
                  <c:v>21.335999999999999</c:v>
                </c:pt>
                <c:pt idx="109">
                  <c:v>35.052</c:v>
                </c:pt>
                <c:pt idx="110">
                  <c:v>19.202400000000001</c:v>
                </c:pt>
                <c:pt idx="111">
                  <c:v>55.778399999999998</c:v>
                </c:pt>
                <c:pt idx="112">
                  <c:v>40.538400000000003</c:v>
                </c:pt>
                <c:pt idx="113">
                  <c:v>57.302399999999999</c:v>
                </c:pt>
                <c:pt idx="114">
                  <c:v>42.062399999999997</c:v>
                </c:pt>
                <c:pt idx="115">
                  <c:v>53.644799999999996</c:v>
                </c:pt>
                <c:pt idx="116">
                  <c:v>57.607199999999999</c:v>
                </c:pt>
                <c:pt idx="117">
                  <c:v>80.162400000000005</c:v>
                </c:pt>
                <c:pt idx="118">
                  <c:v>64.922399999999996</c:v>
                </c:pt>
                <c:pt idx="119">
                  <c:v>85.039199999999994</c:v>
                </c:pt>
                <c:pt idx="120">
                  <c:v>68.884799999999998</c:v>
                </c:pt>
                <c:pt idx="121">
                  <c:v>77.114400000000003</c:v>
                </c:pt>
                <c:pt idx="122">
                  <c:v>61.264800000000001</c:v>
                </c:pt>
                <c:pt idx="123">
                  <c:v>72.847200000000001</c:v>
                </c:pt>
                <c:pt idx="124">
                  <c:v>75.895200000000003</c:v>
                </c:pt>
                <c:pt idx="125">
                  <c:v>75.895200000000003</c:v>
                </c:pt>
                <c:pt idx="126">
                  <c:v>85.039199999999994</c:v>
                </c:pt>
                <c:pt idx="127">
                  <c:v>65.836799999999997</c:v>
                </c:pt>
                <c:pt idx="128">
                  <c:v>22.555199999999999</c:v>
                </c:pt>
                <c:pt idx="129">
                  <c:v>3.9624000000000001</c:v>
                </c:pt>
                <c:pt idx="130">
                  <c:v>83.515199999999993</c:v>
                </c:pt>
                <c:pt idx="131">
                  <c:v>89.306399999999996</c:v>
                </c:pt>
                <c:pt idx="132">
                  <c:v>70.103999999999999</c:v>
                </c:pt>
                <c:pt idx="133">
                  <c:v>121.92</c:v>
                </c:pt>
                <c:pt idx="134">
                  <c:v>103.0224</c:v>
                </c:pt>
                <c:pt idx="135">
                  <c:v>108.50879999999999</c:v>
                </c:pt>
                <c:pt idx="136">
                  <c:v>86.563199999999995</c:v>
                </c:pt>
                <c:pt idx="137">
                  <c:v>137.16</c:v>
                </c:pt>
                <c:pt idx="138">
                  <c:v>134.7216</c:v>
                </c:pt>
                <c:pt idx="139">
                  <c:v>160.02000000000001</c:v>
                </c:pt>
                <c:pt idx="140">
                  <c:v>168.55439999999999</c:v>
                </c:pt>
                <c:pt idx="141">
                  <c:v>170.07839999999999</c:v>
                </c:pt>
                <c:pt idx="142">
                  <c:v>149.6568</c:v>
                </c:pt>
                <c:pt idx="143">
                  <c:v>176.47919999999999</c:v>
                </c:pt>
                <c:pt idx="144">
                  <c:v>156.97200000000001</c:v>
                </c:pt>
                <c:pt idx="145">
                  <c:v>185.0136</c:v>
                </c:pt>
                <c:pt idx="146">
                  <c:v>170.99279999999999</c:v>
                </c:pt>
                <c:pt idx="147">
                  <c:v>171.90719999999999</c:v>
                </c:pt>
                <c:pt idx="148">
                  <c:v>174.34559999999999</c:v>
                </c:pt>
                <c:pt idx="149">
                  <c:v>184.7088</c:v>
                </c:pt>
                <c:pt idx="150">
                  <c:v>168.85919999999999</c:v>
                </c:pt>
                <c:pt idx="151">
                  <c:v>185.0136</c:v>
                </c:pt>
                <c:pt idx="152">
                  <c:v>167.94479999999999</c:v>
                </c:pt>
                <c:pt idx="153">
                  <c:v>181.35599999999999</c:v>
                </c:pt>
                <c:pt idx="154">
                  <c:v>164.89680000000001</c:v>
                </c:pt>
                <c:pt idx="155">
                  <c:v>147.5232</c:v>
                </c:pt>
                <c:pt idx="156">
                  <c:v>123.444</c:v>
                </c:pt>
                <c:pt idx="157">
                  <c:v>119.1768</c:v>
                </c:pt>
                <c:pt idx="158">
                  <c:v>92.963999999999999</c:v>
                </c:pt>
                <c:pt idx="159">
                  <c:v>84.429599999999994</c:v>
                </c:pt>
                <c:pt idx="160">
                  <c:v>82.905600000000007</c:v>
                </c:pt>
                <c:pt idx="161">
                  <c:v>92.659199999999998</c:v>
                </c:pt>
                <c:pt idx="162">
                  <c:v>177.69839999999999</c:v>
                </c:pt>
                <c:pt idx="163">
                  <c:v>180.44159999999999</c:v>
                </c:pt>
                <c:pt idx="164">
                  <c:v>182.5752</c:v>
                </c:pt>
                <c:pt idx="165">
                  <c:v>185.0136</c:v>
                </c:pt>
                <c:pt idx="166">
                  <c:v>166.42080000000001</c:v>
                </c:pt>
                <c:pt idx="167">
                  <c:v>169.77359999999999</c:v>
                </c:pt>
                <c:pt idx="168">
                  <c:v>162.15360000000001</c:v>
                </c:pt>
                <c:pt idx="169">
                  <c:v>132.89279999999999</c:v>
                </c:pt>
                <c:pt idx="170">
                  <c:v>116.7384</c:v>
                </c:pt>
                <c:pt idx="171">
                  <c:v>89.915999999999997</c:v>
                </c:pt>
                <c:pt idx="172">
                  <c:v>51.816000000000003</c:v>
                </c:pt>
                <c:pt idx="173">
                  <c:v>25.908000000000001</c:v>
                </c:pt>
                <c:pt idx="174">
                  <c:v>10.363200000000001</c:v>
                </c:pt>
                <c:pt idx="175">
                  <c:v>100.2792</c:v>
                </c:pt>
                <c:pt idx="176">
                  <c:v>99.974400000000003</c:v>
                </c:pt>
                <c:pt idx="177">
                  <c:v>100.2792</c:v>
                </c:pt>
                <c:pt idx="178">
                  <c:v>106.37520000000001</c:v>
                </c:pt>
                <c:pt idx="179">
                  <c:v>106.98480000000001</c:v>
                </c:pt>
                <c:pt idx="180">
                  <c:v>107.59439999999999</c:v>
                </c:pt>
                <c:pt idx="181">
                  <c:v>108.20399999999999</c:v>
                </c:pt>
                <c:pt idx="182">
                  <c:v>108.20399999999999</c:v>
                </c:pt>
                <c:pt idx="183">
                  <c:v>108.20399999999999</c:v>
                </c:pt>
                <c:pt idx="184">
                  <c:v>108.81359999999999</c:v>
                </c:pt>
                <c:pt idx="185">
                  <c:v>108.81359999999999</c:v>
                </c:pt>
                <c:pt idx="186">
                  <c:v>108.81359999999999</c:v>
                </c:pt>
                <c:pt idx="187">
                  <c:v>108.50879999999999</c:v>
                </c:pt>
                <c:pt idx="188">
                  <c:v>108.50879999999999</c:v>
                </c:pt>
                <c:pt idx="189">
                  <c:v>108.81359999999999</c:v>
                </c:pt>
                <c:pt idx="190">
                  <c:v>92.354399999999998</c:v>
                </c:pt>
                <c:pt idx="191">
                  <c:v>60.96</c:v>
                </c:pt>
                <c:pt idx="192">
                  <c:v>42.367199999999997</c:v>
                </c:pt>
                <c:pt idx="193">
                  <c:v>7.0103999999999997</c:v>
                </c:pt>
                <c:pt idx="194">
                  <c:v>109.11839999999999</c:v>
                </c:pt>
                <c:pt idx="195">
                  <c:v>109.11839999999999</c:v>
                </c:pt>
                <c:pt idx="196">
                  <c:v>96.926400000000001</c:v>
                </c:pt>
                <c:pt idx="197">
                  <c:v>97.231200000000001</c:v>
                </c:pt>
                <c:pt idx="198">
                  <c:v>96.926400000000001</c:v>
                </c:pt>
                <c:pt idx="199">
                  <c:v>22.250399999999999</c:v>
                </c:pt>
                <c:pt idx="200">
                  <c:v>106.68</c:v>
                </c:pt>
                <c:pt idx="201">
                  <c:v>52.120800000000003</c:v>
                </c:pt>
                <c:pt idx="202">
                  <c:v>61.569600000000001</c:v>
                </c:pt>
                <c:pt idx="203">
                  <c:v>14.3256</c:v>
                </c:pt>
                <c:pt idx="204">
                  <c:v>106.98480000000001</c:v>
                </c:pt>
                <c:pt idx="205">
                  <c:v>106.98480000000001</c:v>
                </c:pt>
                <c:pt idx="206">
                  <c:v>106.98480000000001</c:v>
                </c:pt>
                <c:pt idx="207">
                  <c:v>102.108</c:v>
                </c:pt>
                <c:pt idx="208">
                  <c:v>103.0224</c:v>
                </c:pt>
                <c:pt idx="209">
                  <c:v>104.85120000000001</c:v>
                </c:pt>
                <c:pt idx="210">
                  <c:v>109.42319999999999</c:v>
                </c:pt>
                <c:pt idx="211">
                  <c:v>108.81359999999999</c:v>
                </c:pt>
                <c:pt idx="212">
                  <c:v>107.59439999999999</c:v>
                </c:pt>
                <c:pt idx="213">
                  <c:v>99.669600000000003</c:v>
                </c:pt>
                <c:pt idx="214">
                  <c:v>110.03279999999999</c:v>
                </c:pt>
                <c:pt idx="215">
                  <c:v>107.28959999999999</c:v>
                </c:pt>
                <c:pt idx="216">
                  <c:v>109.11839999999999</c:v>
                </c:pt>
                <c:pt idx="217">
                  <c:v>111.8616</c:v>
                </c:pt>
                <c:pt idx="218">
                  <c:v>103.3272</c:v>
                </c:pt>
                <c:pt idx="219">
                  <c:v>109.11839999999999</c:v>
                </c:pt>
                <c:pt idx="220">
                  <c:v>100.2792</c:v>
                </c:pt>
                <c:pt idx="221">
                  <c:v>74.676000000000002</c:v>
                </c:pt>
                <c:pt idx="222">
                  <c:v>37.185600000000001</c:v>
                </c:pt>
                <c:pt idx="223">
                  <c:v>17.9832</c:v>
                </c:pt>
                <c:pt idx="224">
                  <c:v>12.801600000000001</c:v>
                </c:pt>
                <c:pt idx="225">
                  <c:v>105.76560000000001</c:v>
                </c:pt>
                <c:pt idx="226">
                  <c:v>88.696799999999996</c:v>
                </c:pt>
                <c:pt idx="227">
                  <c:v>51.816000000000003</c:v>
                </c:pt>
                <c:pt idx="228">
                  <c:v>19.202400000000001</c:v>
                </c:pt>
                <c:pt idx="229">
                  <c:v>95.4024</c:v>
                </c:pt>
                <c:pt idx="230">
                  <c:v>83.515199999999993</c:v>
                </c:pt>
                <c:pt idx="231">
                  <c:v>92.963999999999999</c:v>
                </c:pt>
                <c:pt idx="232">
                  <c:v>81.076800000000006</c:v>
                </c:pt>
                <c:pt idx="233">
                  <c:v>98.145600000000002</c:v>
                </c:pt>
                <c:pt idx="234">
                  <c:v>98.145600000000002</c:v>
                </c:pt>
                <c:pt idx="235">
                  <c:v>102.4128</c:v>
                </c:pt>
                <c:pt idx="236">
                  <c:v>103.93680000000001</c:v>
                </c:pt>
                <c:pt idx="237">
                  <c:v>102.108</c:v>
                </c:pt>
                <c:pt idx="238">
                  <c:v>103.0224</c:v>
                </c:pt>
                <c:pt idx="239">
                  <c:v>108.81359999999999</c:v>
                </c:pt>
                <c:pt idx="240">
                  <c:v>119.4816</c:v>
                </c:pt>
                <c:pt idx="241">
                  <c:v>111.5568</c:v>
                </c:pt>
                <c:pt idx="242">
                  <c:v>98.755200000000002</c:v>
                </c:pt>
                <c:pt idx="243">
                  <c:v>116.1288</c:v>
                </c:pt>
                <c:pt idx="244">
                  <c:v>103.93680000000001</c:v>
                </c:pt>
                <c:pt idx="245">
                  <c:v>141.4272</c:v>
                </c:pt>
                <c:pt idx="246">
                  <c:v>128.93039999999999</c:v>
                </c:pt>
                <c:pt idx="247">
                  <c:v>138.9888</c:v>
                </c:pt>
                <c:pt idx="248">
                  <c:v>126.1872</c:v>
                </c:pt>
                <c:pt idx="249">
                  <c:v>132.89279999999999</c:v>
                </c:pt>
                <c:pt idx="250">
                  <c:v>122.2248</c:v>
                </c:pt>
                <c:pt idx="251">
                  <c:v>103.63200000000001</c:v>
                </c:pt>
                <c:pt idx="252">
                  <c:v>75.895200000000003</c:v>
                </c:pt>
                <c:pt idx="253">
                  <c:v>60.655200000000001</c:v>
                </c:pt>
                <c:pt idx="254">
                  <c:v>128.32079999999999</c:v>
                </c:pt>
                <c:pt idx="255">
                  <c:v>25.603200000000001</c:v>
                </c:pt>
                <c:pt idx="256">
                  <c:v>3.048</c:v>
                </c:pt>
                <c:pt idx="257">
                  <c:v>13.411199999999999</c:v>
                </c:pt>
                <c:pt idx="258">
                  <c:v>42.062399999999997</c:v>
                </c:pt>
                <c:pt idx="259">
                  <c:v>77.114400000000003</c:v>
                </c:pt>
                <c:pt idx="260">
                  <c:v>116.1288</c:v>
                </c:pt>
                <c:pt idx="261">
                  <c:v>103.63200000000001</c:v>
                </c:pt>
                <c:pt idx="262">
                  <c:v>142.6464</c:v>
                </c:pt>
                <c:pt idx="263">
                  <c:v>129.84479999999999</c:v>
                </c:pt>
                <c:pt idx="264">
                  <c:v>140.208</c:v>
                </c:pt>
                <c:pt idx="265">
                  <c:v>127.1016</c:v>
                </c:pt>
                <c:pt idx="266">
                  <c:v>139.5984</c:v>
                </c:pt>
                <c:pt idx="267">
                  <c:v>134.7216</c:v>
                </c:pt>
                <c:pt idx="268">
                  <c:v>138.684</c:v>
                </c:pt>
                <c:pt idx="269">
                  <c:v>142.3416</c:v>
                </c:pt>
                <c:pt idx="270">
                  <c:v>150.5712</c:v>
                </c:pt>
                <c:pt idx="271">
                  <c:v>138.3792</c:v>
                </c:pt>
                <c:pt idx="272">
                  <c:v>124.968</c:v>
                </c:pt>
                <c:pt idx="273">
                  <c:v>149.6568</c:v>
                </c:pt>
                <c:pt idx="274">
                  <c:v>138.684</c:v>
                </c:pt>
                <c:pt idx="275">
                  <c:v>125.2728</c:v>
                </c:pt>
                <c:pt idx="276">
                  <c:v>123.1392</c:v>
                </c:pt>
                <c:pt idx="277">
                  <c:v>161.54400000000001</c:v>
                </c:pt>
                <c:pt idx="278">
                  <c:v>173.12639999999999</c:v>
                </c:pt>
                <c:pt idx="279">
                  <c:v>163.06800000000001</c:v>
                </c:pt>
                <c:pt idx="280">
                  <c:v>177.39359999999999</c:v>
                </c:pt>
                <c:pt idx="281">
                  <c:v>167.03039999999999</c:v>
                </c:pt>
                <c:pt idx="282">
                  <c:v>186.5376</c:v>
                </c:pt>
                <c:pt idx="283">
                  <c:v>176.78399999999999</c:v>
                </c:pt>
                <c:pt idx="284">
                  <c:v>166.42080000000001</c:v>
                </c:pt>
                <c:pt idx="285">
                  <c:v>180.13679999999999</c:v>
                </c:pt>
                <c:pt idx="286">
                  <c:v>145.0848</c:v>
                </c:pt>
                <c:pt idx="287">
                  <c:v>110.64239999999999</c:v>
                </c:pt>
                <c:pt idx="288">
                  <c:v>87.477599999999995</c:v>
                </c:pt>
                <c:pt idx="289">
                  <c:v>47.8536</c:v>
                </c:pt>
                <c:pt idx="290">
                  <c:v>21.945599999999999</c:v>
                </c:pt>
                <c:pt idx="291">
                  <c:v>7.3151999999999999</c:v>
                </c:pt>
                <c:pt idx="292">
                  <c:v>199.94880000000001</c:v>
                </c:pt>
                <c:pt idx="293">
                  <c:v>188.6712</c:v>
                </c:pt>
                <c:pt idx="294">
                  <c:v>234.0864</c:v>
                </c:pt>
                <c:pt idx="295">
                  <c:v>223.41839999999999</c:v>
                </c:pt>
                <c:pt idx="296">
                  <c:v>211.83600000000001</c:v>
                </c:pt>
                <c:pt idx="297">
                  <c:v>230.7336</c:v>
                </c:pt>
                <c:pt idx="298">
                  <c:v>260.29919999999998</c:v>
                </c:pt>
                <c:pt idx="299">
                  <c:v>249.02160000000001</c:v>
                </c:pt>
                <c:pt idx="300">
                  <c:v>237.1344</c:v>
                </c:pt>
                <c:pt idx="301">
                  <c:v>261.21359999999999</c:v>
                </c:pt>
                <c:pt idx="302">
                  <c:v>278.2824</c:v>
                </c:pt>
                <c:pt idx="303">
                  <c:v>289.56</c:v>
                </c:pt>
                <c:pt idx="304">
                  <c:v>317.90640000000002</c:v>
                </c:pt>
                <c:pt idx="305">
                  <c:v>303.58080000000001</c:v>
                </c:pt>
                <c:pt idx="306">
                  <c:v>310.59120000000001</c:v>
                </c:pt>
                <c:pt idx="307">
                  <c:v>295.35120000000001</c:v>
                </c:pt>
                <c:pt idx="308">
                  <c:v>315.16320000000002</c:v>
                </c:pt>
                <c:pt idx="309">
                  <c:v>300.83760000000001</c:v>
                </c:pt>
                <c:pt idx="310">
                  <c:v>346.55759999999998</c:v>
                </c:pt>
                <c:pt idx="311">
                  <c:v>332.23200000000003</c:v>
                </c:pt>
                <c:pt idx="312">
                  <c:v>343.81439999999998</c:v>
                </c:pt>
                <c:pt idx="313">
                  <c:v>329.18400000000003</c:v>
                </c:pt>
                <c:pt idx="314">
                  <c:v>348.69119999999998</c:v>
                </c:pt>
                <c:pt idx="315">
                  <c:v>334.67039999999997</c:v>
                </c:pt>
                <c:pt idx="316">
                  <c:v>362.10239999999999</c:v>
                </c:pt>
                <c:pt idx="317">
                  <c:v>367.89359999999999</c:v>
                </c:pt>
                <c:pt idx="318">
                  <c:v>378.8664</c:v>
                </c:pt>
                <c:pt idx="319">
                  <c:v>390.14400000000001</c:v>
                </c:pt>
                <c:pt idx="320">
                  <c:v>389.2296</c:v>
                </c:pt>
                <c:pt idx="321">
                  <c:v>385.2672</c:v>
                </c:pt>
                <c:pt idx="322">
                  <c:v>384.3528</c:v>
                </c:pt>
                <c:pt idx="323">
                  <c:v>386.4864</c:v>
                </c:pt>
                <c:pt idx="324">
                  <c:v>378.8664</c:v>
                </c:pt>
                <c:pt idx="325">
                  <c:v>357.83519999999999</c:v>
                </c:pt>
                <c:pt idx="326">
                  <c:v>343.50959999999998</c:v>
                </c:pt>
                <c:pt idx="327">
                  <c:v>324.00240000000002</c:v>
                </c:pt>
                <c:pt idx="328">
                  <c:v>305.10480000000001</c:v>
                </c:pt>
                <c:pt idx="329">
                  <c:v>302.36160000000001</c:v>
                </c:pt>
                <c:pt idx="330">
                  <c:v>312.11520000000002</c:v>
                </c:pt>
                <c:pt idx="331">
                  <c:v>300.22800000000001</c:v>
                </c:pt>
                <c:pt idx="332">
                  <c:v>288.036</c:v>
                </c:pt>
                <c:pt idx="333">
                  <c:v>276.14879999999999</c:v>
                </c:pt>
                <c:pt idx="334">
                  <c:v>259.68959999999998</c:v>
                </c:pt>
                <c:pt idx="335">
                  <c:v>227.07599999999999</c:v>
                </c:pt>
                <c:pt idx="336">
                  <c:v>196.9008</c:v>
                </c:pt>
                <c:pt idx="337">
                  <c:v>199.64400000000001</c:v>
                </c:pt>
                <c:pt idx="338">
                  <c:v>197.5104</c:v>
                </c:pt>
                <c:pt idx="339">
                  <c:v>198.12</c:v>
                </c:pt>
                <c:pt idx="340">
                  <c:v>206.65440000000001</c:v>
                </c:pt>
                <c:pt idx="341">
                  <c:v>255.42240000000001</c:v>
                </c:pt>
                <c:pt idx="342">
                  <c:v>293.5224</c:v>
                </c:pt>
                <c:pt idx="343">
                  <c:v>334.06079999999997</c:v>
                </c:pt>
                <c:pt idx="344">
                  <c:v>381.6096</c:v>
                </c:pt>
                <c:pt idx="345">
                  <c:v>388.3152</c:v>
                </c:pt>
                <c:pt idx="346">
                  <c:v>389.83920000000001</c:v>
                </c:pt>
                <c:pt idx="347">
                  <c:v>383.4384</c:v>
                </c:pt>
                <c:pt idx="348">
                  <c:v>391.97280000000001</c:v>
                </c:pt>
                <c:pt idx="349">
                  <c:v>406.60320000000002</c:v>
                </c:pt>
                <c:pt idx="350">
                  <c:v>394.10640000000001</c:v>
                </c:pt>
                <c:pt idx="351">
                  <c:v>380.3904</c:v>
                </c:pt>
                <c:pt idx="352">
                  <c:v>399.59280000000001</c:v>
                </c:pt>
                <c:pt idx="353">
                  <c:v>386.4864</c:v>
                </c:pt>
                <c:pt idx="354">
                  <c:v>405.07920000000001</c:v>
                </c:pt>
                <c:pt idx="355">
                  <c:v>392.58240000000001</c:v>
                </c:pt>
                <c:pt idx="356">
                  <c:v>434.03519999999997</c:v>
                </c:pt>
                <c:pt idx="357">
                  <c:v>412.08960000000002</c:v>
                </c:pt>
                <c:pt idx="358">
                  <c:v>432.20639999999997</c:v>
                </c:pt>
                <c:pt idx="359">
                  <c:v>436.16879999999998</c:v>
                </c:pt>
                <c:pt idx="360">
                  <c:v>465.42959999999999</c:v>
                </c:pt>
                <c:pt idx="361">
                  <c:v>443.78879999999998</c:v>
                </c:pt>
                <c:pt idx="362">
                  <c:v>449.58</c:v>
                </c:pt>
                <c:pt idx="363">
                  <c:v>454.76159999999999</c:v>
                </c:pt>
                <c:pt idx="364">
                  <c:v>479.4504</c:v>
                </c:pt>
                <c:pt idx="365">
                  <c:v>485.54640000000001</c:v>
                </c:pt>
                <c:pt idx="366">
                  <c:v>470.6112</c:v>
                </c:pt>
                <c:pt idx="367">
                  <c:v>488.59440000000001</c:v>
                </c:pt>
                <c:pt idx="368">
                  <c:v>473.964</c:v>
                </c:pt>
                <c:pt idx="369">
                  <c:v>467.56319999999999</c:v>
                </c:pt>
                <c:pt idx="370">
                  <c:v>473.3544</c:v>
                </c:pt>
                <c:pt idx="371">
                  <c:v>486.46080000000001</c:v>
                </c:pt>
                <c:pt idx="372">
                  <c:v>469.6968</c:v>
                </c:pt>
                <c:pt idx="373">
                  <c:v>462.07679999999999</c:v>
                </c:pt>
                <c:pt idx="374">
                  <c:v>444.70319999999998</c:v>
                </c:pt>
                <c:pt idx="375">
                  <c:v>414.52800000000002</c:v>
                </c:pt>
                <c:pt idx="376">
                  <c:v>389.2296</c:v>
                </c:pt>
                <c:pt idx="377">
                  <c:v>368.80799999999999</c:v>
                </c:pt>
                <c:pt idx="378">
                  <c:v>342.29039999999998</c:v>
                </c:pt>
                <c:pt idx="379">
                  <c:v>321.86880000000002</c:v>
                </c:pt>
                <c:pt idx="380">
                  <c:v>320.34480000000002</c:v>
                </c:pt>
                <c:pt idx="381">
                  <c:v>301.44720000000001</c:v>
                </c:pt>
                <c:pt idx="382">
                  <c:v>287.7312</c:v>
                </c:pt>
                <c:pt idx="383">
                  <c:v>273.10079999999999</c:v>
                </c:pt>
                <c:pt idx="384">
                  <c:v>248.71680000000001</c:v>
                </c:pt>
                <c:pt idx="385">
                  <c:v>212.14080000000001</c:v>
                </c:pt>
                <c:pt idx="386">
                  <c:v>202.99680000000001</c:v>
                </c:pt>
                <c:pt idx="387">
                  <c:v>185.3184</c:v>
                </c:pt>
                <c:pt idx="388">
                  <c:v>169.46879999999999</c:v>
                </c:pt>
                <c:pt idx="389">
                  <c:v>137.16</c:v>
                </c:pt>
                <c:pt idx="390">
                  <c:v>96.621600000000001</c:v>
                </c:pt>
                <c:pt idx="391">
                  <c:v>75.590400000000002</c:v>
                </c:pt>
                <c:pt idx="392">
                  <c:v>43.891199999999998</c:v>
                </c:pt>
                <c:pt idx="393">
                  <c:v>7.62</c:v>
                </c:pt>
                <c:pt idx="394">
                  <c:v>3.3527999999999998</c:v>
                </c:pt>
                <c:pt idx="395">
                  <c:v>7.0103999999999997</c:v>
                </c:pt>
                <c:pt idx="396">
                  <c:v>182.5752</c:v>
                </c:pt>
                <c:pt idx="397">
                  <c:v>195.9864</c:v>
                </c:pt>
                <c:pt idx="398">
                  <c:v>181.05119999999999</c:v>
                </c:pt>
                <c:pt idx="399">
                  <c:v>224.02799999999999</c:v>
                </c:pt>
                <c:pt idx="400">
                  <c:v>210.00720000000001</c:v>
                </c:pt>
                <c:pt idx="401">
                  <c:v>237.4392</c:v>
                </c:pt>
                <c:pt idx="402">
                  <c:v>256.64159999999998</c:v>
                </c:pt>
                <c:pt idx="403">
                  <c:v>243.2304</c:v>
                </c:pt>
                <c:pt idx="404">
                  <c:v>254.20320000000001</c:v>
                </c:pt>
                <c:pt idx="405">
                  <c:v>234.0864</c:v>
                </c:pt>
                <c:pt idx="406">
                  <c:v>225.55199999999999</c:v>
                </c:pt>
                <c:pt idx="407">
                  <c:v>204.52080000000001</c:v>
                </c:pt>
                <c:pt idx="408">
                  <c:v>200.86320000000001</c:v>
                </c:pt>
                <c:pt idx="409">
                  <c:v>251.46</c:v>
                </c:pt>
                <c:pt idx="410">
                  <c:v>234.3912</c:v>
                </c:pt>
                <c:pt idx="411">
                  <c:v>257.25119999999998</c:v>
                </c:pt>
                <c:pt idx="412">
                  <c:v>247.80240000000001</c:v>
                </c:pt>
                <c:pt idx="413">
                  <c:v>285.5976</c:v>
                </c:pt>
                <c:pt idx="414">
                  <c:v>273.71039999999999</c:v>
                </c:pt>
                <c:pt idx="415">
                  <c:v>313.94400000000002</c:v>
                </c:pt>
                <c:pt idx="416">
                  <c:v>295.65600000000001</c:v>
                </c:pt>
                <c:pt idx="417">
                  <c:v>340.76639999999998</c:v>
                </c:pt>
                <c:pt idx="418">
                  <c:v>327.05040000000002</c:v>
                </c:pt>
                <c:pt idx="419">
                  <c:v>368.50319999999999</c:v>
                </c:pt>
                <c:pt idx="420">
                  <c:v>364.23599999999999</c:v>
                </c:pt>
                <c:pt idx="421">
                  <c:v>349.60559999999998</c:v>
                </c:pt>
                <c:pt idx="422">
                  <c:v>363.93119999999999</c:v>
                </c:pt>
                <c:pt idx="423">
                  <c:v>386.4864</c:v>
                </c:pt>
                <c:pt idx="424">
                  <c:v>394.71600000000001</c:v>
                </c:pt>
                <c:pt idx="425">
                  <c:v>380.6952</c:v>
                </c:pt>
                <c:pt idx="426">
                  <c:v>401.72640000000001</c:v>
                </c:pt>
                <c:pt idx="427">
                  <c:v>388.3152</c:v>
                </c:pt>
                <c:pt idx="428">
                  <c:v>431.59679999999997</c:v>
                </c:pt>
                <c:pt idx="429">
                  <c:v>431.90159999999997</c:v>
                </c:pt>
                <c:pt idx="430">
                  <c:v>414.22320000000002</c:v>
                </c:pt>
                <c:pt idx="431">
                  <c:v>450.49439999999998</c:v>
                </c:pt>
                <c:pt idx="432">
                  <c:v>436.16879999999998</c:v>
                </c:pt>
                <c:pt idx="433">
                  <c:v>462.07679999999999</c:v>
                </c:pt>
                <c:pt idx="434">
                  <c:v>483.4128</c:v>
                </c:pt>
                <c:pt idx="435">
                  <c:v>470.3064</c:v>
                </c:pt>
                <c:pt idx="436">
                  <c:v>485.24160000000001</c:v>
                </c:pt>
                <c:pt idx="437">
                  <c:v>472.1352</c:v>
                </c:pt>
                <c:pt idx="438">
                  <c:v>479.4504</c:v>
                </c:pt>
                <c:pt idx="439">
                  <c:v>465.73439999999999</c:v>
                </c:pt>
                <c:pt idx="440">
                  <c:v>477.012</c:v>
                </c:pt>
                <c:pt idx="441">
                  <c:v>462.99119999999999</c:v>
                </c:pt>
                <c:pt idx="442">
                  <c:v>480.06</c:v>
                </c:pt>
                <c:pt idx="443">
                  <c:v>466.34399999999999</c:v>
                </c:pt>
                <c:pt idx="444">
                  <c:v>482.4984</c:v>
                </c:pt>
                <c:pt idx="445">
                  <c:v>469.0872</c:v>
                </c:pt>
                <c:pt idx="446">
                  <c:v>450.18959999999998</c:v>
                </c:pt>
                <c:pt idx="447">
                  <c:v>435.55919999999998</c:v>
                </c:pt>
                <c:pt idx="448">
                  <c:v>424.89120000000003</c:v>
                </c:pt>
                <c:pt idx="449">
                  <c:v>411.17520000000002</c:v>
                </c:pt>
                <c:pt idx="450">
                  <c:v>395.32560000000001</c:v>
                </c:pt>
                <c:pt idx="451">
                  <c:v>381.3048</c:v>
                </c:pt>
                <c:pt idx="452">
                  <c:v>366.06479999999999</c:v>
                </c:pt>
                <c:pt idx="453">
                  <c:v>352.04399999999998</c:v>
                </c:pt>
                <c:pt idx="454">
                  <c:v>341.07119999999998</c:v>
                </c:pt>
                <c:pt idx="455">
                  <c:v>327.66000000000003</c:v>
                </c:pt>
                <c:pt idx="456">
                  <c:v>342.29039999999998</c:v>
                </c:pt>
                <c:pt idx="457">
                  <c:v>328.87920000000003</c:v>
                </c:pt>
                <c:pt idx="458">
                  <c:v>312.42</c:v>
                </c:pt>
                <c:pt idx="459">
                  <c:v>299.00880000000001</c:v>
                </c:pt>
                <c:pt idx="460">
                  <c:v>286.2072</c:v>
                </c:pt>
                <c:pt idx="461">
                  <c:v>272.79599999999999</c:v>
                </c:pt>
                <c:pt idx="462">
                  <c:v>261.51839999999999</c:v>
                </c:pt>
                <c:pt idx="463">
                  <c:v>279.5016</c:v>
                </c:pt>
                <c:pt idx="464">
                  <c:v>265.17599999999999</c:v>
                </c:pt>
                <c:pt idx="465">
                  <c:v>255.11760000000001</c:v>
                </c:pt>
                <c:pt idx="466">
                  <c:v>237.4392</c:v>
                </c:pt>
                <c:pt idx="467">
                  <c:v>219.76079999999999</c:v>
                </c:pt>
                <c:pt idx="468">
                  <c:v>203.60640000000001</c:v>
                </c:pt>
                <c:pt idx="469">
                  <c:v>185.6232</c:v>
                </c:pt>
                <c:pt idx="470">
                  <c:v>199.64400000000001</c:v>
                </c:pt>
                <c:pt idx="471">
                  <c:v>180.44159999999999</c:v>
                </c:pt>
                <c:pt idx="472">
                  <c:v>194.4624</c:v>
                </c:pt>
                <c:pt idx="473">
                  <c:v>165.50640000000001</c:v>
                </c:pt>
                <c:pt idx="474">
                  <c:v>151.48560000000001</c:v>
                </c:pt>
                <c:pt idx="475">
                  <c:v>132.58799999999999</c:v>
                </c:pt>
                <c:pt idx="476">
                  <c:v>488.59440000000001</c:v>
                </c:pt>
                <c:pt idx="477">
                  <c:v>473.0496</c:v>
                </c:pt>
                <c:pt idx="478">
                  <c:v>487.68</c:v>
                </c:pt>
                <c:pt idx="479">
                  <c:v>469.392</c:v>
                </c:pt>
                <c:pt idx="480">
                  <c:v>487.68</c:v>
                </c:pt>
                <c:pt idx="481">
                  <c:v>475.7928</c:v>
                </c:pt>
                <c:pt idx="482">
                  <c:v>462.68639999999999</c:v>
                </c:pt>
                <c:pt idx="483">
                  <c:v>480.3648</c:v>
                </c:pt>
                <c:pt idx="484">
                  <c:v>468.1728</c:v>
                </c:pt>
                <c:pt idx="485">
                  <c:v>477.3168</c:v>
                </c:pt>
                <c:pt idx="486">
                  <c:v>464.82</c:v>
                </c:pt>
                <c:pt idx="487">
                  <c:v>481.584</c:v>
                </c:pt>
                <c:pt idx="488">
                  <c:v>469.392</c:v>
                </c:pt>
                <c:pt idx="489">
                  <c:v>477.9264</c:v>
                </c:pt>
                <c:pt idx="490">
                  <c:v>465.42959999999999</c:v>
                </c:pt>
                <c:pt idx="491">
                  <c:v>488.59440000000001</c:v>
                </c:pt>
                <c:pt idx="492">
                  <c:v>477.012</c:v>
                </c:pt>
                <c:pt idx="493">
                  <c:v>464.51519999999999</c:v>
                </c:pt>
                <c:pt idx="494">
                  <c:v>479.4504</c:v>
                </c:pt>
                <c:pt idx="495">
                  <c:v>466.34399999999999</c:v>
                </c:pt>
                <c:pt idx="496">
                  <c:v>462.07679999999999</c:v>
                </c:pt>
                <c:pt idx="497">
                  <c:v>460.24799999999999</c:v>
                </c:pt>
                <c:pt idx="498">
                  <c:v>421.23360000000002</c:v>
                </c:pt>
                <c:pt idx="499">
                  <c:v>377.0376</c:v>
                </c:pt>
                <c:pt idx="500">
                  <c:v>363.62639999999999</c:v>
                </c:pt>
                <c:pt idx="501">
                  <c:v>344.72879999999998</c:v>
                </c:pt>
                <c:pt idx="502">
                  <c:v>309.67680000000001</c:v>
                </c:pt>
                <c:pt idx="503">
                  <c:v>270.35759999999999</c:v>
                </c:pt>
                <c:pt idx="504">
                  <c:v>227.68559999999999</c:v>
                </c:pt>
                <c:pt idx="505">
                  <c:v>194.7672</c:v>
                </c:pt>
                <c:pt idx="506">
                  <c:v>169.16399999999999</c:v>
                </c:pt>
                <c:pt idx="507">
                  <c:v>155.44800000000001</c:v>
                </c:pt>
                <c:pt idx="508">
                  <c:v>146.9136</c:v>
                </c:pt>
                <c:pt idx="509">
                  <c:v>134.11199999999999</c:v>
                </c:pt>
                <c:pt idx="510">
                  <c:v>128.93039999999999</c:v>
                </c:pt>
                <c:pt idx="511">
                  <c:v>102.7176</c:v>
                </c:pt>
                <c:pt idx="512">
                  <c:v>88.696799999999996</c:v>
                </c:pt>
                <c:pt idx="513">
                  <c:v>42.976799999999997</c:v>
                </c:pt>
                <c:pt idx="514">
                  <c:v>36.576000000000001</c:v>
                </c:pt>
                <c:pt idx="515">
                  <c:v>9.4488000000000003</c:v>
                </c:pt>
                <c:pt idx="516">
                  <c:v>9.4488000000000003</c:v>
                </c:pt>
                <c:pt idx="517">
                  <c:v>1.8288</c:v>
                </c:pt>
                <c:pt idx="518">
                  <c:v>141.1224</c:v>
                </c:pt>
                <c:pt idx="519">
                  <c:v>6.0960000000000001</c:v>
                </c:pt>
                <c:pt idx="520">
                  <c:v>17.9832</c:v>
                </c:pt>
                <c:pt idx="521">
                  <c:v>28.041599999999999</c:v>
                </c:pt>
                <c:pt idx="522">
                  <c:v>469.6968</c:v>
                </c:pt>
                <c:pt idx="523">
                  <c:v>468.1728</c:v>
                </c:pt>
                <c:pt idx="524">
                  <c:v>466.64879999999999</c:v>
                </c:pt>
                <c:pt idx="525">
                  <c:v>466.03919999999999</c:v>
                </c:pt>
                <c:pt idx="526">
                  <c:v>484.3272</c:v>
                </c:pt>
                <c:pt idx="527">
                  <c:v>462.38159999999999</c:v>
                </c:pt>
                <c:pt idx="528">
                  <c:v>470.0016</c:v>
                </c:pt>
                <c:pt idx="529">
                  <c:v>471.2208</c:v>
                </c:pt>
                <c:pt idx="530">
                  <c:v>488.89920000000001</c:v>
                </c:pt>
                <c:pt idx="531">
                  <c:v>475.7928</c:v>
                </c:pt>
                <c:pt idx="532">
                  <c:v>488.28960000000001</c:v>
                </c:pt>
                <c:pt idx="533">
                  <c:v>490.72800000000001</c:v>
                </c:pt>
                <c:pt idx="534">
                  <c:v>512.67359999999996</c:v>
                </c:pt>
                <c:pt idx="535">
                  <c:v>499.56720000000001</c:v>
                </c:pt>
                <c:pt idx="536">
                  <c:v>546.81119999999999</c:v>
                </c:pt>
                <c:pt idx="537">
                  <c:v>536.14319999999998</c:v>
                </c:pt>
                <c:pt idx="538">
                  <c:v>518.76959999999997</c:v>
                </c:pt>
                <c:pt idx="539">
                  <c:v>540.71519999999998</c:v>
                </c:pt>
                <c:pt idx="540">
                  <c:v>568.452</c:v>
                </c:pt>
                <c:pt idx="541">
                  <c:v>550.77359999999999</c:v>
                </c:pt>
                <c:pt idx="542">
                  <c:v>578.8152</c:v>
                </c:pt>
                <c:pt idx="543">
                  <c:v>594.66480000000001</c:v>
                </c:pt>
                <c:pt idx="544">
                  <c:v>603.19920000000002</c:v>
                </c:pt>
                <c:pt idx="545">
                  <c:v>587.34960000000001</c:v>
                </c:pt>
                <c:pt idx="546">
                  <c:v>599.84640000000002</c:v>
                </c:pt>
                <c:pt idx="547">
                  <c:v>594.66480000000001</c:v>
                </c:pt>
                <c:pt idx="548">
                  <c:v>607.46640000000002</c:v>
                </c:pt>
                <c:pt idx="549">
                  <c:v>606.24720000000002</c:v>
                </c:pt>
                <c:pt idx="550">
                  <c:v>606.85680000000002</c:v>
                </c:pt>
                <c:pt idx="551">
                  <c:v>605.94240000000002</c:v>
                </c:pt>
                <c:pt idx="552">
                  <c:v>606.55200000000002</c:v>
                </c:pt>
                <c:pt idx="553">
                  <c:v>607.16160000000002</c:v>
                </c:pt>
                <c:pt idx="554">
                  <c:v>606.85680000000002</c:v>
                </c:pt>
                <c:pt idx="555">
                  <c:v>606.85680000000002</c:v>
                </c:pt>
                <c:pt idx="556">
                  <c:v>606.85680000000002</c:v>
                </c:pt>
                <c:pt idx="557">
                  <c:v>607.16160000000002</c:v>
                </c:pt>
                <c:pt idx="558">
                  <c:v>607.16160000000002</c:v>
                </c:pt>
                <c:pt idx="559">
                  <c:v>606.55200000000002</c:v>
                </c:pt>
                <c:pt idx="560">
                  <c:v>606.24720000000002</c:v>
                </c:pt>
                <c:pt idx="561">
                  <c:v>607.46640000000002</c:v>
                </c:pt>
                <c:pt idx="562">
                  <c:v>607.16160000000002</c:v>
                </c:pt>
                <c:pt idx="563">
                  <c:v>606.24720000000002</c:v>
                </c:pt>
                <c:pt idx="564">
                  <c:v>606.85680000000002</c:v>
                </c:pt>
                <c:pt idx="565">
                  <c:v>607.16160000000002</c:v>
                </c:pt>
                <c:pt idx="566">
                  <c:v>606.24720000000002</c:v>
                </c:pt>
                <c:pt idx="567">
                  <c:v>606.55200000000002</c:v>
                </c:pt>
                <c:pt idx="568">
                  <c:v>606.55200000000002</c:v>
                </c:pt>
                <c:pt idx="569">
                  <c:v>608.99040000000002</c:v>
                </c:pt>
                <c:pt idx="570">
                  <c:v>622.09680000000003</c:v>
                </c:pt>
                <c:pt idx="571">
                  <c:v>615.08640000000003</c:v>
                </c:pt>
                <c:pt idx="572">
                  <c:v>635.20320000000004</c:v>
                </c:pt>
                <c:pt idx="573">
                  <c:v>625.44960000000003</c:v>
                </c:pt>
                <c:pt idx="574">
                  <c:v>612.03840000000002</c:v>
                </c:pt>
                <c:pt idx="575">
                  <c:v>636.42240000000004</c:v>
                </c:pt>
                <c:pt idx="576">
                  <c:v>627.27840000000003</c:v>
                </c:pt>
                <c:pt idx="577">
                  <c:v>617.82960000000003</c:v>
                </c:pt>
                <c:pt idx="578">
                  <c:v>632.15520000000004</c:v>
                </c:pt>
                <c:pt idx="579">
                  <c:v>619.65840000000003</c:v>
                </c:pt>
                <c:pt idx="580">
                  <c:v>630.02160000000003</c:v>
                </c:pt>
                <c:pt idx="581">
                  <c:v>613.25760000000002</c:v>
                </c:pt>
                <c:pt idx="582">
                  <c:v>604.11360000000002</c:v>
                </c:pt>
                <c:pt idx="583">
                  <c:v>583.99680000000001</c:v>
                </c:pt>
                <c:pt idx="584">
                  <c:v>576.3768</c:v>
                </c:pt>
                <c:pt idx="585">
                  <c:v>557.17439999999999</c:v>
                </c:pt>
                <c:pt idx="586">
                  <c:v>538.58159999999998</c:v>
                </c:pt>
                <c:pt idx="587">
                  <c:v>519.07439999999997</c:v>
                </c:pt>
                <c:pt idx="588">
                  <c:v>499.56720000000001</c:v>
                </c:pt>
                <c:pt idx="589">
                  <c:v>476.4024</c:v>
                </c:pt>
                <c:pt idx="590">
                  <c:v>466.95359999999999</c:v>
                </c:pt>
                <c:pt idx="591">
                  <c:v>467.86799999999999</c:v>
                </c:pt>
                <c:pt idx="592">
                  <c:v>448.97039999999998</c:v>
                </c:pt>
                <c:pt idx="593">
                  <c:v>374.2944</c:v>
                </c:pt>
                <c:pt idx="594">
                  <c:v>349.91039999999998</c:v>
                </c:pt>
                <c:pt idx="595">
                  <c:v>324.00240000000002</c:v>
                </c:pt>
                <c:pt idx="596">
                  <c:v>294.74160000000001</c:v>
                </c:pt>
                <c:pt idx="597">
                  <c:v>281.0256</c:v>
                </c:pt>
                <c:pt idx="598">
                  <c:v>242.6208</c:v>
                </c:pt>
                <c:pt idx="599">
                  <c:v>219.15119999999999</c:v>
                </c:pt>
                <c:pt idx="600">
                  <c:v>190.5</c:v>
                </c:pt>
                <c:pt idx="601">
                  <c:v>168.55439999999999</c:v>
                </c:pt>
                <c:pt idx="602">
                  <c:v>135.0264</c:v>
                </c:pt>
                <c:pt idx="603">
                  <c:v>97.231200000000001</c:v>
                </c:pt>
                <c:pt idx="604">
                  <c:v>74.980800000000002</c:v>
                </c:pt>
                <c:pt idx="605">
                  <c:v>65.836799999999997</c:v>
                </c:pt>
                <c:pt idx="606">
                  <c:v>634.28880000000004</c:v>
                </c:pt>
                <c:pt idx="607">
                  <c:v>635.20320000000004</c:v>
                </c:pt>
                <c:pt idx="608">
                  <c:v>637.33680000000004</c:v>
                </c:pt>
                <c:pt idx="609">
                  <c:v>640.68960000000004</c:v>
                </c:pt>
                <c:pt idx="610">
                  <c:v>640.08000000000004</c:v>
                </c:pt>
                <c:pt idx="611">
                  <c:v>656.53920000000005</c:v>
                </c:pt>
                <c:pt idx="612">
                  <c:v>654.71040000000005</c:v>
                </c:pt>
                <c:pt idx="613">
                  <c:v>644.65200000000004</c:v>
                </c:pt>
                <c:pt idx="614">
                  <c:v>652.57680000000005</c:v>
                </c:pt>
                <c:pt idx="615">
                  <c:v>635.81280000000004</c:v>
                </c:pt>
                <c:pt idx="616">
                  <c:v>663.54960000000005</c:v>
                </c:pt>
                <c:pt idx="617">
                  <c:v>669.03599999999994</c:v>
                </c:pt>
                <c:pt idx="618">
                  <c:v>672.99839999999995</c:v>
                </c:pt>
                <c:pt idx="619">
                  <c:v>681.53279999999995</c:v>
                </c:pt>
                <c:pt idx="620">
                  <c:v>689.76239999999996</c:v>
                </c:pt>
                <c:pt idx="621">
                  <c:v>674.82719999999995</c:v>
                </c:pt>
                <c:pt idx="622">
                  <c:v>683.66639999999995</c:v>
                </c:pt>
                <c:pt idx="623">
                  <c:v>671.16959999999995</c:v>
                </c:pt>
                <c:pt idx="624">
                  <c:v>716.28</c:v>
                </c:pt>
                <c:pt idx="625">
                  <c:v>705.30719999999997</c:v>
                </c:pt>
                <c:pt idx="626">
                  <c:v>692.50559999999996</c:v>
                </c:pt>
                <c:pt idx="627">
                  <c:v>740.05439999999999</c:v>
                </c:pt>
                <c:pt idx="628">
                  <c:v>730.60559999999998</c:v>
                </c:pt>
                <c:pt idx="629">
                  <c:v>754.9896</c:v>
                </c:pt>
                <c:pt idx="630">
                  <c:v>777.24</c:v>
                </c:pt>
                <c:pt idx="631">
                  <c:v>760.7808</c:v>
                </c:pt>
                <c:pt idx="632">
                  <c:v>774.49680000000001</c:v>
                </c:pt>
                <c:pt idx="633">
                  <c:v>751.63679999999999</c:v>
                </c:pt>
                <c:pt idx="634">
                  <c:v>781.81200000000001</c:v>
                </c:pt>
                <c:pt idx="635">
                  <c:v>760.1712</c:v>
                </c:pt>
                <c:pt idx="636">
                  <c:v>748.28399999999999</c:v>
                </c:pt>
                <c:pt idx="637">
                  <c:v>738.22559999999999</c:v>
                </c:pt>
                <c:pt idx="638">
                  <c:v>738.83519999999999</c:v>
                </c:pt>
                <c:pt idx="639">
                  <c:v>738.22559999999999</c:v>
                </c:pt>
                <c:pt idx="640">
                  <c:v>736.09199999999998</c:v>
                </c:pt>
                <c:pt idx="641">
                  <c:v>736.70159999999998</c:v>
                </c:pt>
                <c:pt idx="642">
                  <c:v>735.78719999999998</c:v>
                </c:pt>
                <c:pt idx="643">
                  <c:v>726.64319999999998</c:v>
                </c:pt>
                <c:pt idx="644">
                  <c:v>711.70799999999997</c:v>
                </c:pt>
                <c:pt idx="645">
                  <c:v>692.20079999999996</c:v>
                </c:pt>
                <c:pt idx="646">
                  <c:v>684.88559999999995</c:v>
                </c:pt>
                <c:pt idx="647">
                  <c:v>665.37840000000006</c:v>
                </c:pt>
                <c:pt idx="648">
                  <c:v>659.28240000000005</c:v>
                </c:pt>
                <c:pt idx="649">
                  <c:v>642.82320000000004</c:v>
                </c:pt>
                <c:pt idx="650">
                  <c:v>630.02160000000003</c:v>
                </c:pt>
                <c:pt idx="651">
                  <c:v>590.09280000000001</c:v>
                </c:pt>
                <c:pt idx="652">
                  <c:v>572.7192</c:v>
                </c:pt>
                <c:pt idx="653">
                  <c:v>547.42079999999999</c:v>
                </c:pt>
                <c:pt idx="654">
                  <c:v>530.65679999999998</c:v>
                </c:pt>
                <c:pt idx="655">
                  <c:v>518.16</c:v>
                </c:pt>
                <c:pt idx="656">
                  <c:v>494.99520000000001</c:v>
                </c:pt>
                <c:pt idx="657">
                  <c:v>483.7176</c:v>
                </c:pt>
                <c:pt idx="658">
                  <c:v>481.2792</c:v>
                </c:pt>
                <c:pt idx="659">
                  <c:v>481.2792</c:v>
                </c:pt>
                <c:pt idx="660">
                  <c:v>481.2792</c:v>
                </c:pt>
                <c:pt idx="661">
                  <c:v>481.2792</c:v>
                </c:pt>
                <c:pt idx="662">
                  <c:v>481.2792</c:v>
                </c:pt>
                <c:pt idx="663">
                  <c:v>481.2792</c:v>
                </c:pt>
                <c:pt idx="664">
                  <c:v>481.2792</c:v>
                </c:pt>
                <c:pt idx="665">
                  <c:v>481.2792</c:v>
                </c:pt>
                <c:pt idx="666">
                  <c:v>480.9744</c:v>
                </c:pt>
                <c:pt idx="667">
                  <c:v>473.964</c:v>
                </c:pt>
                <c:pt idx="668">
                  <c:v>465.12479999999999</c:v>
                </c:pt>
                <c:pt idx="669">
                  <c:v>459.02879999999999</c:v>
                </c:pt>
                <c:pt idx="670">
                  <c:v>436.47359999999998</c:v>
                </c:pt>
                <c:pt idx="671">
                  <c:v>404.77440000000001</c:v>
                </c:pt>
                <c:pt idx="672">
                  <c:v>346.55759999999998</c:v>
                </c:pt>
                <c:pt idx="673">
                  <c:v>326.13600000000002</c:v>
                </c:pt>
                <c:pt idx="674">
                  <c:v>306.01920000000001</c:v>
                </c:pt>
                <c:pt idx="675">
                  <c:v>295.65600000000001</c:v>
                </c:pt>
                <c:pt idx="676">
                  <c:v>289.56</c:v>
                </c:pt>
                <c:pt idx="677">
                  <c:v>265.17599999999999</c:v>
                </c:pt>
                <c:pt idx="678">
                  <c:v>250.24080000000001</c:v>
                </c:pt>
                <c:pt idx="679">
                  <c:v>223.11359999999999</c:v>
                </c:pt>
                <c:pt idx="680">
                  <c:v>194.4624</c:v>
                </c:pt>
                <c:pt idx="681">
                  <c:v>173.73599999999999</c:v>
                </c:pt>
                <c:pt idx="682">
                  <c:v>148.7424</c:v>
                </c:pt>
                <c:pt idx="683">
                  <c:v>119.4816</c:v>
                </c:pt>
                <c:pt idx="684">
                  <c:v>101.8032</c:v>
                </c:pt>
                <c:pt idx="685">
                  <c:v>86.867999999999995</c:v>
                </c:pt>
                <c:pt idx="686">
                  <c:v>46.329599999999999</c:v>
                </c:pt>
                <c:pt idx="687">
                  <c:v>3.9624000000000001</c:v>
                </c:pt>
                <c:pt idx="688">
                  <c:v>548.03039999999999</c:v>
                </c:pt>
                <c:pt idx="689">
                  <c:v>786.38400000000001</c:v>
                </c:pt>
                <c:pt idx="690">
                  <c:v>778.76400000000001</c:v>
                </c:pt>
                <c:pt idx="691">
                  <c:v>699.51599999999996</c:v>
                </c:pt>
                <c:pt idx="692">
                  <c:v>680.92319999999995</c:v>
                </c:pt>
                <c:pt idx="693">
                  <c:v>667.20719999999994</c:v>
                </c:pt>
                <c:pt idx="694">
                  <c:v>650.13840000000005</c:v>
                </c:pt>
                <c:pt idx="695">
                  <c:v>615.69600000000003</c:v>
                </c:pt>
                <c:pt idx="696">
                  <c:v>564.4896</c:v>
                </c:pt>
                <c:pt idx="697">
                  <c:v>502.61520000000002</c:v>
                </c:pt>
                <c:pt idx="698">
                  <c:v>778.76400000000001</c:v>
                </c:pt>
                <c:pt idx="699">
                  <c:v>778.76400000000001</c:v>
                </c:pt>
                <c:pt idx="700">
                  <c:v>761.6952</c:v>
                </c:pt>
                <c:pt idx="701">
                  <c:v>748.89359999999999</c:v>
                </c:pt>
                <c:pt idx="702">
                  <c:v>719.32799999999997</c:v>
                </c:pt>
                <c:pt idx="703">
                  <c:v>711.70799999999997</c:v>
                </c:pt>
                <c:pt idx="704">
                  <c:v>661.11120000000005</c:v>
                </c:pt>
                <c:pt idx="705">
                  <c:v>620.57280000000003</c:v>
                </c:pt>
                <c:pt idx="706">
                  <c:v>581.25360000000001</c:v>
                </c:pt>
                <c:pt idx="707">
                  <c:v>545.59199999999998</c:v>
                </c:pt>
                <c:pt idx="708">
                  <c:v>535.83839999999998</c:v>
                </c:pt>
                <c:pt idx="709">
                  <c:v>500.17680000000001</c:v>
                </c:pt>
                <c:pt idx="710">
                  <c:v>785.46960000000001</c:v>
                </c:pt>
                <c:pt idx="711">
                  <c:v>788.21280000000002</c:v>
                </c:pt>
                <c:pt idx="712">
                  <c:v>788.82240000000002</c:v>
                </c:pt>
                <c:pt idx="713">
                  <c:v>783.03120000000001</c:v>
                </c:pt>
                <c:pt idx="714">
                  <c:v>790.34640000000002</c:v>
                </c:pt>
                <c:pt idx="715">
                  <c:v>785.16480000000001</c:v>
                </c:pt>
                <c:pt idx="716">
                  <c:v>775.10640000000001</c:v>
                </c:pt>
                <c:pt idx="717">
                  <c:v>733.04399999999998</c:v>
                </c:pt>
                <c:pt idx="718">
                  <c:v>748.58879999999999</c:v>
                </c:pt>
                <c:pt idx="719">
                  <c:v>729.08159999999998</c:v>
                </c:pt>
                <c:pt idx="720">
                  <c:v>673.30319999999995</c:v>
                </c:pt>
                <c:pt idx="721">
                  <c:v>658.67280000000005</c:v>
                </c:pt>
                <c:pt idx="722">
                  <c:v>583.69200000000001</c:v>
                </c:pt>
                <c:pt idx="723">
                  <c:v>561.74639999999999</c:v>
                </c:pt>
                <c:pt idx="724">
                  <c:v>529.43759999999997</c:v>
                </c:pt>
                <c:pt idx="725">
                  <c:v>517.55039999999997</c:v>
                </c:pt>
                <c:pt idx="726">
                  <c:v>463.29599999999999</c:v>
                </c:pt>
                <c:pt idx="727">
                  <c:v>455.37119999999999</c:v>
                </c:pt>
                <c:pt idx="728">
                  <c:v>394.41120000000001</c:v>
                </c:pt>
                <c:pt idx="729">
                  <c:v>350.21519999999998</c:v>
                </c:pt>
                <c:pt idx="730">
                  <c:v>471.8304</c:v>
                </c:pt>
                <c:pt idx="731">
                  <c:v>455.67599999999999</c:v>
                </c:pt>
                <c:pt idx="732">
                  <c:v>423.67200000000003</c:v>
                </c:pt>
                <c:pt idx="733">
                  <c:v>390.44880000000001</c:v>
                </c:pt>
                <c:pt idx="734">
                  <c:v>360.88319999999999</c:v>
                </c:pt>
                <c:pt idx="735">
                  <c:v>322.47840000000002</c:v>
                </c:pt>
                <c:pt idx="736">
                  <c:v>296.57040000000001</c:v>
                </c:pt>
                <c:pt idx="737">
                  <c:v>270.96719999999999</c:v>
                </c:pt>
                <c:pt idx="738">
                  <c:v>246.58320000000001</c:v>
                </c:pt>
                <c:pt idx="739">
                  <c:v>220.37039999999999</c:v>
                </c:pt>
                <c:pt idx="740">
                  <c:v>192.9384</c:v>
                </c:pt>
                <c:pt idx="741">
                  <c:v>162.45840000000001</c:v>
                </c:pt>
                <c:pt idx="742">
                  <c:v>129.54</c:v>
                </c:pt>
                <c:pt idx="743">
                  <c:v>104.24160000000001</c:v>
                </c:pt>
                <c:pt idx="744">
                  <c:v>77.724000000000004</c:v>
                </c:pt>
                <c:pt idx="745">
                  <c:v>53.644799999999996</c:v>
                </c:pt>
                <c:pt idx="746">
                  <c:v>26.212800000000001</c:v>
                </c:pt>
                <c:pt idx="747">
                  <c:v>182.5752</c:v>
                </c:pt>
                <c:pt idx="748">
                  <c:v>239.5728</c:v>
                </c:pt>
                <c:pt idx="749">
                  <c:v>326.44080000000002</c:v>
                </c:pt>
                <c:pt idx="750">
                  <c:v>661.41600000000005</c:v>
                </c:pt>
                <c:pt idx="751">
                  <c:v>786.68880000000001</c:v>
                </c:pt>
                <c:pt idx="752">
                  <c:v>731.52</c:v>
                </c:pt>
                <c:pt idx="753">
                  <c:v>707.74559999999997</c:v>
                </c:pt>
                <c:pt idx="754">
                  <c:v>790.34640000000002</c:v>
                </c:pt>
                <c:pt idx="755">
                  <c:v>751.33199999999999</c:v>
                </c:pt>
                <c:pt idx="756">
                  <c:v>742.49279999999999</c:v>
                </c:pt>
                <c:pt idx="757">
                  <c:v>706.22159999999997</c:v>
                </c:pt>
                <c:pt idx="758">
                  <c:v>633.98400000000004</c:v>
                </c:pt>
                <c:pt idx="759">
                  <c:v>624.53520000000003</c:v>
                </c:pt>
                <c:pt idx="760">
                  <c:v>789.43200000000002</c:v>
                </c:pt>
                <c:pt idx="761">
                  <c:v>773.88720000000001</c:v>
                </c:pt>
                <c:pt idx="762">
                  <c:v>731.82479999999998</c:v>
                </c:pt>
                <c:pt idx="763">
                  <c:v>718.10879999999997</c:v>
                </c:pt>
                <c:pt idx="764">
                  <c:v>674.52239999999995</c:v>
                </c:pt>
                <c:pt idx="765">
                  <c:v>639.16560000000004</c:v>
                </c:pt>
                <c:pt idx="766">
                  <c:v>590.09280000000001</c:v>
                </c:pt>
                <c:pt idx="767">
                  <c:v>574.8528</c:v>
                </c:pt>
                <c:pt idx="768">
                  <c:v>532.79039999999998</c:v>
                </c:pt>
                <c:pt idx="769">
                  <c:v>652.57680000000005</c:v>
                </c:pt>
                <c:pt idx="770">
                  <c:v>642.21360000000004</c:v>
                </c:pt>
                <c:pt idx="771">
                  <c:v>616.00080000000003</c:v>
                </c:pt>
                <c:pt idx="772">
                  <c:v>611.42880000000002</c:v>
                </c:pt>
                <c:pt idx="773">
                  <c:v>496.82400000000001</c:v>
                </c:pt>
                <c:pt idx="774">
                  <c:v>469.6968</c:v>
                </c:pt>
                <c:pt idx="775">
                  <c:v>400.81200000000001</c:v>
                </c:pt>
                <c:pt idx="776">
                  <c:v>381.6096</c:v>
                </c:pt>
                <c:pt idx="777">
                  <c:v>350.52</c:v>
                </c:pt>
                <c:pt idx="778">
                  <c:v>177.69839999999999</c:v>
                </c:pt>
                <c:pt idx="779">
                  <c:v>135.0264</c:v>
                </c:pt>
                <c:pt idx="780">
                  <c:v>102.108</c:v>
                </c:pt>
                <c:pt idx="781">
                  <c:v>81.076800000000006</c:v>
                </c:pt>
                <c:pt idx="782">
                  <c:v>54.559199999999997</c:v>
                </c:pt>
                <c:pt idx="783">
                  <c:v>21.945599999999999</c:v>
                </c:pt>
                <c:pt idx="784">
                  <c:v>7.3151999999999999</c:v>
                </c:pt>
                <c:pt idx="785">
                  <c:v>289.8648</c:v>
                </c:pt>
                <c:pt idx="786">
                  <c:v>487.07040000000001</c:v>
                </c:pt>
                <c:pt idx="787">
                  <c:v>489.50880000000001</c:v>
                </c:pt>
                <c:pt idx="788">
                  <c:v>489.20400000000001</c:v>
                </c:pt>
                <c:pt idx="789">
                  <c:v>487.07040000000001</c:v>
                </c:pt>
                <c:pt idx="790">
                  <c:v>489.81360000000001</c:v>
                </c:pt>
                <c:pt idx="791">
                  <c:v>487.68</c:v>
                </c:pt>
                <c:pt idx="792">
                  <c:v>487.98480000000001</c:v>
                </c:pt>
                <c:pt idx="793">
                  <c:v>486.15600000000001</c:v>
                </c:pt>
                <c:pt idx="794">
                  <c:v>489.81360000000001</c:v>
                </c:pt>
                <c:pt idx="795">
                  <c:v>487.07040000000001</c:v>
                </c:pt>
                <c:pt idx="796">
                  <c:v>490.11840000000001</c:v>
                </c:pt>
                <c:pt idx="797">
                  <c:v>489.20400000000001</c:v>
                </c:pt>
                <c:pt idx="798">
                  <c:v>655.62480000000005</c:v>
                </c:pt>
                <c:pt idx="799">
                  <c:v>644.04240000000004</c:v>
                </c:pt>
                <c:pt idx="800">
                  <c:v>690.67679999999996</c:v>
                </c:pt>
                <c:pt idx="801">
                  <c:v>682.75199999999995</c:v>
                </c:pt>
                <c:pt idx="802">
                  <c:v>690.37199999999996</c:v>
                </c:pt>
                <c:pt idx="803">
                  <c:v>665.37840000000006</c:v>
                </c:pt>
                <c:pt idx="804">
                  <c:v>693.11519999999996</c:v>
                </c:pt>
                <c:pt idx="805">
                  <c:v>694.94399999999996</c:v>
                </c:pt>
                <c:pt idx="806">
                  <c:v>693.11519999999996</c:v>
                </c:pt>
                <c:pt idx="807">
                  <c:v>694.94399999999996</c:v>
                </c:pt>
                <c:pt idx="808">
                  <c:v>701.95439999999996</c:v>
                </c:pt>
                <c:pt idx="809">
                  <c:v>695.85839999999996</c:v>
                </c:pt>
                <c:pt idx="810">
                  <c:v>713.23199999999997</c:v>
                </c:pt>
                <c:pt idx="811">
                  <c:v>700.12559999999996</c:v>
                </c:pt>
                <c:pt idx="812">
                  <c:v>708.66</c:v>
                </c:pt>
                <c:pt idx="813">
                  <c:v>744.01679999999999</c:v>
                </c:pt>
                <c:pt idx="814">
                  <c:v>734.87279999999998</c:v>
                </c:pt>
                <c:pt idx="815">
                  <c:v>725.11919999999998</c:v>
                </c:pt>
                <c:pt idx="816">
                  <c:v>749.50319999999999</c:v>
                </c:pt>
                <c:pt idx="817">
                  <c:v>737.92079999999999</c:v>
                </c:pt>
                <c:pt idx="818">
                  <c:v>770.2296</c:v>
                </c:pt>
                <c:pt idx="819">
                  <c:v>783.64080000000001</c:v>
                </c:pt>
                <c:pt idx="820">
                  <c:v>787.60320000000002</c:v>
                </c:pt>
                <c:pt idx="821">
                  <c:v>780.59280000000001</c:v>
                </c:pt>
                <c:pt idx="822">
                  <c:v>783.64080000000001</c:v>
                </c:pt>
                <c:pt idx="823">
                  <c:v>787.29840000000002</c:v>
                </c:pt>
                <c:pt idx="824">
                  <c:v>789.43200000000002</c:v>
                </c:pt>
                <c:pt idx="825">
                  <c:v>798.88080000000002</c:v>
                </c:pt>
                <c:pt idx="826">
                  <c:v>784.86</c:v>
                </c:pt>
                <c:pt idx="827">
                  <c:v>786.07920000000001</c:v>
                </c:pt>
                <c:pt idx="828">
                  <c:v>810.15840000000003</c:v>
                </c:pt>
                <c:pt idx="829">
                  <c:v>823.87440000000004</c:v>
                </c:pt>
                <c:pt idx="830">
                  <c:v>827.22720000000004</c:v>
                </c:pt>
                <c:pt idx="831">
                  <c:v>857.09760000000006</c:v>
                </c:pt>
                <c:pt idx="832">
                  <c:v>841.55280000000005</c:v>
                </c:pt>
                <c:pt idx="833">
                  <c:v>856.18320000000006</c:v>
                </c:pt>
                <c:pt idx="834">
                  <c:v>885.74879999999996</c:v>
                </c:pt>
                <c:pt idx="835">
                  <c:v>878.43359999999996</c:v>
                </c:pt>
                <c:pt idx="836">
                  <c:v>868.37519999999995</c:v>
                </c:pt>
                <c:pt idx="837">
                  <c:v>879.34799999999996</c:v>
                </c:pt>
                <c:pt idx="838">
                  <c:v>869.28959999999995</c:v>
                </c:pt>
                <c:pt idx="839">
                  <c:v>880.87199999999996</c:v>
                </c:pt>
                <c:pt idx="840">
                  <c:v>890.32079999999996</c:v>
                </c:pt>
                <c:pt idx="841">
                  <c:v>876.90959999999995</c:v>
                </c:pt>
                <c:pt idx="842">
                  <c:v>913.18079999999998</c:v>
                </c:pt>
                <c:pt idx="843">
                  <c:v>922.93439999999998</c:v>
                </c:pt>
                <c:pt idx="844">
                  <c:v>910.13279999999997</c:v>
                </c:pt>
                <c:pt idx="845">
                  <c:v>896.11199999999997</c:v>
                </c:pt>
                <c:pt idx="846">
                  <c:v>916.22879999999998</c:v>
                </c:pt>
                <c:pt idx="847">
                  <c:v>902.81759999999997</c:v>
                </c:pt>
                <c:pt idx="848">
                  <c:v>920.80079999999998</c:v>
                </c:pt>
                <c:pt idx="849">
                  <c:v>903.42719999999997</c:v>
                </c:pt>
                <c:pt idx="850">
                  <c:v>908.91359999999997</c:v>
                </c:pt>
                <c:pt idx="851">
                  <c:v>915.00959999999998</c:v>
                </c:pt>
                <c:pt idx="852">
                  <c:v>918.66719999999998</c:v>
                </c:pt>
                <c:pt idx="853">
                  <c:v>896.41679999999997</c:v>
                </c:pt>
                <c:pt idx="854">
                  <c:v>888.49199999999996</c:v>
                </c:pt>
                <c:pt idx="855">
                  <c:v>864.41279999999995</c:v>
                </c:pt>
                <c:pt idx="856">
                  <c:v>858.31679999999994</c:v>
                </c:pt>
                <c:pt idx="857">
                  <c:v>815.03520000000003</c:v>
                </c:pt>
                <c:pt idx="858">
                  <c:v>802.23360000000002</c:v>
                </c:pt>
                <c:pt idx="859">
                  <c:v>779.37360000000001</c:v>
                </c:pt>
                <c:pt idx="860">
                  <c:v>769.3152</c:v>
                </c:pt>
                <c:pt idx="861">
                  <c:v>754.9896</c:v>
                </c:pt>
                <c:pt idx="862">
                  <c:v>770.53440000000001</c:v>
                </c:pt>
                <c:pt idx="863">
                  <c:v>757.1232</c:v>
                </c:pt>
                <c:pt idx="864">
                  <c:v>774.19200000000001</c:v>
                </c:pt>
                <c:pt idx="865">
                  <c:v>761.0856</c:v>
                </c:pt>
                <c:pt idx="866">
                  <c:v>774.49680000000001</c:v>
                </c:pt>
                <c:pt idx="867">
                  <c:v>751.33199999999999</c:v>
                </c:pt>
                <c:pt idx="868">
                  <c:v>746.45519999999999</c:v>
                </c:pt>
                <c:pt idx="869">
                  <c:v>727.55759999999998</c:v>
                </c:pt>
                <c:pt idx="870">
                  <c:v>733.34879999999998</c:v>
                </c:pt>
                <c:pt idx="871">
                  <c:v>744.62639999999999</c:v>
                </c:pt>
                <c:pt idx="872">
                  <c:v>749.50319999999999</c:v>
                </c:pt>
                <c:pt idx="873">
                  <c:v>734.87279999999998</c:v>
                </c:pt>
                <c:pt idx="874">
                  <c:v>723.29039999999998</c:v>
                </c:pt>
                <c:pt idx="875">
                  <c:v>911.65679999999998</c:v>
                </c:pt>
                <c:pt idx="876">
                  <c:v>900.68399999999997</c:v>
                </c:pt>
                <c:pt idx="877">
                  <c:v>921.41039999999998</c:v>
                </c:pt>
                <c:pt idx="878">
                  <c:v>910.43759999999997</c:v>
                </c:pt>
                <c:pt idx="879">
                  <c:v>898.85519999999997</c:v>
                </c:pt>
                <c:pt idx="880">
                  <c:v>912.87599999999998</c:v>
                </c:pt>
                <c:pt idx="881">
                  <c:v>900.68399999999997</c:v>
                </c:pt>
                <c:pt idx="882">
                  <c:v>918.36239999999998</c:v>
                </c:pt>
                <c:pt idx="883">
                  <c:v>894.89279999999997</c:v>
                </c:pt>
                <c:pt idx="884">
                  <c:v>911.04719999999998</c:v>
                </c:pt>
                <c:pt idx="885">
                  <c:v>885.74879999999996</c:v>
                </c:pt>
                <c:pt idx="886">
                  <c:v>868.68</c:v>
                </c:pt>
                <c:pt idx="887">
                  <c:v>860.45039999999995</c:v>
                </c:pt>
                <c:pt idx="888">
                  <c:v>818.08320000000003</c:v>
                </c:pt>
                <c:pt idx="889">
                  <c:v>801.92880000000002</c:v>
                </c:pt>
                <c:pt idx="890">
                  <c:v>778.15440000000001</c:v>
                </c:pt>
                <c:pt idx="891">
                  <c:v>751.94159999999999</c:v>
                </c:pt>
                <c:pt idx="892">
                  <c:v>729.08159999999998</c:v>
                </c:pt>
                <c:pt idx="893">
                  <c:v>718.10879999999997</c:v>
                </c:pt>
                <c:pt idx="894">
                  <c:v>680.31359999999995</c:v>
                </c:pt>
                <c:pt idx="895">
                  <c:v>660.80640000000005</c:v>
                </c:pt>
                <c:pt idx="896">
                  <c:v>634.28880000000004</c:v>
                </c:pt>
                <c:pt idx="897">
                  <c:v>622.70640000000003</c:v>
                </c:pt>
                <c:pt idx="898">
                  <c:v>606.24720000000002</c:v>
                </c:pt>
                <c:pt idx="899">
                  <c:v>578.5104</c:v>
                </c:pt>
                <c:pt idx="900">
                  <c:v>569.0616</c:v>
                </c:pt>
                <c:pt idx="901">
                  <c:v>526.08479999999997</c:v>
                </c:pt>
                <c:pt idx="902">
                  <c:v>506.57760000000002</c:v>
                </c:pt>
                <c:pt idx="903">
                  <c:v>487.68</c:v>
                </c:pt>
                <c:pt idx="904">
                  <c:v>483.7176</c:v>
                </c:pt>
                <c:pt idx="905">
                  <c:v>484.3272</c:v>
                </c:pt>
                <c:pt idx="906">
                  <c:v>486.46080000000001</c:v>
                </c:pt>
                <c:pt idx="907">
                  <c:v>482.8032</c:v>
                </c:pt>
                <c:pt idx="908">
                  <c:v>474.2688</c:v>
                </c:pt>
                <c:pt idx="909">
                  <c:v>465.73439999999999</c:v>
                </c:pt>
                <c:pt idx="910">
                  <c:v>485.85120000000001</c:v>
                </c:pt>
                <c:pt idx="911">
                  <c:v>477.9264</c:v>
                </c:pt>
                <c:pt idx="912">
                  <c:v>452.01839999999999</c:v>
                </c:pt>
                <c:pt idx="913">
                  <c:v>423.67200000000003</c:v>
                </c:pt>
                <c:pt idx="914">
                  <c:v>395.02080000000001</c:v>
                </c:pt>
                <c:pt idx="915">
                  <c:v>369.11279999999999</c:v>
                </c:pt>
                <c:pt idx="916">
                  <c:v>319.43040000000002</c:v>
                </c:pt>
                <c:pt idx="917">
                  <c:v>289.56</c:v>
                </c:pt>
                <c:pt idx="918">
                  <c:v>263.34719999999999</c:v>
                </c:pt>
                <c:pt idx="919">
                  <c:v>241.0968</c:v>
                </c:pt>
                <c:pt idx="920">
                  <c:v>213.05520000000001</c:v>
                </c:pt>
                <c:pt idx="921">
                  <c:v>199.64400000000001</c:v>
                </c:pt>
                <c:pt idx="922">
                  <c:v>169.77359999999999</c:v>
                </c:pt>
                <c:pt idx="923">
                  <c:v>122.2248</c:v>
                </c:pt>
                <c:pt idx="924">
                  <c:v>29.5656</c:v>
                </c:pt>
                <c:pt idx="925">
                  <c:v>11.5824</c:v>
                </c:pt>
                <c:pt idx="926">
                  <c:v>184.7088</c:v>
                </c:pt>
                <c:pt idx="927">
                  <c:v>510.54</c:v>
                </c:pt>
                <c:pt idx="928">
                  <c:v>10.363200000000001</c:v>
                </c:pt>
                <c:pt idx="929">
                  <c:v>912.26639999999998</c:v>
                </c:pt>
                <c:pt idx="930">
                  <c:v>897.02639999999997</c:v>
                </c:pt>
                <c:pt idx="931">
                  <c:v>897.33119999999997</c:v>
                </c:pt>
                <c:pt idx="932">
                  <c:v>918.36239999999998</c:v>
                </c:pt>
                <c:pt idx="933">
                  <c:v>921.41039999999998</c:v>
                </c:pt>
                <c:pt idx="934">
                  <c:v>924.76319999999998</c:v>
                </c:pt>
                <c:pt idx="935">
                  <c:v>917.14319999999998</c:v>
                </c:pt>
                <c:pt idx="936">
                  <c:v>912.57119999999998</c:v>
                </c:pt>
                <c:pt idx="937">
                  <c:v>900.37919999999997</c:v>
                </c:pt>
                <c:pt idx="938">
                  <c:v>887.88239999999996</c:v>
                </c:pt>
                <c:pt idx="939">
                  <c:v>914.09519999999998</c:v>
                </c:pt>
                <c:pt idx="940">
                  <c:v>906.78</c:v>
                </c:pt>
                <c:pt idx="941">
                  <c:v>930.55439999999999</c:v>
                </c:pt>
                <c:pt idx="942">
                  <c:v>935.73599999999999</c:v>
                </c:pt>
                <c:pt idx="943">
                  <c:v>921.10559999999998</c:v>
                </c:pt>
                <c:pt idx="944">
                  <c:v>955.548</c:v>
                </c:pt>
                <c:pt idx="945">
                  <c:v>961.33920000000001</c:v>
                </c:pt>
                <c:pt idx="946">
                  <c:v>965.60640000000001</c:v>
                </c:pt>
                <c:pt idx="947">
                  <c:v>972.92160000000001</c:v>
                </c:pt>
                <c:pt idx="948">
                  <c:v>959.5104</c:v>
                </c:pt>
                <c:pt idx="949">
                  <c:v>974.14080000000001</c:v>
                </c:pt>
                <c:pt idx="950">
                  <c:v>982.06560000000002</c:v>
                </c:pt>
                <c:pt idx="951">
                  <c:v>987.85680000000002</c:v>
                </c:pt>
                <c:pt idx="952">
                  <c:v>986.63760000000002</c:v>
                </c:pt>
                <c:pt idx="953">
                  <c:v>990.6</c:v>
                </c:pt>
                <c:pt idx="954">
                  <c:v>1012.5456</c:v>
                </c:pt>
                <c:pt idx="955">
                  <c:v>1015.2888</c:v>
                </c:pt>
                <c:pt idx="956">
                  <c:v>1028.0904</c:v>
                </c:pt>
                <c:pt idx="957">
                  <c:v>1015.2888</c:v>
                </c:pt>
                <c:pt idx="958">
                  <c:v>1027.4808</c:v>
                </c:pt>
                <c:pt idx="959">
                  <c:v>1033.2719999999999</c:v>
                </c:pt>
                <c:pt idx="960">
                  <c:v>1042.4159999999999</c:v>
                </c:pt>
                <c:pt idx="961">
                  <c:v>1042.1112000000001</c:v>
                </c:pt>
                <c:pt idx="962">
                  <c:v>1023.5184</c:v>
                </c:pt>
                <c:pt idx="963">
                  <c:v>1041.1967999999999</c:v>
                </c:pt>
                <c:pt idx="964">
                  <c:v>1070.7624000000001</c:v>
                </c:pt>
                <c:pt idx="965">
                  <c:v>1053.6936000000001</c:v>
                </c:pt>
                <c:pt idx="966">
                  <c:v>1068.0192</c:v>
                </c:pt>
                <c:pt idx="967">
                  <c:v>1089.3552</c:v>
                </c:pt>
                <c:pt idx="968">
                  <c:v>1076.8584000000001</c:v>
                </c:pt>
                <c:pt idx="969">
                  <c:v>1062.8376000000001</c:v>
                </c:pt>
                <c:pt idx="970">
                  <c:v>1088.136</c:v>
                </c:pt>
                <c:pt idx="971">
                  <c:v>1106.424</c:v>
                </c:pt>
                <c:pt idx="972">
                  <c:v>1110.0816</c:v>
                </c:pt>
                <c:pt idx="973">
                  <c:v>1117.3968</c:v>
                </c:pt>
                <c:pt idx="974">
                  <c:v>1103.376</c:v>
                </c:pt>
                <c:pt idx="975">
                  <c:v>1131.4176</c:v>
                </c:pt>
                <c:pt idx="976">
                  <c:v>1123.7976000000001</c:v>
                </c:pt>
                <c:pt idx="977">
                  <c:v>1152.144</c:v>
                </c:pt>
                <c:pt idx="978">
                  <c:v>1162.8119999999999</c:v>
                </c:pt>
                <c:pt idx="979">
                  <c:v>1171.3463999999999</c:v>
                </c:pt>
                <c:pt idx="980">
                  <c:v>1182.0144</c:v>
                </c:pt>
                <c:pt idx="981">
                  <c:v>1160.0688</c:v>
                </c:pt>
                <c:pt idx="982">
                  <c:v>1164.0311999999999</c:v>
                </c:pt>
                <c:pt idx="983">
                  <c:v>1178.0519999999999</c:v>
                </c:pt>
                <c:pt idx="984">
                  <c:v>1184.1479999999999</c:v>
                </c:pt>
                <c:pt idx="985">
                  <c:v>1187.8055999999999</c:v>
                </c:pt>
                <c:pt idx="986">
                  <c:v>1197.5591999999999</c:v>
                </c:pt>
                <c:pt idx="987">
                  <c:v>1179.8807999999999</c:v>
                </c:pt>
                <c:pt idx="988">
                  <c:v>1198.4736</c:v>
                </c:pt>
                <c:pt idx="989">
                  <c:v>1213.104</c:v>
                </c:pt>
                <c:pt idx="990">
                  <c:v>1202.4359999999999</c:v>
                </c:pt>
                <c:pt idx="991">
                  <c:v>1182.3191999999999</c:v>
                </c:pt>
                <c:pt idx="992">
                  <c:v>1159.7639999999999</c:v>
                </c:pt>
                <c:pt idx="993">
                  <c:v>1082.6496</c:v>
                </c:pt>
                <c:pt idx="994">
                  <c:v>1058.2655999999999</c:v>
                </c:pt>
                <c:pt idx="995">
                  <c:v>1024.4328</c:v>
                </c:pt>
                <c:pt idx="996">
                  <c:v>991.81920000000002</c:v>
                </c:pt>
                <c:pt idx="997">
                  <c:v>949.7568</c:v>
                </c:pt>
                <c:pt idx="998">
                  <c:v>925.98239999999998</c:v>
                </c:pt>
                <c:pt idx="999">
                  <c:v>1228.6487999999999</c:v>
                </c:pt>
                <c:pt idx="1000">
                  <c:v>1250.2896000000001</c:v>
                </c:pt>
                <c:pt idx="1001">
                  <c:v>1261.2624000000001</c:v>
                </c:pt>
                <c:pt idx="1002">
                  <c:v>1242.06</c:v>
                </c:pt>
                <c:pt idx="1003">
                  <c:v>1257.3</c:v>
                </c:pt>
                <c:pt idx="1004">
                  <c:v>1252.7280000000001</c:v>
                </c:pt>
                <c:pt idx="1005">
                  <c:v>1266.7488000000001</c:v>
                </c:pt>
                <c:pt idx="1006">
                  <c:v>1271.6256000000001</c:v>
                </c:pt>
                <c:pt idx="1007">
                  <c:v>1274.0640000000001</c:v>
                </c:pt>
                <c:pt idx="1008">
                  <c:v>1261.5672</c:v>
                </c:pt>
                <c:pt idx="1009">
                  <c:v>1281.0744</c:v>
                </c:pt>
                <c:pt idx="1010">
                  <c:v>1262.4816000000001</c:v>
                </c:pt>
                <c:pt idx="1011">
                  <c:v>1272.8448000000001</c:v>
                </c:pt>
                <c:pt idx="1012">
                  <c:v>1289.9136000000001</c:v>
                </c:pt>
                <c:pt idx="1013">
                  <c:v>1299.6672000000001</c:v>
                </c:pt>
                <c:pt idx="1014">
                  <c:v>1280.1600000000001</c:v>
                </c:pt>
                <c:pt idx="1015">
                  <c:v>1280.4648</c:v>
                </c:pt>
                <c:pt idx="1016">
                  <c:v>1296.3144</c:v>
                </c:pt>
                <c:pt idx="1017">
                  <c:v>1300.2768000000001</c:v>
                </c:pt>
                <c:pt idx="1018">
                  <c:v>1299.972</c:v>
                </c:pt>
                <c:pt idx="1019">
                  <c:v>1330.452</c:v>
                </c:pt>
                <c:pt idx="1020">
                  <c:v>1329.2328</c:v>
                </c:pt>
                <c:pt idx="1021">
                  <c:v>1333.8047999999999</c:v>
                </c:pt>
                <c:pt idx="1022">
                  <c:v>1340.2056</c:v>
                </c:pt>
                <c:pt idx="1023">
                  <c:v>1338.6815999999999</c:v>
                </c:pt>
                <c:pt idx="1024">
                  <c:v>1351.788</c:v>
                </c:pt>
                <c:pt idx="1025">
                  <c:v>1359.1032</c:v>
                </c:pt>
                <c:pt idx="1026">
                  <c:v>1371.6</c:v>
                </c:pt>
                <c:pt idx="1027">
                  <c:v>1356.6648</c:v>
                </c:pt>
                <c:pt idx="1028">
                  <c:v>1372.5144</c:v>
                </c:pt>
                <c:pt idx="1029">
                  <c:v>1385.6207999999999</c:v>
                </c:pt>
                <c:pt idx="1030">
                  <c:v>1392.6312</c:v>
                </c:pt>
                <c:pt idx="1031">
                  <c:v>1379.22</c:v>
                </c:pt>
                <c:pt idx="1032">
                  <c:v>1395.0696</c:v>
                </c:pt>
                <c:pt idx="1033">
                  <c:v>1397.8127999999999</c:v>
                </c:pt>
                <c:pt idx="1034">
                  <c:v>1406.3471999999999</c:v>
                </c:pt>
                <c:pt idx="1035">
                  <c:v>1393.2408</c:v>
                </c:pt>
                <c:pt idx="1036">
                  <c:v>1410.6143999999999</c:v>
                </c:pt>
                <c:pt idx="1037">
                  <c:v>1425.2447999999999</c:v>
                </c:pt>
                <c:pt idx="1038">
                  <c:v>1428.2927999999999</c:v>
                </c:pt>
                <c:pt idx="1039">
                  <c:v>1418.5391999999999</c:v>
                </c:pt>
                <c:pt idx="1040">
                  <c:v>1408.4808</c:v>
                </c:pt>
                <c:pt idx="1041">
                  <c:v>1428.2927999999999</c:v>
                </c:pt>
                <c:pt idx="1042">
                  <c:v>1436.8271999999999</c:v>
                </c:pt>
                <c:pt idx="1043">
                  <c:v>1452.0672</c:v>
                </c:pt>
                <c:pt idx="1044">
                  <c:v>1445.3616</c:v>
                </c:pt>
                <c:pt idx="1045">
                  <c:v>1436.8271999999999</c:v>
                </c:pt>
                <c:pt idx="1046">
                  <c:v>1426.7688000000001</c:v>
                </c:pt>
                <c:pt idx="1047">
                  <c:v>1449.0192</c:v>
                </c:pt>
                <c:pt idx="1048">
                  <c:v>1455.42</c:v>
                </c:pt>
                <c:pt idx="1049">
                  <c:v>1466.088</c:v>
                </c:pt>
                <c:pt idx="1050">
                  <c:v>1456.944</c:v>
                </c:pt>
                <c:pt idx="1051">
                  <c:v>1460.2968000000001</c:v>
                </c:pt>
                <c:pt idx="1052">
                  <c:v>1463.9544000000001</c:v>
                </c:pt>
                <c:pt idx="1053">
                  <c:v>1477.3656000000001</c:v>
                </c:pt>
                <c:pt idx="1054">
                  <c:v>1467.6120000000001</c:v>
                </c:pt>
                <c:pt idx="1055">
                  <c:v>1477.6704</c:v>
                </c:pt>
                <c:pt idx="1056">
                  <c:v>1489.8624</c:v>
                </c:pt>
                <c:pt idx="1057">
                  <c:v>1495.0440000000001</c:v>
                </c:pt>
                <c:pt idx="1058">
                  <c:v>1507.5408</c:v>
                </c:pt>
                <c:pt idx="1059">
                  <c:v>1490.7768000000001</c:v>
                </c:pt>
                <c:pt idx="1060">
                  <c:v>1506.6264000000001</c:v>
                </c:pt>
                <c:pt idx="1061">
                  <c:v>1483.1568</c:v>
                </c:pt>
                <c:pt idx="1062">
                  <c:v>1503.8832</c:v>
                </c:pt>
                <c:pt idx="1063">
                  <c:v>1521.5616</c:v>
                </c:pt>
                <c:pt idx="1064">
                  <c:v>1527.048</c:v>
                </c:pt>
                <c:pt idx="1065">
                  <c:v>1502.664</c:v>
                </c:pt>
                <c:pt idx="1066">
                  <c:v>1529.4864</c:v>
                </c:pt>
                <c:pt idx="1067">
                  <c:v>1505.1024</c:v>
                </c:pt>
                <c:pt idx="1068">
                  <c:v>1524.9143999999999</c:v>
                </c:pt>
                <c:pt idx="1069">
                  <c:v>1516.9896000000001</c:v>
                </c:pt>
                <c:pt idx="1070">
                  <c:v>1486.5096000000001</c:v>
                </c:pt>
                <c:pt idx="1071">
                  <c:v>1473.7080000000001</c:v>
                </c:pt>
                <c:pt idx="1072">
                  <c:v>1450.5432000000001</c:v>
                </c:pt>
                <c:pt idx="1073">
                  <c:v>1434.0840000000001</c:v>
                </c:pt>
                <c:pt idx="1074">
                  <c:v>1416.1007999999999</c:v>
                </c:pt>
                <c:pt idx="1075">
                  <c:v>1394.46</c:v>
                </c:pt>
                <c:pt idx="1076">
                  <c:v>1383.7919999999999</c:v>
                </c:pt>
                <c:pt idx="1077">
                  <c:v>1356.0552</c:v>
                </c:pt>
                <c:pt idx="1078">
                  <c:v>1311.2496000000001</c:v>
                </c:pt>
                <c:pt idx="1079">
                  <c:v>1290.828</c:v>
                </c:pt>
                <c:pt idx="1080">
                  <c:v>1256.3856000000001</c:v>
                </c:pt>
                <c:pt idx="1081">
                  <c:v>1235.3543999999999</c:v>
                </c:pt>
                <c:pt idx="1082">
                  <c:v>1543.5072</c:v>
                </c:pt>
                <c:pt idx="1083">
                  <c:v>1550.5175999999999</c:v>
                </c:pt>
                <c:pt idx="1084">
                  <c:v>1539.8496</c:v>
                </c:pt>
                <c:pt idx="1085">
                  <c:v>1528.5719999999999</c:v>
                </c:pt>
                <c:pt idx="1086">
                  <c:v>1549.2983999999999</c:v>
                </c:pt>
                <c:pt idx="1087">
                  <c:v>1562.4048</c:v>
                </c:pt>
                <c:pt idx="1088">
                  <c:v>1552.0416</c:v>
                </c:pt>
                <c:pt idx="1089">
                  <c:v>1566.672</c:v>
                </c:pt>
                <c:pt idx="1090">
                  <c:v>1578.864</c:v>
                </c:pt>
                <c:pt idx="1091">
                  <c:v>1584.6551999999999</c:v>
                </c:pt>
                <c:pt idx="1092">
                  <c:v>1575.2064</c:v>
                </c:pt>
                <c:pt idx="1093">
                  <c:v>1565.4528</c:v>
                </c:pt>
                <c:pt idx="1094">
                  <c:v>1602.0288</c:v>
                </c:pt>
                <c:pt idx="1095">
                  <c:v>1591.9703999999999</c:v>
                </c:pt>
                <c:pt idx="1096">
                  <c:v>1581.3024</c:v>
                </c:pt>
                <c:pt idx="1097">
                  <c:v>1608.1248000000001</c:v>
                </c:pt>
                <c:pt idx="1098">
                  <c:v>1609.6487999999999</c:v>
                </c:pt>
                <c:pt idx="1099">
                  <c:v>1613.6112000000001</c:v>
                </c:pt>
                <c:pt idx="1100">
                  <c:v>1602.6384</c:v>
                </c:pt>
                <c:pt idx="1101">
                  <c:v>1607.5152</c:v>
                </c:pt>
                <c:pt idx="1102">
                  <c:v>1606.9056</c:v>
                </c:pt>
                <c:pt idx="1103">
                  <c:v>1591.3607999999999</c:v>
                </c:pt>
                <c:pt idx="1104">
                  <c:v>1554.1751999999999</c:v>
                </c:pt>
                <c:pt idx="1105">
                  <c:v>1538.9351999999999</c:v>
                </c:pt>
                <c:pt idx="1106">
                  <c:v>1604.1623999999999</c:v>
                </c:pt>
                <c:pt idx="1107">
                  <c:v>1605.6864</c:v>
                </c:pt>
                <c:pt idx="1108">
                  <c:v>1607.2103999999999</c:v>
                </c:pt>
                <c:pt idx="1109">
                  <c:v>1604.7719999999999</c:v>
                </c:pt>
                <c:pt idx="1110">
                  <c:v>1597.4567999999999</c:v>
                </c:pt>
                <c:pt idx="1111">
                  <c:v>1576.4256</c:v>
                </c:pt>
                <c:pt idx="1112">
                  <c:v>1560.2711999999999</c:v>
                </c:pt>
                <c:pt idx="1113">
                  <c:v>1519.4280000000001</c:v>
                </c:pt>
                <c:pt idx="1114">
                  <c:v>1503.2736</c:v>
                </c:pt>
                <c:pt idx="1115">
                  <c:v>1456.944</c:v>
                </c:pt>
                <c:pt idx="1116">
                  <c:v>1442.9232</c:v>
                </c:pt>
                <c:pt idx="1117">
                  <c:v>1401.1656</c:v>
                </c:pt>
                <c:pt idx="1118">
                  <c:v>1386.84</c:v>
                </c:pt>
                <c:pt idx="1119">
                  <c:v>1350.8735999999999</c:v>
                </c:pt>
                <c:pt idx="1120">
                  <c:v>1321.0032000000001</c:v>
                </c:pt>
                <c:pt idx="1121">
                  <c:v>1292.0472</c:v>
                </c:pt>
                <c:pt idx="1122">
                  <c:v>1275.2832000000001</c:v>
                </c:pt>
                <c:pt idx="1123">
                  <c:v>1236.8784000000001</c:v>
                </c:pt>
                <c:pt idx="1124">
                  <c:v>1224.3815999999999</c:v>
                </c:pt>
                <c:pt idx="1125">
                  <c:v>1198.4736</c:v>
                </c:pt>
                <c:pt idx="1126">
                  <c:v>1182.624</c:v>
                </c:pt>
                <c:pt idx="1127">
                  <c:v>1164.336</c:v>
                </c:pt>
                <c:pt idx="1128">
                  <c:v>1139.0376000000001</c:v>
                </c:pt>
                <c:pt idx="1129">
                  <c:v>1121.664</c:v>
                </c:pt>
                <c:pt idx="1130">
                  <c:v>1107.9480000000001</c:v>
                </c:pt>
                <c:pt idx="1131">
                  <c:v>1082.9544000000001</c:v>
                </c:pt>
                <c:pt idx="1132">
                  <c:v>1063.752</c:v>
                </c:pt>
                <c:pt idx="1133">
                  <c:v>1046.0735999999999</c:v>
                </c:pt>
                <c:pt idx="1134">
                  <c:v>1023.2136</c:v>
                </c:pt>
                <c:pt idx="1135">
                  <c:v>1028.0904</c:v>
                </c:pt>
                <c:pt idx="1136">
                  <c:v>975.96960000000001</c:v>
                </c:pt>
                <c:pt idx="1137">
                  <c:v>956.4624</c:v>
                </c:pt>
                <c:pt idx="1138">
                  <c:v>940.30799999999999</c:v>
                </c:pt>
                <c:pt idx="1139">
                  <c:v>926.28719999999998</c:v>
                </c:pt>
                <c:pt idx="1140">
                  <c:v>914.09519999999998</c:v>
                </c:pt>
                <c:pt idx="1141">
                  <c:v>889.71119999999996</c:v>
                </c:pt>
                <c:pt idx="1142">
                  <c:v>853.44</c:v>
                </c:pt>
                <c:pt idx="1143">
                  <c:v>845.82</c:v>
                </c:pt>
                <c:pt idx="1144">
                  <c:v>808.63440000000003</c:v>
                </c:pt>
                <c:pt idx="1145">
                  <c:v>783.94560000000001</c:v>
                </c:pt>
                <c:pt idx="1146">
                  <c:v>720.24239999999998</c:v>
                </c:pt>
                <c:pt idx="1147">
                  <c:v>657.45360000000005</c:v>
                </c:pt>
                <c:pt idx="1148">
                  <c:v>642.82320000000004</c:v>
                </c:pt>
                <c:pt idx="1149">
                  <c:v>560.83199999999999</c:v>
                </c:pt>
                <c:pt idx="1150">
                  <c:v>546.20159999999998</c:v>
                </c:pt>
                <c:pt idx="1151">
                  <c:v>532.18079999999998</c:v>
                </c:pt>
                <c:pt idx="1152">
                  <c:v>477.012</c:v>
                </c:pt>
                <c:pt idx="1153">
                  <c:v>464.82</c:v>
                </c:pt>
                <c:pt idx="1154">
                  <c:v>410.56560000000002</c:v>
                </c:pt>
                <c:pt idx="1155">
                  <c:v>379.7808</c:v>
                </c:pt>
                <c:pt idx="1156">
                  <c:v>353.26319999999998</c:v>
                </c:pt>
                <c:pt idx="1157">
                  <c:v>328.87920000000003</c:v>
                </c:pt>
                <c:pt idx="1158">
                  <c:v>295.04640000000001</c:v>
                </c:pt>
                <c:pt idx="1159">
                  <c:v>257.86079999999998</c:v>
                </c:pt>
                <c:pt idx="1160">
                  <c:v>242.0112</c:v>
                </c:pt>
                <c:pt idx="1161">
                  <c:v>206.34960000000001</c:v>
                </c:pt>
                <c:pt idx="1162">
                  <c:v>157.27680000000001</c:v>
                </c:pt>
                <c:pt idx="1163">
                  <c:v>113.9952</c:v>
                </c:pt>
                <c:pt idx="1164">
                  <c:v>63.093600000000002</c:v>
                </c:pt>
                <c:pt idx="1165">
                  <c:v>35.9664</c:v>
                </c:pt>
                <c:pt idx="1166">
                  <c:v>20.726400000000002</c:v>
                </c:pt>
                <c:pt idx="1167">
                  <c:v>14.6304</c:v>
                </c:pt>
                <c:pt idx="1168">
                  <c:v>1.2192000000000001</c:v>
                </c:pt>
                <c:pt idx="1169">
                  <c:v>1179.2711999999999</c:v>
                </c:pt>
                <c:pt idx="1170">
                  <c:v>1209.4464</c:v>
                </c:pt>
                <c:pt idx="1171">
                  <c:v>1615.44</c:v>
                </c:pt>
                <c:pt idx="1172">
                  <c:v>1614.5255999999999</c:v>
                </c:pt>
                <c:pt idx="1173">
                  <c:v>1614.8304000000001</c:v>
                </c:pt>
                <c:pt idx="1174">
                  <c:v>1605.9911999999999</c:v>
                </c:pt>
                <c:pt idx="1175">
                  <c:v>1607.82</c:v>
                </c:pt>
                <c:pt idx="1176">
                  <c:v>1610.8679999999999</c:v>
                </c:pt>
                <c:pt idx="1177">
                  <c:v>1611.1728000000001</c:v>
                </c:pt>
                <c:pt idx="1178">
                  <c:v>1613.0016000000001</c:v>
                </c:pt>
                <c:pt idx="1179">
                  <c:v>1612.0871999999999</c:v>
                </c:pt>
                <c:pt idx="1180">
                  <c:v>1605.6864</c:v>
                </c:pt>
                <c:pt idx="1181">
                  <c:v>1588.3127999999999</c:v>
                </c:pt>
                <c:pt idx="1182">
                  <c:v>1568.5008</c:v>
                </c:pt>
                <c:pt idx="1183">
                  <c:v>1543.5072</c:v>
                </c:pt>
                <c:pt idx="1184">
                  <c:v>1518.2088000000001</c:v>
                </c:pt>
                <c:pt idx="1185">
                  <c:v>1503.8832</c:v>
                </c:pt>
                <c:pt idx="1186">
                  <c:v>1488.6432</c:v>
                </c:pt>
                <c:pt idx="1187">
                  <c:v>1476.7560000000001</c:v>
                </c:pt>
                <c:pt idx="1188">
                  <c:v>1461.2112</c:v>
                </c:pt>
                <c:pt idx="1189">
                  <c:v>1455.7248</c:v>
                </c:pt>
                <c:pt idx="1190">
                  <c:v>1440.7896000000001</c:v>
                </c:pt>
                <c:pt idx="1191">
                  <c:v>1427.0735999999999</c:v>
                </c:pt>
                <c:pt idx="1192">
                  <c:v>1415.4911999999999</c:v>
                </c:pt>
                <c:pt idx="1193">
                  <c:v>1400.2511999999999</c:v>
                </c:pt>
                <c:pt idx="1194">
                  <c:v>1389.5832</c:v>
                </c:pt>
                <c:pt idx="1195">
                  <c:v>1374.3432</c:v>
                </c:pt>
                <c:pt idx="1196">
                  <c:v>1365.8088</c:v>
                </c:pt>
                <c:pt idx="1197">
                  <c:v>1350.8735999999999</c:v>
                </c:pt>
                <c:pt idx="1198">
                  <c:v>1334.1096</c:v>
                </c:pt>
                <c:pt idx="1199">
                  <c:v>1321.9176</c:v>
                </c:pt>
                <c:pt idx="1200">
                  <c:v>1303.3248000000001</c:v>
                </c:pt>
                <c:pt idx="1201">
                  <c:v>1287.78</c:v>
                </c:pt>
                <c:pt idx="1202">
                  <c:v>1275.2832000000001</c:v>
                </c:pt>
                <c:pt idx="1203">
                  <c:v>1259.7384</c:v>
                </c:pt>
                <c:pt idx="1204">
                  <c:v>1243.2791999999999</c:v>
                </c:pt>
                <c:pt idx="1205">
                  <c:v>1228.9536000000001</c:v>
                </c:pt>
                <c:pt idx="1206">
                  <c:v>1217.3712</c:v>
                </c:pt>
                <c:pt idx="1207">
                  <c:v>1201.8263999999999</c:v>
                </c:pt>
                <c:pt idx="1208">
                  <c:v>1191.1584</c:v>
                </c:pt>
                <c:pt idx="1209">
                  <c:v>1175.9184</c:v>
                </c:pt>
                <c:pt idx="1210">
                  <c:v>1164.6407999999999</c:v>
                </c:pt>
                <c:pt idx="1211">
                  <c:v>1149.7056</c:v>
                </c:pt>
                <c:pt idx="1212">
                  <c:v>1134.7704000000001</c:v>
                </c:pt>
                <c:pt idx="1213">
                  <c:v>1119.8352</c:v>
                </c:pt>
                <c:pt idx="1214">
                  <c:v>1103.9856</c:v>
                </c:pt>
                <c:pt idx="1215">
                  <c:v>1088.7456</c:v>
                </c:pt>
                <c:pt idx="1216">
                  <c:v>1071.0672</c:v>
                </c:pt>
                <c:pt idx="1217">
                  <c:v>1061.3136</c:v>
                </c:pt>
                <c:pt idx="1218">
                  <c:v>1044.8543999999999</c:v>
                </c:pt>
                <c:pt idx="1219">
                  <c:v>1022.604</c:v>
                </c:pt>
                <c:pt idx="1220">
                  <c:v>997.61040000000003</c:v>
                </c:pt>
                <c:pt idx="1221">
                  <c:v>996.69600000000003</c:v>
                </c:pt>
                <c:pt idx="1222">
                  <c:v>982.06560000000002</c:v>
                </c:pt>
                <c:pt idx="1223">
                  <c:v>973.83600000000001</c:v>
                </c:pt>
                <c:pt idx="1224">
                  <c:v>959.8152</c:v>
                </c:pt>
                <c:pt idx="1225">
                  <c:v>950.6712</c:v>
                </c:pt>
                <c:pt idx="1226">
                  <c:v>944.2704</c:v>
                </c:pt>
                <c:pt idx="1227">
                  <c:v>925.06799999999998</c:v>
                </c:pt>
                <c:pt idx="1228">
                  <c:v>913.79039999999998</c:v>
                </c:pt>
                <c:pt idx="1229">
                  <c:v>890.32079999999996</c:v>
                </c:pt>
                <c:pt idx="1230">
                  <c:v>889.10159999999996</c:v>
                </c:pt>
                <c:pt idx="1231">
                  <c:v>839.72400000000005</c:v>
                </c:pt>
                <c:pt idx="1232">
                  <c:v>830.58</c:v>
                </c:pt>
                <c:pt idx="1233">
                  <c:v>791.26080000000002</c:v>
                </c:pt>
                <c:pt idx="1234">
                  <c:v>721.46159999999998</c:v>
                </c:pt>
                <c:pt idx="1235">
                  <c:v>709.26959999999997</c:v>
                </c:pt>
                <c:pt idx="1236">
                  <c:v>660.50160000000005</c:v>
                </c:pt>
                <c:pt idx="1237">
                  <c:v>637.03200000000004</c:v>
                </c:pt>
                <c:pt idx="1238">
                  <c:v>626.36400000000003</c:v>
                </c:pt>
                <c:pt idx="1239">
                  <c:v>594.96960000000001</c:v>
                </c:pt>
                <c:pt idx="1240">
                  <c:v>487.98480000000001</c:v>
                </c:pt>
                <c:pt idx="1241">
                  <c:v>467.56319999999999</c:v>
                </c:pt>
                <c:pt idx="1242">
                  <c:v>441.65519999999998</c:v>
                </c:pt>
                <c:pt idx="1243">
                  <c:v>414.83280000000002</c:v>
                </c:pt>
                <c:pt idx="1244">
                  <c:v>397.45920000000001</c:v>
                </c:pt>
                <c:pt idx="1245">
                  <c:v>316.68720000000002</c:v>
                </c:pt>
                <c:pt idx="1246">
                  <c:v>301.75200000000001</c:v>
                </c:pt>
                <c:pt idx="1247">
                  <c:v>231.648</c:v>
                </c:pt>
                <c:pt idx="1248">
                  <c:v>222.80879999999999</c:v>
                </c:pt>
                <c:pt idx="1249">
                  <c:v>159.71520000000001</c:v>
                </c:pt>
                <c:pt idx="1250">
                  <c:v>137.7696</c:v>
                </c:pt>
                <c:pt idx="1251">
                  <c:v>80.162400000000005</c:v>
                </c:pt>
                <c:pt idx="1252">
                  <c:v>44.500799999999998</c:v>
                </c:pt>
                <c:pt idx="1253">
                  <c:v>28.346399999999999</c:v>
                </c:pt>
                <c:pt idx="1254">
                  <c:v>13.715999999999999</c:v>
                </c:pt>
                <c:pt idx="1255">
                  <c:v>144.1704</c:v>
                </c:pt>
                <c:pt idx="1256">
                  <c:v>866.24159999999995</c:v>
                </c:pt>
                <c:pt idx="1257">
                  <c:v>832.40880000000004</c:v>
                </c:pt>
                <c:pt idx="1258">
                  <c:v>832.10400000000004</c:v>
                </c:pt>
                <c:pt idx="1259">
                  <c:v>602.28480000000002</c:v>
                </c:pt>
                <c:pt idx="1260">
                  <c:v>556.86959999999999</c:v>
                </c:pt>
                <c:pt idx="1261">
                  <c:v>523.03679999999997</c:v>
                </c:pt>
                <c:pt idx="1262">
                  <c:v>488.28960000000001</c:v>
                </c:pt>
                <c:pt idx="1263">
                  <c:v>465.42959999999999</c:v>
                </c:pt>
                <c:pt idx="1264">
                  <c:v>437.08319999999998</c:v>
                </c:pt>
                <c:pt idx="1265">
                  <c:v>375.8184</c:v>
                </c:pt>
                <c:pt idx="1266">
                  <c:v>360.57839999999999</c:v>
                </c:pt>
                <c:pt idx="1267">
                  <c:v>340.15679999999998</c:v>
                </c:pt>
                <c:pt idx="1268">
                  <c:v>216.10319999999999</c:v>
                </c:pt>
                <c:pt idx="1269">
                  <c:v>151.48560000000001</c:v>
                </c:pt>
                <c:pt idx="1270">
                  <c:v>97.231200000000001</c:v>
                </c:pt>
                <c:pt idx="1271">
                  <c:v>95.7072</c:v>
                </c:pt>
                <c:pt idx="1272">
                  <c:v>6.4008000000000003</c:v>
                </c:pt>
                <c:pt idx="1273">
                  <c:v>3.6576</c:v>
                </c:pt>
                <c:pt idx="1274">
                  <c:v>6.4008000000000003</c:v>
                </c:pt>
                <c:pt idx="1275">
                  <c:v>4.8768000000000002</c:v>
                </c:pt>
                <c:pt idx="1276">
                  <c:v>116.4336</c:v>
                </c:pt>
                <c:pt idx="1277">
                  <c:v>1614.8304000000001</c:v>
                </c:pt>
                <c:pt idx="1278">
                  <c:v>1615.1351999999999</c:v>
                </c:pt>
                <c:pt idx="1279">
                  <c:v>1622.1456000000001</c:v>
                </c:pt>
                <c:pt idx="1280">
                  <c:v>1616.0496000000001</c:v>
                </c:pt>
                <c:pt idx="1281">
                  <c:v>1637.6904</c:v>
                </c:pt>
                <c:pt idx="1282">
                  <c:v>1629.4608000000001</c:v>
                </c:pt>
                <c:pt idx="1283">
                  <c:v>1636.7760000000001</c:v>
                </c:pt>
                <c:pt idx="1284">
                  <c:v>1640.7384</c:v>
                </c:pt>
                <c:pt idx="1285">
                  <c:v>1650.1872000000001</c:v>
                </c:pt>
                <c:pt idx="1286">
                  <c:v>1640.1288</c:v>
                </c:pt>
                <c:pt idx="1287">
                  <c:v>1652.3208</c:v>
                </c:pt>
                <c:pt idx="1288">
                  <c:v>1660.8552</c:v>
                </c:pt>
                <c:pt idx="1289">
                  <c:v>1673.3520000000001</c:v>
                </c:pt>
                <c:pt idx="1290">
                  <c:v>1663.5984000000001</c:v>
                </c:pt>
                <c:pt idx="1291">
                  <c:v>1653.2352000000001</c:v>
                </c:pt>
                <c:pt idx="1292">
                  <c:v>1676.0952</c:v>
                </c:pt>
                <c:pt idx="1293">
                  <c:v>1668.78</c:v>
                </c:pt>
                <c:pt idx="1294">
                  <c:v>1678.2288000000001</c:v>
                </c:pt>
                <c:pt idx="1295">
                  <c:v>1689.5064</c:v>
                </c:pt>
                <c:pt idx="1296">
                  <c:v>1679.7528</c:v>
                </c:pt>
                <c:pt idx="1297">
                  <c:v>1669.9992</c:v>
                </c:pt>
                <c:pt idx="1298">
                  <c:v>1693.164</c:v>
                </c:pt>
                <c:pt idx="1299">
                  <c:v>1701.6984</c:v>
                </c:pt>
                <c:pt idx="1300">
                  <c:v>1713.8904</c:v>
                </c:pt>
                <c:pt idx="1301">
                  <c:v>1702.0032000000001</c:v>
                </c:pt>
                <c:pt idx="1302">
                  <c:v>1689.5064</c:v>
                </c:pt>
                <c:pt idx="1303">
                  <c:v>1711.452</c:v>
                </c:pt>
                <c:pt idx="1304">
                  <c:v>1722.7295999999999</c:v>
                </c:pt>
                <c:pt idx="1305">
                  <c:v>1734.9215999999999</c:v>
                </c:pt>
                <c:pt idx="1306">
                  <c:v>1721.2056</c:v>
                </c:pt>
                <c:pt idx="1307">
                  <c:v>1706.2704000000001</c:v>
                </c:pt>
                <c:pt idx="1308">
                  <c:v>1734.0072</c:v>
                </c:pt>
                <c:pt idx="1309">
                  <c:v>1740.1032</c:v>
                </c:pt>
                <c:pt idx="1310">
                  <c:v>1724.8632</c:v>
                </c:pt>
                <c:pt idx="1311">
                  <c:v>1752.2952</c:v>
                </c:pt>
                <c:pt idx="1312">
                  <c:v>1756.5624</c:v>
                </c:pt>
                <c:pt idx="1313">
                  <c:v>1763.8776</c:v>
                </c:pt>
                <c:pt idx="1314">
                  <c:v>1752.2952</c:v>
                </c:pt>
                <c:pt idx="1315">
                  <c:v>1761.7439999999999</c:v>
                </c:pt>
                <c:pt idx="1316">
                  <c:v>1739.7983999999999</c:v>
                </c:pt>
                <c:pt idx="1317">
                  <c:v>1718.1576</c:v>
                </c:pt>
                <c:pt idx="1318">
                  <c:v>1714.8047999999999</c:v>
                </c:pt>
                <c:pt idx="1319">
                  <c:v>1691.3352</c:v>
                </c:pt>
                <c:pt idx="1320">
                  <c:v>1679.4480000000001</c:v>
                </c:pt>
                <c:pt idx="1321">
                  <c:v>1641.0432000000001</c:v>
                </c:pt>
                <c:pt idx="1322">
                  <c:v>1622.1456000000001</c:v>
                </c:pt>
                <c:pt idx="1323">
                  <c:v>1687.3728000000001</c:v>
                </c:pt>
                <c:pt idx="1324">
                  <c:v>1716.3288</c:v>
                </c:pt>
                <c:pt idx="1325">
                  <c:v>1779.4223999999999</c:v>
                </c:pt>
                <c:pt idx="1326">
                  <c:v>1782.1656</c:v>
                </c:pt>
                <c:pt idx="1327">
                  <c:v>1764.4872</c:v>
                </c:pt>
                <c:pt idx="1328">
                  <c:v>1801.9775999999999</c:v>
                </c:pt>
                <c:pt idx="1329">
                  <c:v>1787.3471999999999</c:v>
                </c:pt>
                <c:pt idx="1330">
                  <c:v>1802.5871999999999</c:v>
                </c:pt>
                <c:pt idx="1331">
                  <c:v>1801.6728000000001</c:v>
                </c:pt>
                <c:pt idx="1332">
                  <c:v>1821.4848</c:v>
                </c:pt>
                <c:pt idx="1333">
                  <c:v>1819.6559999999999</c:v>
                </c:pt>
                <c:pt idx="1334">
                  <c:v>1805.6351999999999</c:v>
                </c:pt>
                <c:pt idx="1335">
                  <c:v>1846.7832000000001</c:v>
                </c:pt>
                <c:pt idx="1336">
                  <c:v>1832.4576</c:v>
                </c:pt>
                <c:pt idx="1337">
                  <c:v>1843.7352000000001</c:v>
                </c:pt>
                <c:pt idx="1338">
                  <c:v>1850.7456</c:v>
                </c:pt>
                <c:pt idx="1339">
                  <c:v>1865.6808000000001</c:v>
                </c:pt>
                <c:pt idx="1340">
                  <c:v>1855.6224</c:v>
                </c:pt>
                <c:pt idx="1341">
                  <c:v>1844.9544000000001</c:v>
                </c:pt>
                <c:pt idx="1342">
                  <c:v>1860.8040000000001</c:v>
                </c:pt>
                <c:pt idx="1343">
                  <c:v>1871.7768000000001</c:v>
                </c:pt>
                <c:pt idx="1344">
                  <c:v>1885.4928</c:v>
                </c:pt>
                <c:pt idx="1345">
                  <c:v>1863.2424000000001</c:v>
                </c:pt>
                <c:pt idx="1346">
                  <c:v>1883.0544</c:v>
                </c:pt>
                <c:pt idx="1347">
                  <c:v>1879.3968</c:v>
                </c:pt>
                <c:pt idx="1348">
                  <c:v>1890.6744000000001</c:v>
                </c:pt>
                <c:pt idx="1349">
                  <c:v>1894.3320000000001</c:v>
                </c:pt>
                <c:pt idx="1350">
                  <c:v>1879.3968</c:v>
                </c:pt>
                <c:pt idx="1351">
                  <c:v>1902.5616</c:v>
                </c:pt>
                <c:pt idx="1352">
                  <c:v>1913.8391999999999</c:v>
                </c:pt>
                <c:pt idx="1353">
                  <c:v>1923.288</c:v>
                </c:pt>
                <c:pt idx="1354">
                  <c:v>1904.6952000000001</c:v>
                </c:pt>
                <c:pt idx="1355">
                  <c:v>1922.0688</c:v>
                </c:pt>
                <c:pt idx="1356">
                  <c:v>1936.6992</c:v>
                </c:pt>
                <c:pt idx="1357">
                  <c:v>1928.7744</c:v>
                </c:pt>
                <c:pt idx="1358">
                  <c:v>1892.808</c:v>
                </c:pt>
                <c:pt idx="1359">
                  <c:v>1864.1568</c:v>
                </c:pt>
                <c:pt idx="1360">
                  <c:v>1819.3512000000001</c:v>
                </c:pt>
                <c:pt idx="1361">
                  <c:v>1779.4223999999999</c:v>
                </c:pt>
                <c:pt idx="1362">
                  <c:v>1733.3976</c:v>
                </c:pt>
                <c:pt idx="1363">
                  <c:v>1682.8008</c:v>
                </c:pt>
                <c:pt idx="1364">
                  <c:v>1627.3271999999999</c:v>
                </c:pt>
                <c:pt idx="1365">
                  <c:v>1532.8391999999999</c:v>
                </c:pt>
                <c:pt idx="1366">
                  <c:v>1512.7224000000001</c:v>
                </c:pt>
                <c:pt idx="1367">
                  <c:v>1350.8735999999999</c:v>
                </c:pt>
                <c:pt idx="1368">
                  <c:v>1330.7568000000001</c:v>
                </c:pt>
                <c:pt idx="1369">
                  <c:v>1306.9824000000001</c:v>
                </c:pt>
                <c:pt idx="1370">
                  <c:v>1279.2456</c:v>
                </c:pt>
                <c:pt idx="1371">
                  <c:v>1119.5304000000001</c:v>
                </c:pt>
                <c:pt idx="1372">
                  <c:v>1105.2048</c:v>
                </c:pt>
                <c:pt idx="1373">
                  <c:v>1022.604</c:v>
                </c:pt>
                <c:pt idx="1374">
                  <c:v>970.78800000000001</c:v>
                </c:pt>
                <c:pt idx="1375">
                  <c:v>898.55039999999997</c:v>
                </c:pt>
                <c:pt idx="1376">
                  <c:v>829.66560000000004</c:v>
                </c:pt>
                <c:pt idx="1377">
                  <c:v>793.69920000000002</c:v>
                </c:pt>
                <c:pt idx="1378">
                  <c:v>685.49519999999995</c:v>
                </c:pt>
                <c:pt idx="1379">
                  <c:v>619.04880000000003</c:v>
                </c:pt>
                <c:pt idx="1380">
                  <c:v>560.83199999999999</c:v>
                </c:pt>
                <c:pt idx="1381">
                  <c:v>523.03679999999997</c:v>
                </c:pt>
                <c:pt idx="1382">
                  <c:v>492.55680000000001</c:v>
                </c:pt>
                <c:pt idx="1383">
                  <c:v>426.72</c:v>
                </c:pt>
                <c:pt idx="1384">
                  <c:v>362.10239999999999</c:v>
                </c:pt>
                <c:pt idx="1385">
                  <c:v>309.67680000000001</c:v>
                </c:pt>
                <c:pt idx="1386">
                  <c:v>254.50800000000001</c:v>
                </c:pt>
                <c:pt idx="1387">
                  <c:v>220.06559999999999</c:v>
                </c:pt>
                <c:pt idx="1388">
                  <c:v>163.06800000000001</c:v>
                </c:pt>
                <c:pt idx="1389">
                  <c:v>70.408799999999999</c:v>
                </c:pt>
                <c:pt idx="1390">
                  <c:v>44.195999999999998</c:v>
                </c:pt>
                <c:pt idx="1391">
                  <c:v>70.7136</c:v>
                </c:pt>
                <c:pt idx="1392">
                  <c:v>1058.2655999999999</c:v>
                </c:pt>
                <c:pt idx="1393">
                  <c:v>1052.4744000000001</c:v>
                </c:pt>
                <c:pt idx="1394">
                  <c:v>1039.9775999999999</c:v>
                </c:pt>
                <c:pt idx="1395">
                  <c:v>1048.8168000000001</c:v>
                </c:pt>
                <c:pt idx="1396">
                  <c:v>1948.2816</c:v>
                </c:pt>
                <c:pt idx="1397">
                  <c:v>1937.6135999999999</c:v>
                </c:pt>
                <c:pt idx="1398">
                  <c:v>1926.9456</c:v>
                </c:pt>
                <c:pt idx="1399">
                  <c:v>1947.9767999999999</c:v>
                </c:pt>
                <c:pt idx="1400">
                  <c:v>1967.1792</c:v>
                </c:pt>
                <c:pt idx="1401">
                  <c:v>1978.4567999999999</c:v>
                </c:pt>
                <c:pt idx="1402">
                  <c:v>1986.0768</c:v>
                </c:pt>
                <c:pt idx="1403">
                  <c:v>1991.2583999999999</c:v>
                </c:pt>
                <c:pt idx="1404">
                  <c:v>1949.8055999999999</c:v>
                </c:pt>
                <c:pt idx="1405">
                  <c:v>1922.0688</c:v>
                </c:pt>
                <c:pt idx="1406">
                  <c:v>1891.8936000000001</c:v>
                </c:pt>
                <c:pt idx="1407">
                  <c:v>1877.2632000000001</c:v>
                </c:pt>
                <c:pt idx="1408">
                  <c:v>1848.6120000000001</c:v>
                </c:pt>
                <c:pt idx="1409">
                  <c:v>1814.4744000000001</c:v>
                </c:pt>
                <c:pt idx="1410">
                  <c:v>1781.556</c:v>
                </c:pt>
                <c:pt idx="1411">
                  <c:v>1738.2744</c:v>
                </c:pt>
                <c:pt idx="1412">
                  <c:v>1734.6168</c:v>
                </c:pt>
                <c:pt idx="1413">
                  <c:v>1698.3456000000001</c:v>
                </c:pt>
                <c:pt idx="1414">
                  <c:v>1657.1976</c:v>
                </c:pt>
                <c:pt idx="1415">
                  <c:v>1630.0704000000001</c:v>
                </c:pt>
                <c:pt idx="1416">
                  <c:v>1561.7952</c:v>
                </c:pt>
                <c:pt idx="1417">
                  <c:v>1532.2295999999999</c:v>
                </c:pt>
                <c:pt idx="1418">
                  <c:v>1482.5472</c:v>
                </c:pt>
                <c:pt idx="1419">
                  <c:v>1420.0632000000001</c:v>
                </c:pt>
                <c:pt idx="1420">
                  <c:v>1416.4056</c:v>
                </c:pt>
                <c:pt idx="1421">
                  <c:v>1362.4559999999999</c:v>
                </c:pt>
                <c:pt idx="1422">
                  <c:v>1360.0175999999999</c:v>
                </c:pt>
                <c:pt idx="1423">
                  <c:v>1301.4960000000001</c:v>
                </c:pt>
                <c:pt idx="1424">
                  <c:v>1159.4592</c:v>
                </c:pt>
                <c:pt idx="1425">
                  <c:v>1109.472</c:v>
                </c:pt>
                <c:pt idx="1426">
                  <c:v>1043.94</c:v>
                </c:pt>
                <c:pt idx="1427">
                  <c:v>1042.1112000000001</c:v>
                </c:pt>
                <c:pt idx="1428">
                  <c:v>983.58960000000002</c:v>
                </c:pt>
                <c:pt idx="1429">
                  <c:v>920.49599999999998</c:v>
                </c:pt>
                <c:pt idx="1430">
                  <c:v>845.21040000000005</c:v>
                </c:pt>
                <c:pt idx="1431">
                  <c:v>818.99760000000003</c:v>
                </c:pt>
                <c:pt idx="1432">
                  <c:v>793.08960000000002</c:v>
                </c:pt>
                <c:pt idx="1433">
                  <c:v>772.66800000000001</c:v>
                </c:pt>
                <c:pt idx="1434">
                  <c:v>726.03359999999998</c:v>
                </c:pt>
                <c:pt idx="1435">
                  <c:v>638.25120000000004</c:v>
                </c:pt>
                <c:pt idx="1436">
                  <c:v>607.77120000000002</c:v>
                </c:pt>
                <c:pt idx="1437">
                  <c:v>388.0104</c:v>
                </c:pt>
                <c:pt idx="1438">
                  <c:v>1138.7328</c:v>
                </c:pt>
                <c:pt idx="1439">
                  <c:v>1120.7496000000001</c:v>
                </c:pt>
                <c:pt idx="1440">
                  <c:v>1035.7103999999999</c:v>
                </c:pt>
                <c:pt idx="1441">
                  <c:v>1012.8504</c:v>
                </c:pt>
                <c:pt idx="1442">
                  <c:v>1006.1448</c:v>
                </c:pt>
                <c:pt idx="1443">
                  <c:v>955.548</c:v>
                </c:pt>
                <c:pt idx="1444">
                  <c:v>940.91759999999999</c:v>
                </c:pt>
                <c:pt idx="1445">
                  <c:v>915.92399999999998</c:v>
                </c:pt>
                <c:pt idx="1446">
                  <c:v>834.54240000000004</c:v>
                </c:pt>
                <c:pt idx="1447">
                  <c:v>1996.7447999999999</c:v>
                </c:pt>
                <c:pt idx="1448">
                  <c:v>2024.1768</c:v>
                </c:pt>
                <c:pt idx="1449">
                  <c:v>2012.8992000000001</c:v>
                </c:pt>
                <c:pt idx="1450">
                  <c:v>2042.4648</c:v>
                </c:pt>
                <c:pt idx="1451">
                  <c:v>2030.5776000000001</c:v>
                </c:pt>
                <c:pt idx="1452">
                  <c:v>2067.4584</c:v>
                </c:pt>
                <c:pt idx="1453">
                  <c:v>2089.7087999999999</c:v>
                </c:pt>
                <c:pt idx="1454">
                  <c:v>2090.0136000000002</c:v>
                </c:pt>
                <c:pt idx="1455">
                  <c:v>2098.2431999999999</c:v>
                </c:pt>
                <c:pt idx="1456">
                  <c:v>2106.7775999999999</c:v>
                </c:pt>
                <c:pt idx="1457">
                  <c:v>2090.0136000000002</c:v>
                </c:pt>
                <c:pt idx="1458">
                  <c:v>2127.5039999999999</c:v>
                </c:pt>
                <c:pt idx="1459">
                  <c:v>2115.0072</c:v>
                </c:pt>
                <c:pt idx="1460">
                  <c:v>2120.7984000000001</c:v>
                </c:pt>
                <c:pt idx="1461">
                  <c:v>2132.6855999999998</c:v>
                </c:pt>
                <c:pt idx="1462">
                  <c:v>2145.7919999999999</c:v>
                </c:pt>
                <c:pt idx="1463">
                  <c:v>2131.1615999999999</c:v>
                </c:pt>
                <c:pt idx="1464">
                  <c:v>2149.1448</c:v>
                </c:pt>
                <c:pt idx="1465">
                  <c:v>2153.4119999999998</c:v>
                </c:pt>
                <c:pt idx="1466">
                  <c:v>2169.5664000000002</c:v>
                </c:pt>
                <c:pt idx="1467">
                  <c:v>2155.5455999999999</c:v>
                </c:pt>
                <c:pt idx="1468">
                  <c:v>2168.9567999999999</c:v>
                </c:pt>
                <c:pt idx="1469">
                  <c:v>2193.9504000000002</c:v>
                </c:pt>
                <c:pt idx="1470">
                  <c:v>2191.5120000000002</c:v>
                </c:pt>
                <c:pt idx="1471">
                  <c:v>2175.3575999999998</c:v>
                </c:pt>
                <c:pt idx="1472">
                  <c:v>2188.4639999999999</c:v>
                </c:pt>
                <c:pt idx="1473">
                  <c:v>2175.3575999999998</c:v>
                </c:pt>
                <c:pt idx="1474">
                  <c:v>2190.9023999999999</c:v>
                </c:pt>
                <c:pt idx="1475">
                  <c:v>2171.0904</c:v>
                </c:pt>
                <c:pt idx="1476">
                  <c:v>2151.5832</c:v>
                </c:pt>
                <c:pt idx="1477">
                  <c:v>2125.6752000000001</c:v>
                </c:pt>
                <c:pt idx="1478">
                  <c:v>2101.2912000000001</c:v>
                </c:pt>
                <c:pt idx="1479">
                  <c:v>2071.7256000000002</c:v>
                </c:pt>
                <c:pt idx="1480">
                  <c:v>2040.636</c:v>
                </c:pt>
                <c:pt idx="1481">
                  <c:v>2024.4816000000001</c:v>
                </c:pt>
                <c:pt idx="1482">
                  <c:v>1993.6967999999999</c:v>
                </c:pt>
                <c:pt idx="1483">
                  <c:v>2194.56</c:v>
                </c:pt>
                <c:pt idx="1484">
                  <c:v>2172.9191999999998</c:v>
                </c:pt>
                <c:pt idx="1485">
                  <c:v>2189.3784000000001</c:v>
                </c:pt>
                <c:pt idx="1486">
                  <c:v>2187.5495999999998</c:v>
                </c:pt>
                <c:pt idx="1487">
                  <c:v>2185.4160000000002</c:v>
                </c:pt>
                <c:pt idx="1488">
                  <c:v>2145.4872</c:v>
                </c:pt>
                <c:pt idx="1489">
                  <c:v>2134.5144</c:v>
                </c:pt>
                <c:pt idx="1490">
                  <c:v>2110.1304</c:v>
                </c:pt>
                <c:pt idx="1491">
                  <c:v>2054.3519999999999</c:v>
                </c:pt>
                <c:pt idx="1492">
                  <c:v>2023.8720000000001</c:v>
                </c:pt>
                <c:pt idx="1493">
                  <c:v>2006.4983999999999</c:v>
                </c:pt>
                <c:pt idx="1494">
                  <c:v>1987.296</c:v>
                </c:pt>
                <c:pt idx="1495">
                  <c:v>1966.2647999999999</c:v>
                </c:pt>
                <c:pt idx="1496">
                  <c:v>1920.8496</c:v>
                </c:pt>
                <c:pt idx="1497">
                  <c:v>1903.1712</c:v>
                </c:pt>
                <c:pt idx="1498">
                  <c:v>1874.52</c:v>
                </c:pt>
                <c:pt idx="1499">
                  <c:v>1844.9544000000001</c:v>
                </c:pt>
                <c:pt idx="1500">
                  <c:v>1815.0840000000001</c:v>
                </c:pt>
                <c:pt idx="1501">
                  <c:v>1779.1176</c:v>
                </c:pt>
                <c:pt idx="1502">
                  <c:v>1736.1407999999999</c:v>
                </c:pt>
                <c:pt idx="1503">
                  <c:v>1711.7568000000001</c:v>
                </c:pt>
                <c:pt idx="1504">
                  <c:v>1674.5712000000001</c:v>
                </c:pt>
                <c:pt idx="1505">
                  <c:v>1638.9096</c:v>
                </c:pt>
                <c:pt idx="1506">
                  <c:v>1593.1895999999999</c:v>
                </c:pt>
                <c:pt idx="1507">
                  <c:v>1577.0352</c:v>
                </c:pt>
                <c:pt idx="1508">
                  <c:v>1504.4928</c:v>
                </c:pt>
                <c:pt idx="1509">
                  <c:v>1475.8416</c:v>
                </c:pt>
                <c:pt idx="1510">
                  <c:v>1471.5744</c:v>
                </c:pt>
                <c:pt idx="1511">
                  <c:v>1441.0944</c:v>
                </c:pt>
                <c:pt idx="1512">
                  <c:v>1381.6584</c:v>
                </c:pt>
                <c:pt idx="1513">
                  <c:v>1342.3391999999999</c:v>
                </c:pt>
                <c:pt idx="1514">
                  <c:v>1288.3896</c:v>
                </c:pt>
                <c:pt idx="1515">
                  <c:v>1254.5568000000001</c:v>
                </c:pt>
                <c:pt idx="1516">
                  <c:v>1218.5904</c:v>
                </c:pt>
                <c:pt idx="1517">
                  <c:v>1182.624</c:v>
                </c:pt>
                <c:pt idx="1518">
                  <c:v>1148.4864</c:v>
                </c:pt>
                <c:pt idx="1519">
                  <c:v>1106.1192000000001</c:v>
                </c:pt>
                <c:pt idx="1520">
                  <c:v>1126.2360000000001</c:v>
                </c:pt>
                <c:pt idx="1521">
                  <c:v>1072.5912000000001</c:v>
                </c:pt>
                <c:pt idx="1522">
                  <c:v>993.64800000000002</c:v>
                </c:pt>
                <c:pt idx="1523">
                  <c:v>969.56880000000001</c:v>
                </c:pt>
                <c:pt idx="1524">
                  <c:v>925.37279999999998</c:v>
                </c:pt>
                <c:pt idx="1525">
                  <c:v>863.49839999999995</c:v>
                </c:pt>
                <c:pt idx="1526">
                  <c:v>794.30880000000002</c:v>
                </c:pt>
                <c:pt idx="1527">
                  <c:v>769.0104</c:v>
                </c:pt>
                <c:pt idx="1528">
                  <c:v>750.72239999999999</c:v>
                </c:pt>
                <c:pt idx="1529">
                  <c:v>697.07759999999996</c:v>
                </c:pt>
                <c:pt idx="1530">
                  <c:v>689.15279999999996</c:v>
                </c:pt>
                <c:pt idx="1531">
                  <c:v>576.6816</c:v>
                </c:pt>
                <c:pt idx="1532">
                  <c:v>549.24959999999999</c:v>
                </c:pt>
                <c:pt idx="1533">
                  <c:v>516.02639999999997</c:v>
                </c:pt>
                <c:pt idx="1534">
                  <c:v>463.60079999999999</c:v>
                </c:pt>
                <c:pt idx="1535">
                  <c:v>377.3424</c:v>
                </c:pt>
                <c:pt idx="1536">
                  <c:v>279.8064</c:v>
                </c:pt>
                <c:pt idx="1537">
                  <c:v>226.77119999999999</c:v>
                </c:pt>
                <c:pt idx="1538">
                  <c:v>222.50399999999999</c:v>
                </c:pt>
                <c:pt idx="1539">
                  <c:v>145.9992</c:v>
                </c:pt>
                <c:pt idx="1540">
                  <c:v>140.5128</c:v>
                </c:pt>
                <c:pt idx="1541">
                  <c:v>123.7488</c:v>
                </c:pt>
                <c:pt idx="1542">
                  <c:v>96.316800000000001</c:v>
                </c:pt>
                <c:pt idx="1543">
                  <c:v>11.5824</c:v>
                </c:pt>
                <c:pt idx="1544">
                  <c:v>521.81759999999997</c:v>
                </c:pt>
                <c:pt idx="1545">
                  <c:v>1418.8440000000001</c:v>
                </c:pt>
                <c:pt idx="1546">
                  <c:v>2192.7312000000002</c:v>
                </c:pt>
                <c:pt idx="1547">
                  <c:v>2173.2240000000002</c:v>
                </c:pt>
                <c:pt idx="1548">
                  <c:v>1543.8119999999999</c:v>
                </c:pt>
                <c:pt idx="1549">
                  <c:v>1503.2736</c:v>
                </c:pt>
                <c:pt idx="1550">
                  <c:v>1451.7624000000001</c:v>
                </c:pt>
                <c:pt idx="1551">
                  <c:v>1395.6792</c:v>
                </c:pt>
                <c:pt idx="1552">
                  <c:v>1380.7439999999999</c:v>
                </c:pt>
                <c:pt idx="1553">
                  <c:v>1298.1432</c:v>
                </c:pt>
                <c:pt idx="1554">
                  <c:v>1293.876</c:v>
                </c:pt>
                <c:pt idx="1555">
                  <c:v>1109.1672000000001</c:v>
                </c:pt>
                <c:pt idx="1556">
                  <c:v>1090.2696000000001</c:v>
                </c:pt>
                <c:pt idx="1557">
                  <c:v>1000.6584</c:v>
                </c:pt>
                <c:pt idx="1558">
                  <c:v>933.29759999999999</c:v>
                </c:pt>
                <c:pt idx="1559">
                  <c:v>918.05759999999998</c:v>
                </c:pt>
                <c:pt idx="1560">
                  <c:v>841.24800000000005</c:v>
                </c:pt>
                <c:pt idx="1561">
                  <c:v>824.17920000000004</c:v>
                </c:pt>
                <c:pt idx="1562">
                  <c:v>691.59119999999996</c:v>
                </c:pt>
                <c:pt idx="1563">
                  <c:v>605.63760000000002</c:v>
                </c:pt>
                <c:pt idx="1564">
                  <c:v>580.94880000000001</c:v>
                </c:pt>
                <c:pt idx="1565">
                  <c:v>562.05119999999999</c:v>
                </c:pt>
                <c:pt idx="1566">
                  <c:v>543.45839999999998</c:v>
                </c:pt>
                <c:pt idx="1567">
                  <c:v>373.38</c:v>
                </c:pt>
                <c:pt idx="1568">
                  <c:v>353.56799999999998</c:v>
                </c:pt>
                <c:pt idx="1569">
                  <c:v>335.58479999999997</c:v>
                </c:pt>
                <c:pt idx="1570">
                  <c:v>312.11520000000002</c:v>
                </c:pt>
                <c:pt idx="1571">
                  <c:v>187.1472</c:v>
                </c:pt>
                <c:pt idx="1572">
                  <c:v>151.1808</c:v>
                </c:pt>
                <c:pt idx="1573">
                  <c:v>88.391999999999996</c:v>
                </c:pt>
                <c:pt idx="1574">
                  <c:v>47.5488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EC-425E-9E2D-555FEE830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5001712"/>
        <c:axId val="1975004112"/>
      </c:scatterChart>
      <c:valAx>
        <c:axId val="197500171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Hookload </a:t>
                </a:r>
                <a:r>
                  <a:rPr lang="en-ID" baseline="0"/>
                  <a:t>(klbs)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004112"/>
        <c:crosses val="autoZero"/>
        <c:crossBetween val="midCat"/>
      </c:valAx>
      <c:valAx>
        <c:axId val="1975004112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Depth</a:t>
                </a:r>
                <a:r>
                  <a:rPr lang="en-ID" baseline="0"/>
                  <a:t> (mMD)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* #,##0_-;\-* #,##0_-;_-* &quot;-&quot;??_-;_-@_-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0017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>
      <a:glow rad="63500">
        <a:srgbClr val="53548A">
          <a:satMod val="175000"/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'[Rig HP Calculation.xlsx]Sheet1'!$O$3:$O$7095</c:f>
              <c:numCache>
                <c:formatCode>General</c:formatCode>
                <c:ptCount val="7093"/>
                <c:pt idx="0">
                  <c:v>1.6</c:v>
                </c:pt>
                <c:pt idx="1">
                  <c:v>1.6</c:v>
                </c:pt>
                <c:pt idx="2">
                  <c:v>1.7</c:v>
                </c:pt>
                <c:pt idx="3">
                  <c:v>1.8</c:v>
                </c:pt>
                <c:pt idx="4">
                  <c:v>1.6</c:v>
                </c:pt>
                <c:pt idx="5">
                  <c:v>1.6</c:v>
                </c:pt>
                <c:pt idx="6">
                  <c:v>1.5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1.4</c:v>
                </c:pt>
                <c:pt idx="11">
                  <c:v>1.6</c:v>
                </c:pt>
                <c:pt idx="12">
                  <c:v>1.6</c:v>
                </c:pt>
                <c:pt idx="13">
                  <c:v>0.9</c:v>
                </c:pt>
                <c:pt idx="14">
                  <c:v>1.1000000000000001</c:v>
                </c:pt>
                <c:pt idx="15">
                  <c:v>1.7</c:v>
                </c:pt>
                <c:pt idx="16">
                  <c:v>1.5</c:v>
                </c:pt>
                <c:pt idx="17">
                  <c:v>1.8</c:v>
                </c:pt>
                <c:pt idx="18">
                  <c:v>1.5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1.2</c:v>
                </c:pt>
                <c:pt idx="24">
                  <c:v>1.3</c:v>
                </c:pt>
                <c:pt idx="25">
                  <c:v>1.1000000000000001</c:v>
                </c:pt>
                <c:pt idx="26">
                  <c:v>1.1000000000000001</c:v>
                </c:pt>
                <c:pt idx="27">
                  <c:v>1.5</c:v>
                </c:pt>
                <c:pt idx="28">
                  <c:v>1.3</c:v>
                </c:pt>
                <c:pt idx="29">
                  <c:v>1.1000000000000001</c:v>
                </c:pt>
                <c:pt idx="30">
                  <c:v>1.2</c:v>
                </c:pt>
                <c:pt idx="31">
                  <c:v>1.3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1.3</c:v>
                </c:pt>
                <c:pt idx="36">
                  <c:v>0.9</c:v>
                </c:pt>
                <c:pt idx="37">
                  <c:v>1.3</c:v>
                </c:pt>
                <c:pt idx="38">
                  <c:v>1.4</c:v>
                </c:pt>
                <c:pt idx="39">
                  <c:v>1.3</c:v>
                </c:pt>
                <c:pt idx="40">
                  <c:v>1.4</c:v>
                </c:pt>
                <c:pt idx="41">
                  <c:v>1.6</c:v>
                </c:pt>
                <c:pt idx="42">
                  <c:v>1.7</c:v>
                </c:pt>
                <c:pt idx="43">
                  <c:v>1.7</c:v>
                </c:pt>
                <c:pt idx="44">
                  <c:v>1.9</c:v>
                </c:pt>
                <c:pt idx="45">
                  <c:v>38</c:v>
                </c:pt>
                <c:pt idx="46">
                  <c:v>15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1.4</c:v>
                </c:pt>
                <c:pt idx="52">
                  <c:v>1.2</c:v>
                </c:pt>
                <c:pt idx="53">
                  <c:v>1.4</c:v>
                </c:pt>
                <c:pt idx="54">
                  <c:v>1.5</c:v>
                </c:pt>
                <c:pt idx="55">
                  <c:v>1.5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1.7</c:v>
                </c:pt>
                <c:pt idx="63">
                  <c:v>1.5</c:v>
                </c:pt>
                <c:pt idx="64">
                  <c:v>1.4</c:v>
                </c:pt>
                <c:pt idx="65">
                  <c:v>1.3</c:v>
                </c:pt>
                <c:pt idx="66">
                  <c:v>1.2</c:v>
                </c:pt>
                <c:pt idx="67">
                  <c:v>1.2</c:v>
                </c:pt>
                <c:pt idx="68">
                  <c:v>1.1000000000000001</c:v>
                </c:pt>
                <c:pt idx="69">
                  <c:v>1.2</c:v>
                </c:pt>
                <c:pt idx="70">
                  <c:v>1.3</c:v>
                </c:pt>
                <c:pt idx="71">
                  <c:v>1.1000000000000001</c:v>
                </c:pt>
                <c:pt idx="72">
                  <c:v>1.1000000000000001</c:v>
                </c:pt>
                <c:pt idx="73">
                  <c:v>1.3</c:v>
                </c:pt>
                <c:pt idx="74">
                  <c:v>1.3</c:v>
                </c:pt>
                <c:pt idx="75">
                  <c:v>1.3</c:v>
                </c:pt>
                <c:pt idx="76">
                  <c:v>1.2</c:v>
                </c:pt>
                <c:pt idx="77">
                  <c:v>1.3</c:v>
                </c:pt>
                <c:pt idx="78">
                  <c:v>1.5</c:v>
                </c:pt>
                <c:pt idx="79">
                  <c:v>1.6</c:v>
                </c:pt>
                <c:pt idx="80">
                  <c:v>1.7</c:v>
                </c:pt>
                <c:pt idx="81">
                  <c:v>1.7</c:v>
                </c:pt>
                <c:pt idx="82">
                  <c:v>1.6</c:v>
                </c:pt>
                <c:pt idx="83">
                  <c:v>1.5</c:v>
                </c:pt>
                <c:pt idx="84">
                  <c:v>1.4</c:v>
                </c:pt>
                <c:pt idx="85">
                  <c:v>1.6</c:v>
                </c:pt>
                <c:pt idx="86">
                  <c:v>1.5</c:v>
                </c:pt>
                <c:pt idx="87">
                  <c:v>1.3</c:v>
                </c:pt>
                <c:pt idx="88">
                  <c:v>1.5</c:v>
                </c:pt>
                <c:pt idx="89">
                  <c:v>1.4</c:v>
                </c:pt>
                <c:pt idx="90">
                  <c:v>1.4</c:v>
                </c:pt>
                <c:pt idx="91">
                  <c:v>1.4</c:v>
                </c:pt>
                <c:pt idx="92">
                  <c:v>1.4</c:v>
                </c:pt>
                <c:pt idx="93">
                  <c:v>1.5</c:v>
                </c:pt>
                <c:pt idx="94">
                  <c:v>1.6</c:v>
                </c:pt>
                <c:pt idx="95">
                  <c:v>1.6</c:v>
                </c:pt>
                <c:pt idx="96">
                  <c:v>1.5</c:v>
                </c:pt>
                <c:pt idx="97">
                  <c:v>1.4</c:v>
                </c:pt>
                <c:pt idx="98">
                  <c:v>1.3</c:v>
                </c:pt>
                <c:pt idx="99">
                  <c:v>1.5</c:v>
                </c:pt>
                <c:pt idx="100">
                  <c:v>1.6</c:v>
                </c:pt>
                <c:pt idx="101">
                  <c:v>1.4</c:v>
                </c:pt>
                <c:pt idx="102">
                  <c:v>1.4</c:v>
                </c:pt>
                <c:pt idx="103">
                  <c:v>1.5</c:v>
                </c:pt>
                <c:pt idx="104">
                  <c:v>1.5</c:v>
                </c:pt>
                <c:pt idx="105">
                  <c:v>1.5</c:v>
                </c:pt>
                <c:pt idx="106">
                  <c:v>1.6</c:v>
                </c:pt>
                <c:pt idx="107">
                  <c:v>0.8</c:v>
                </c:pt>
                <c:pt idx="108">
                  <c:v>0.8</c:v>
                </c:pt>
                <c:pt idx="109">
                  <c:v>0.7</c:v>
                </c:pt>
                <c:pt idx="110">
                  <c:v>37</c:v>
                </c:pt>
                <c:pt idx="111">
                  <c:v>0.9</c:v>
                </c:pt>
                <c:pt idx="112">
                  <c:v>0.9</c:v>
                </c:pt>
                <c:pt idx="113">
                  <c:v>37</c:v>
                </c:pt>
                <c:pt idx="114">
                  <c:v>37</c:v>
                </c:pt>
                <c:pt idx="115">
                  <c:v>37</c:v>
                </c:pt>
                <c:pt idx="116">
                  <c:v>37</c:v>
                </c:pt>
                <c:pt idx="117">
                  <c:v>37</c:v>
                </c:pt>
                <c:pt idx="118">
                  <c:v>37</c:v>
                </c:pt>
                <c:pt idx="119">
                  <c:v>36</c:v>
                </c:pt>
                <c:pt idx="120">
                  <c:v>37</c:v>
                </c:pt>
                <c:pt idx="121">
                  <c:v>37</c:v>
                </c:pt>
                <c:pt idx="122">
                  <c:v>35</c:v>
                </c:pt>
                <c:pt idx="123">
                  <c:v>36</c:v>
                </c:pt>
                <c:pt idx="124">
                  <c:v>36</c:v>
                </c:pt>
                <c:pt idx="125">
                  <c:v>36</c:v>
                </c:pt>
                <c:pt idx="126">
                  <c:v>36</c:v>
                </c:pt>
                <c:pt idx="127">
                  <c:v>37</c:v>
                </c:pt>
                <c:pt idx="128">
                  <c:v>37</c:v>
                </c:pt>
                <c:pt idx="129">
                  <c:v>36</c:v>
                </c:pt>
                <c:pt idx="130">
                  <c:v>36</c:v>
                </c:pt>
                <c:pt idx="131">
                  <c:v>35</c:v>
                </c:pt>
                <c:pt idx="132">
                  <c:v>34</c:v>
                </c:pt>
                <c:pt idx="133">
                  <c:v>34</c:v>
                </c:pt>
                <c:pt idx="134">
                  <c:v>34</c:v>
                </c:pt>
                <c:pt idx="135">
                  <c:v>34</c:v>
                </c:pt>
                <c:pt idx="136">
                  <c:v>34</c:v>
                </c:pt>
                <c:pt idx="137">
                  <c:v>34</c:v>
                </c:pt>
                <c:pt idx="138">
                  <c:v>34</c:v>
                </c:pt>
                <c:pt idx="139">
                  <c:v>34</c:v>
                </c:pt>
                <c:pt idx="140">
                  <c:v>34</c:v>
                </c:pt>
                <c:pt idx="141">
                  <c:v>34</c:v>
                </c:pt>
                <c:pt idx="142">
                  <c:v>34</c:v>
                </c:pt>
                <c:pt idx="143">
                  <c:v>34</c:v>
                </c:pt>
                <c:pt idx="144">
                  <c:v>34</c:v>
                </c:pt>
                <c:pt idx="145">
                  <c:v>34</c:v>
                </c:pt>
                <c:pt idx="146">
                  <c:v>34</c:v>
                </c:pt>
                <c:pt idx="147">
                  <c:v>34</c:v>
                </c:pt>
                <c:pt idx="148">
                  <c:v>34</c:v>
                </c:pt>
                <c:pt idx="149">
                  <c:v>34</c:v>
                </c:pt>
                <c:pt idx="150">
                  <c:v>34</c:v>
                </c:pt>
                <c:pt idx="151">
                  <c:v>34</c:v>
                </c:pt>
                <c:pt idx="152">
                  <c:v>34</c:v>
                </c:pt>
                <c:pt idx="153">
                  <c:v>35</c:v>
                </c:pt>
                <c:pt idx="154">
                  <c:v>35</c:v>
                </c:pt>
                <c:pt idx="155">
                  <c:v>35</c:v>
                </c:pt>
                <c:pt idx="156">
                  <c:v>35</c:v>
                </c:pt>
                <c:pt idx="157">
                  <c:v>38</c:v>
                </c:pt>
                <c:pt idx="158">
                  <c:v>39</c:v>
                </c:pt>
                <c:pt idx="159">
                  <c:v>39</c:v>
                </c:pt>
                <c:pt idx="160">
                  <c:v>39</c:v>
                </c:pt>
                <c:pt idx="161">
                  <c:v>39</c:v>
                </c:pt>
                <c:pt idx="162">
                  <c:v>39</c:v>
                </c:pt>
                <c:pt idx="163">
                  <c:v>39</c:v>
                </c:pt>
                <c:pt idx="164">
                  <c:v>39</c:v>
                </c:pt>
                <c:pt idx="165">
                  <c:v>39</c:v>
                </c:pt>
                <c:pt idx="166">
                  <c:v>39</c:v>
                </c:pt>
                <c:pt idx="167">
                  <c:v>39</c:v>
                </c:pt>
                <c:pt idx="168">
                  <c:v>39</c:v>
                </c:pt>
                <c:pt idx="169">
                  <c:v>39</c:v>
                </c:pt>
                <c:pt idx="170">
                  <c:v>39</c:v>
                </c:pt>
                <c:pt idx="171">
                  <c:v>39</c:v>
                </c:pt>
                <c:pt idx="172">
                  <c:v>39</c:v>
                </c:pt>
                <c:pt idx="173">
                  <c:v>39</c:v>
                </c:pt>
                <c:pt idx="174">
                  <c:v>39</c:v>
                </c:pt>
                <c:pt idx="175">
                  <c:v>1.7</c:v>
                </c:pt>
                <c:pt idx="176">
                  <c:v>1.8</c:v>
                </c:pt>
                <c:pt idx="177">
                  <c:v>1.5</c:v>
                </c:pt>
                <c:pt idx="178">
                  <c:v>0.3</c:v>
                </c:pt>
                <c:pt idx="179">
                  <c:v>1.7</c:v>
                </c:pt>
                <c:pt idx="180">
                  <c:v>2.2999999999999998</c:v>
                </c:pt>
                <c:pt idx="181">
                  <c:v>2.4</c:v>
                </c:pt>
                <c:pt idx="182">
                  <c:v>2.1</c:v>
                </c:pt>
                <c:pt idx="183">
                  <c:v>1.4</c:v>
                </c:pt>
                <c:pt idx="184">
                  <c:v>1.8</c:v>
                </c:pt>
                <c:pt idx="185">
                  <c:v>1.6</c:v>
                </c:pt>
                <c:pt idx="186">
                  <c:v>2</c:v>
                </c:pt>
                <c:pt idx="187">
                  <c:v>1.5</c:v>
                </c:pt>
                <c:pt idx="188">
                  <c:v>1.7</c:v>
                </c:pt>
                <c:pt idx="189">
                  <c:v>1.9</c:v>
                </c:pt>
                <c:pt idx="190">
                  <c:v>1.8</c:v>
                </c:pt>
                <c:pt idx="191">
                  <c:v>1.9</c:v>
                </c:pt>
                <c:pt idx="192">
                  <c:v>1.7</c:v>
                </c:pt>
                <c:pt idx="193">
                  <c:v>1.8</c:v>
                </c:pt>
                <c:pt idx="194">
                  <c:v>1.8</c:v>
                </c:pt>
                <c:pt idx="195">
                  <c:v>1.7</c:v>
                </c:pt>
                <c:pt idx="196">
                  <c:v>1.4</c:v>
                </c:pt>
                <c:pt idx="197">
                  <c:v>1.6</c:v>
                </c:pt>
                <c:pt idx="198">
                  <c:v>2</c:v>
                </c:pt>
                <c:pt idx="199">
                  <c:v>2.2000000000000002</c:v>
                </c:pt>
                <c:pt idx="200">
                  <c:v>2.2000000000000002</c:v>
                </c:pt>
                <c:pt idx="201">
                  <c:v>1.6</c:v>
                </c:pt>
                <c:pt idx="202">
                  <c:v>1.7</c:v>
                </c:pt>
                <c:pt idx="203">
                  <c:v>1.6</c:v>
                </c:pt>
                <c:pt idx="204">
                  <c:v>1.5</c:v>
                </c:pt>
                <c:pt idx="205">
                  <c:v>1.1000000000000001</c:v>
                </c:pt>
                <c:pt idx="206">
                  <c:v>1</c:v>
                </c:pt>
                <c:pt idx="207">
                  <c:v>1.2</c:v>
                </c:pt>
                <c:pt idx="208">
                  <c:v>1.3</c:v>
                </c:pt>
                <c:pt idx="209">
                  <c:v>1.1000000000000001</c:v>
                </c:pt>
                <c:pt idx="210">
                  <c:v>1.4</c:v>
                </c:pt>
                <c:pt idx="211">
                  <c:v>1.5</c:v>
                </c:pt>
                <c:pt idx="212">
                  <c:v>1.2</c:v>
                </c:pt>
                <c:pt idx="213">
                  <c:v>1.2</c:v>
                </c:pt>
                <c:pt idx="214">
                  <c:v>1.1000000000000001</c:v>
                </c:pt>
                <c:pt idx="215">
                  <c:v>1.4</c:v>
                </c:pt>
                <c:pt idx="216">
                  <c:v>1.2</c:v>
                </c:pt>
                <c:pt idx="217">
                  <c:v>1.6</c:v>
                </c:pt>
                <c:pt idx="218">
                  <c:v>1.3</c:v>
                </c:pt>
                <c:pt idx="219">
                  <c:v>1.4</c:v>
                </c:pt>
                <c:pt idx="220">
                  <c:v>1.7</c:v>
                </c:pt>
                <c:pt idx="221">
                  <c:v>1.8</c:v>
                </c:pt>
                <c:pt idx="222">
                  <c:v>2</c:v>
                </c:pt>
                <c:pt idx="223">
                  <c:v>1.7</c:v>
                </c:pt>
                <c:pt idx="224">
                  <c:v>2</c:v>
                </c:pt>
                <c:pt idx="225">
                  <c:v>2</c:v>
                </c:pt>
                <c:pt idx="226">
                  <c:v>2.1</c:v>
                </c:pt>
                <c:pt idx="227">
                  <c:v>2.2999999999999998</c:v>
                </c:pt>
                <c:pt idx="228">
                  <c:v>2.2000000000000002</c:v>
                </c:pt>
                <c:pt idx="229">
                  <c:v>2</c:v>
                </c:pt>
                <c:pt idx="230">
                  <c:v>1.8</c:v>
                </c:pt>
                <c:pt idx="231">
                  <c:v>1.9</c:v>
                </c:pt>
                <c:pt idx="232">
                  <c:v>1.6</c:v>
                </c:pt>
                <c:pt idx="233">
                  <c:v>1.5</c:v>
                </c:pt>
                <c:pt idx="234">
                  <c:v>1.2</c:v>
                </c:pt>
                <c:pt idx="235">
                  <c:v>1.1000000000000001</c:v>
                </c:pt>
                <c:pt idx="236">
                  <c:v>1.2</c:v>
                </c:pt>
                <c:pt idx="237">
                  <c:v>1.5</c:v>
                </c:pt>
                <c:pt idx="238">
                  <c:v>1.9</c:v>
                </c:pt>
                <c:pt idx="239">
                  <c:v>2</c:v>
                </c:pt>
                <c:pt idx="240">
                  <c:v>2.2999999999999998</c:v>
                </c:pt>
                <c:pt idx="241">
                  <c:v>2.2000000000000002</c:v>
                </c:pt>
                <c:pt idx="242">
                  <c:v>2.1</c:v>
                </c:pt>
                <c:pt idx="243">
                  <c:v>2.2000000000000002</c:v>
                </c:pt>
                <c:pt idx="244">
                  <c:v>2.2000000000000002</c:v>
                </c:pt>
                <c:pt idx="245">
                  <c:v>2.2999999999999998</c:v>
                </c:pt>
                <c:pt idx="246">
                  <c:v>2.5</c:v>
                </c:pt>
                <c:pt idx="247">
                  <c:v>1.4</c:v>
                </c:pt>
                <c:pt idx="248">
                  <c:v>1.7</c:v>
                </c:pt>
                <c:pt idx="249">
                  <c:v>1.3</c:v>
                </c:pt>
                <c:pt idx="250">
                  <c:v>1.6</c:v>
                </c:pt>
                <c:pt idx="251">
                  <c:v>1.5</c:v>
                </c:pt>
                <c:pt idx="252">
                  <c:v>1.9</c:v>
                </c:pt>
                <c:pt idx="253">
                  <c:v>2.4</c:v>
                </c:pt>
                <c:pt idx="254">
                  <c:v>2.4</c:v>
                </c:pt>
                <c:pt idx="255">
                  <c:v>2.6</c:v>
                </c:pt>
                <c:pt idx="256">
                  <c:v>2.5</c:v>
                </c:pt>
                <c:pt idx="257">
                  <c:v>2.6</c:v>
                </c:pt>
                <c:pt idx="258">
                  <c:v>2.6</c:v>
                </c:pt>
                <c:pt idx="259">
                  <c:v>2.6</c:v>
                </c:pt>
                <c:pt idx="260">
                  <c:v>2.8</c:v>
                </c:pt>
                <c:pt idx="261">
                  <c:v>2.6</c:v>
                </c:pt>
                <c:pt idx="262">
                  <c:v>2.4</c:v>
                </c:pt>
                <c:pt idx="263">
                  <c:v>2.6</c:v>
                </c:pt>
                <c:pt idx="264">
                  <c:v>2.8</c:v>
                </c:pt>
                <c:pt idx="265">
                  <c:v>2.7</c:v>
                </c:pt>
                <c:pt idx="266">
                  <c:v>2.8</c:v>
                </c:pt>
                <c:pt idx="267">
                  <c:v>3</c:v>
                </c:pt>
                <c:pt idx="268">
                  <c:v>3</c:v>
                </c:pt>
                <c:pt idx="269">
                  <c:v>2.8</c:v>
                </c:pt>
                <c:pt idx="270">
                  <c:v>2.1</c:v>
                </c:pt>
                <c:pt idx="271">
                  <c:v>2.5</c:v>
                </c:pt>
                <c:pt idx="272">
                  <c:v>2.5</c:v>
                </c:pt>
                <c:pt idx="273">
                  <c:v>2.6</c:v>
                </c:pt>
                <c:pt idx="274">
                  <c:v>2.6</c:v>
                </c:pt>
                <c:pt idx="275">
                  <c:v>2.4</c:v>
                </c:pt>
                <c:pt idx="276">
                  <c:v>2.6</c:v>
                </c:pt>
                <c:pt idx="277">
                  <c:v>2.4</c:v>
                </c:pt>
                <c:pt idx="278">
                  <c:v>2.5</c:v>
                </c:pt>
                <c:pt idx="279">
                  <c:v>2.4</c:v>
                </c:pt>
                <c:pt idx="280">
                  <c:v>2.4</c:v>
                </c:pt>
                <c:pt idx="281">
                  <c:v>2.4</c:v>
                </c:pt>
                <c:pt idx="282">
                  <c:v>2.6</c:v>
                </c:pt>
                <c:pt idx="283">
                  <c:v>2.4</c:v>
                </c:pt>
                <c:pt idx="284">
                  <c:v>2.6</c:v>
                </c:pt>
                <c:pt idx="285">
                  <c:v>2.7</c:v>
                </c:pt>
                <c:pt idx="286">
                  <c:v>2.4</c:v>
                </c:pt>
                <c:pt idx="287">
                  <c:v>2.6</c:v>
                </c:pt>
                <c:pt idx="288">
                  <c:v>2.2999999999999998</c:v>
                </c:pt>
                <c:pt idx="289">
                  <c:v>2.4</c:v>
                </c:pt>
                <c:pt idx="290">
                  <c:v>2.6</c:v>
                </c:pt>
                <c:pt idx="291">
                  <c:v>2.7</c:v>
                </c:pt>
                <c:pt idx="292">
                  <c:v>2.7</c:v>
                </c:pt>
                <c:pt idx="293">
                  <c:v>2.7</c:v>
                </c:pt>
                <c:pt idx="294">
                  <c:v>2.6</c:v>
                </c:pt>
                <c:pt idx="295">
                  <c:v>2.4</c:v>
                </c:pt>
                <c:pt idx="296">
                  <c:v>2.2999999999999998</c:v>
                </c:pt>
                <c:pt idx="297">
                  <c:v>2.2000000000000002</c:v>
                </c:pt>
                <c:pt idx="298">
                  <c:v>2.4</c:v>
                </c:pt>
                <c:pt idx="299">
                  <c:v>2.5</c:v>
                </c:pt>
                <c:pt idx="300">
                  <c:v>3</c:v>
                </c:pt>
                <c:pt idx="301">
                  <c:v>2.6</c:v>
                </c:pt>
                <c:pt idx="302">
                  <c:v>2.1</c:v>
                </c:pt>
                <c:pt idx="303">
                  <c:v>2.2000000000000002</c:v>
                </c:pt>
                <c:pt idx="304">
                  <c:v>1.4</c:v>
                </c:pt>
                <c:pt idx="305">
                  <c:v>1.3</c:v>
                </c:pt>
                <c:pt idx="306">
                  <c:v>1.8</c:v>
                </c:pt>
                <c:pt idx="307">
                  <c:v>1.8</c:v>
                </c:pt>
                <c:pt idx="308">
                  <c:v>1.8</c:v>
                </c:pt>
                <c:pt idx="309">
                  <c:v>1.6</c:v>
                </c:pt>
                <c:pt idx="310">
                  <c:v>1.7</c:v>
                </c:pt>
                <c:pt idx="311">
                  <c:v>1.9</c:v>
                </c:pt>
                <c:pt idx="312">
                  <c:v>2.1</c:v>
                </c:pt>
                <c:pt idx="313">
                  <c:v>1.6</c:v>
                </c:pt>
                <c:pt idx="314">
                  <c:v>1.4</c:v>
                </c:pt>
                <c:pt idx="315">
                  <c:v>1.9</c:v>
                </c:pt>
                <c:pt idx="316">
                  <c:v>2.5</c:v>
                </c:pt>
                <c:pt idx="317">
                  <c:v>2.7</c:v>
                </c:pt>
                <c:pt idx="318">
                  <c:v>2.4</c:v>
                </c:pt>
                <c:pt idx="319">
                  <c:v>2.6</c:v>
                </c:pt>
                <c:pt idx="320">
                  <c:v>3</c:v>
                </c:pt>
                <c:pt idx="321">
                  <c:v>2.9</c:v>
                </c:pt>
                <c:pt idx="322">
                  <c:v>3.3</c:v>
                </c:pt>
                <c:pt idx="323">
                  <c:v>2.7</c:v>
                </c:pt>
                <c:pt idx="324">
                  <c:v>2.7</c:v>
                </c:pt>
                <c:pt idx="325">
                  <c:v>3.1</c:v>
                </c:pt>
                <c:pt idx="326">
                  <c:v>3</c:v>
                </c:pt>
                <c:pt idx="327">
                  <c:v>2.1</c:v>
                </c:pt>
                <c:pt idx="328">
                  <c:v>1.7</c:v>
                </c:pt>
                <c:pt idx="329">
                  <c:v>1.9</c:v>
                </c:pt>
                <c:pt idx="330">
                  <c:v>2</c:v>
                </c:pt>
                <c:pt idx="331">
                  <c:v>1.7</c:v>
                </c:pt>
                <c:pt idx="332">
                  <c:v>1.7</c:v>
                </c:pt>
                <c:pt idx="333">
                  <c:v>1.5</c:v>
                </c:pt>
                <c:pt idx="334">
                  <c:v>1.2</c:v>
                </c:pt>
                <c:pt idx="335">
                  <c:v>1.3</c:v>
                </c:pt>
                <c:pt idx="336">
                  <c:v>1.5</c:v>
                </c:pt>
                <c:pt idx="337">
                  <c:v>1.4</c:v>
                </c:pt>
                <c:pt idx="338">
                  <c:v>2</c:v>
                </c:pt>
                <c:pt idx="339">
                  <c:v>2.5</c:v>
                </c:pt>
                <c:pt idx="340">
                  <c:v>2.6</c:v>
                </c:pt>
                <c:pt idx="341">
                  <c:v>2.4</c:v>
                </c:pt>
                <c:pt idx="342">
                  <c:v>3.1</c:v>
                </c:pt>
                <c:pt idx="343">
                  <c:v>2.9</c:v>
                </c:pt>
                <c:pt idx="344">
                  <c:v>2.8</c:v>
                </c:pt>
                <c:pt idx="345">
                  <c:v>2.7</c:v>
                </c:pt>
                <c:pt idx="346">
                  <c:v>2.9</c:v>
                </c:pt>
                <c:pt idx="347">
                  <c:v>3.3</c:v>
                </c:pt>
                <c:pt idx="348">
                  <c:v>3</c:v>
                </c:pt>
                <c:pt idx="349">
                  <c:v>2.8</c:v>
                </c:pt>
                <c:pt idx="350">
                  <c:v>3.2</c:v>
                </c:pt>
                <c:pt idx="351">
                  <c:v>3.1</c:v>
                </c:pt>
                <c:pt idx="352">
                  <c:v>3</c:v>
                </c:pt>
                <c:pt idx="353">
                  <c:v>2.8</c:v>
                </c:pt>
                <c:pt idx="354">
                  <c:v>3</c:v>
                </c:pt>
                <c:pt idx="355">
                  <c:v>2.9</c:v>
                </c:pt>
                <c:pt idx="356">
                  <c:v>3.7</c:v>
                </c:pt>
                <c:pt idx="357">
                  <c:v>3.1</c:v>
                </c:pt>
                <c:pt idx="358">
                  <c:v>2.7</c:v>
                </c:pt>
                <c:pt idx="359">
                  <c:v>3.1</c:v>
                </c:pt>
                <c:pt idx="360">
                  <c:v>2</c:v>
                </c:pt>
                <c:pt idx="361">
                  <c:v>2.4</c:v>
                </c:pt>
                <c:pt idx="362">
                  <c:v>2.2000000000000002</c:v>
                </c:pt>
                <c:pt idx="363">
                  <c:v>1.9</c:v>
                </c:pt>
                <c:pt idx="364">
                  <c:v>1.7</c:v>
                </c:pt>
                <c:pt idx="365">
                  <c:v>1.6</c:v>
                </c:pt>
                <c:pt idx="366">
                  <c:v>1.4</c:v>
                </c:pt>
                <c:pt idx="367">
                  <c:v>2.2999999999999998</c:v>
                </c:pt>
                <c:pt idx="368">
                  <c:v>2.2000000000000002</c:v>
                </c:pt>
                <c:pt idx="369">
                  <c:v>2.2999999999999998</c:v>
                </c:pt>
                <c:pt idx="370">
                  <c:v>1.8</c:v>
                </c:pt>
                <c:pt idx="371">
                  <c:v>1.6</c:v>
                </c:pt>
                <c:pt idx="372">
                  <c:v>2</c:v>
                </c:pt>
                <c:pt idx="373">
                  <c:v>1.6</c:v>
                </c:pt>
                <c:pt idx="374">
                  <c:v>1.8</c:v>
                </c:pt>
                <c:pt idx="375">
                  <c:v>1.3</c:v>
                </c:pt>
                <c:pt idx="376">
                  <c:v>1.7</c:v>
                </c:pt>
                <c:pt idx="377">
                  <c:v>1.8</c:v>
                </c:pt>
                <c:pt idx="378">
                  <c:v>1.6</c:v>
                </c:pt>
                <c:pt idx="379">
                  <c:v>1.6</c:v>
                </c:pt>
                <c:pt idx="380">
                  <c:v>1.6</c:v>
                </c:pt>
                <c:pt idx="381">
                  <c:v>1.6</c:v>
                </c:pt>
                <c:pt idx="382">
                  <c:v>2.9</c:v>
                </c:pt>
                <c:pt idx="383">
                  <c:v>2.9</c:v>
                </c:pt>
                <c:pt idx="384">
                  <c:v>2.6</c:v>
                </c:pt>
                <c:pt idx="385">
                  <c:v>1.8</c:v>
                </c:pt>
                <c:pt idx="386">
                  <c:v>2.4</c:v>
                </c:pt>
                <c:pt idx="387">
                  <c:v>2</c:v>
                </c:pt>
                <c:pt idx="388">
                  <c:v>2.8</c:v>
                </c:pt>
                <c:pt idx="389">
                  <c:v>2.2999999999999998</c:v>
                </c:pt>
                <c:pt idx="390">
                  <c:v>3.1</c:v>
                </c:pt>
                <c:pt idx="391">
                  <c:v>3.1</c:v>
                </c:pt>
                <c:pt idx="392">
                  <c:v>2.5</c:v>
                </c:pt>
                <c:pt idx="393">
                  <c:v>2.4</c:v>
                </c:pt>
                <c:pt idx="394">
                  <c:v>2.2999999999999998</c:v>
                </c:pt>
                <c:pt idx="395">
                  <c:v>2.2999999999999998</c:v>
                </c:pt>
                <c:pt idx="396">
                  <c:v>2.4</c:v>
                </c:pt>
                <c:pt idx="397">
                  <c:v>2.6</c:v>
                </c:pt>
                <c:pt idx="398">
                  <c:v>2.2000000000000002</c:v>
                </c:pt>
                <c:pt idx="399">
                  <c:v>2.8</c:v>
                </c:pt>
                <c:pt idx="400">
                  <c:v>2.8</c:v>
                </c:pt>
                <c:pt idx="401">
                  <c:v>2.8</c:v>
                </c:pt>
                <c:pt idx="402">
                  <c:v>3.1</c:v>
                </c:pt>
                <c:pt idx="403">
                  <c:v>2.9</c:v>
                </c:pt>
                <c:pt idx="404">
                  <c:v>2.8</c:v>
                </c:pt>
                <c:pt idx="405">
                  <c:v>2.7</c:v>
                </c:pt>
                <c:pt idx="406">
                  <c:v>2.9</c:v>
                </c:pt>
                <c:pt idx="407">
                  <c:v>3.1</c:v>
                </c:pt>
                <c:pt idx="408">
                  <c:v>2.9</c:v>
                </c:pt>
                <c:pt idx="409">
                  <c:v>2.8</c:v>
                </c:pt>
                <c:pt idx="410">
                  <c:v>3</c:v>
                </c:pt>
                <c:pt idx="411">
                  <c:v>3</c:v>
                </c:pt>
                <c:pt idx="412">
                  <c:v>3.2</c:v>
                </c:pt>
                <c:pt idx="413">
                  <c:v>2.9</c:v>
                </c:pt>
                <c:pt idx="414">
                  <c:v>2.7</c:v>
                </c:pt>
                <c:pt idx="415">
                  <c:v>3.2</c:v>
                </c:pt>
                <c:pt idx="416">
                  <c:v>3.3</c:v>
                </c:pt>
                <c:pt idx="417">
                  <c:v>3.1</c:v>
                </c:pt>
                <c:pt idx="418">
                  <c:v>2.8</c:v>
                </c:pt>
                <c:pt idx="419">
                  <c:v>2.6</c:v>
                </c:pt>
                <c:pt idx="420">
                  <c:v>2.8</c:v>
                </c:pt>
                <c:pt idx="421">
                  <c:v>2.8</c:v>
                </c:pt>
                <c:pt idx="422">
                  <c:v>1.9</c:v>
                </c:pt>
                <c:pt idx="423">
                  <c:v>2.5</c:v>
                </c:pt>
                <c:pt idx="424">
                  <c:v>2.2999999999999998</c:v>
                </c:pt>
                <c:pt idx="425">
                  <c:v>2.4</c:v>
                </c:pt>
                <c:pt idx="426">
                  <c:v>2.2999999999999998</c:v>
                </c:pt>
                <c:pt idx="427">
                  <c:v>2.2999999999999998</c:v>
                </c:pt>
                <c:pt idx="428">
                  <c:v>2.2999999999999998</c:v>
                </c:pt>
                <c:pt idx="429">
                  <c:v>2.2999999999999998</c:v>
                </c:pt>
                <c:pt idx="430">
                  <c:v>2.1</c:v>
                </c:pt>
                <c:pt idx="431">
                  <c:v>2</c:v>
                </c:pt>
                <c:pt idx="432">
                  <c:v>1.5</c:v>
                </c:pt>
                <c:pt idx="433">
                  <c:v>1.5</c:v>
                </c:pt>
                <c:pt idx="434">
                  <c:v>1.6</c:v>
                </c:pt>
                <c:pt idx="435">
                  <c:v>1.7</c:v>
                </c:pt>
                <c:pt idx="436">
                  <c:v>1.6</c:v>
                </c:pt>
                <c:pt idx="437">
                  <c:v>1.4</c:v>
                </c:pt>
                <c:pt idx="438">
                  <c:v>1.5</c:v>
                </c:pt>
                <c:pt idx="439">
                  <c:v>1.8</c:v>
                </c:pt>
                <c:pt idx="440">
                  <c:v>1.8</c:v>
                </c:pt>
                <c:pt idx="441">
                  <c:v>1.6</c:v>
                </c:pt>
                <c:pt idx="442">
                  <c:v>1.5</c:v>
                </c:pt>
                <c:pt idx="443">
                  <c:v>1.5</c:v>
                </c:pt>
                <c:pt idx="444">
                  <c:v>1.7</c:v>
                </c:pt>
                <c:pt idx="445">
                  <c:v>1.7</c:v>
                </c:pt>
                <c:pt idx="446">
                  <c:v>1.5</c:v>
                </c:pt>
                <c:pt idx="447">
                  <c:v>1.4</c:v>
                </c:pt>
                <c:pt idx="448">
                  <c:v>1.4</c:v>
                </c:pt>
                <c:pt idx="449">
                  <c:v>1.4</c:v>
                </c:pt>
                <c:pt idx="450">
                  <c:v>1.4</c:v>
                </c:pt>
                <c:pt idx="451">
                  <c:v>1.4</c:v>
                </c:pt>
                <c:pt idx="452">
                  <c:v>1.4</c:v>
                </c:pt>
                <c:pt idx="453">
                  <c:v>1.3</c:v>
                </c:pt>
                <c:pt idx="454">
                  <c:v>1.5</c:v>
                </c:pt>
                <c:pt idx="455">
                  <c:v>1.4</c:v>
                </c:pt>
                <c:pt idx="456">
                  <c:v>1.5</c:v>
                </c:pt>
                <c:pt idx="457">
                  <c:v>1.7</c:v>
                </c:pt>
                <c:pt idx="458">
                  <c:v>1.7</c:v>
                </c:pt>
                <c:pt idx="459">
                  <c:v>1.5</c:v>
                </c:pt>
                <c:pt idx="460">
                  <c:v>1.2</c:v>
                </c:pt>
                <c:pt idx="461">
                  <c:v>1.2</c:v>
                </c:pt>
                <c:pt idx="462">
                  <c:v>1.3</c:v>
                </c:pt>
                <c:pt idx="463">
                  <c:v>1.5</c:v>
                </c:pt>
                <c:pt idx="464">
                  <c:v>1.5</c:v>
                </c:pt>
                <c:pt idx="465">
                  <c:v>1.7</c:v>
                </c:pt>
                <c:pt idx="466">
                  <c:v>1.5</c:v>
                </c:pt>
                <c:pt idx="467">
                  <c:v>1.6</c:v>
                </c:pt>
                <c:pt idx="468">
                  <c:v>1.4</c:v>
                </c:pt>
                <c:pt idx="469">
                  <c:v>1.4</c:v>
                </c:pt>
                <c:pt idx="470">
                  <c:v>1.3</c:v>
                </c:pt>
                <c:pt idx="471">
                  <c:v>1.4</c:v>
                </c:pt>
                <c:pt idx="472">
                  <c:v>1.4</c:v>
                </c:pt>
                <c:pt idx="473">
                  <c:v>1.5</c:v>
                </c:pt>
                <c:pt idx="474">
                  <c:v>1.6</c:v>
                </c:pt>
                <c:pt idx="475">
                  <c:v>1.7</c:v>
                </c:pt>
                <c:pt idx="476">
                  <c:v>1.7</c:v>
                </c:pt>
                <c:pt idx="477">
                  <c:v>1.3</c:v>
                </c:pt>
                <c:pt idx="478">
                  <c:v>2.7</c:v>
                </c:pt>
                <c:pt idx="479">
                  <c:v>2.6</c:v>
                </c:pt>
                <c:pt idx="480">
                  <c:v>2.4</c:v>
                </c:pt>
                <c:pt idx="481">
                  <c:v>2.4</c:v>
                </c:pt>
                <c:pt idx="482">
                  <c:v>2.5</c:v>
                </c:pt>
                <c:pt idx="483">
                  <c:v>2.1</c:v>
                </c:pt>
                <c:pt idx="484">
                  <c:v>2.2000000000000002</c:v>
                </c:pt>
                <c:pt idx="485">
                  <c:v>2.5</c:v>
                </c:pt>
                <c:pt idx="486">
                  <c:v>2</c:v>
                </c:pt>
                <c:pt idx="487">
                  <c:v>2.2000000000000002</c:v>
                </c:pt>
                <c:pt idx="488">
                  <c:v>2.2000000000000002</c:v>
                </c:pt>
                <c:pt idx="489">
                  <c:v>2.6</c:v>
                </c:pt>
                <c:pt idx="490">
                  <c:v>2.8</c:v>
                </c:pt>
                <c:pt idx="491">
                  <c:v>2.5</c:v>
                </c:pt>
                <c:pt idx="492">
                  <c:v>2.2000000000000002</c:v>
                </c:pt>
                <c:pt idx="493">
                  <c:v>2.2999999999999998</c:v>
                </c:pt>
                <c:pt idx="494">
                  <c:v>2.2999999999999998</c:v>
                </c:pt>
                <c:pt idx="495">
                  <c:v>2.4</c:v>
                </c:pt>
                <c:pt idx="496">
                  <c:v>2.1</c:v>
                </c:pt>
                <c:pt idx="497">
                  <c:v>2</c:v>
                </c:pt>
                <c:pt idx="498">
                  <c:v>2.2000000000000002</c:v>
                </c:pt>
                <c:pt idx="499">
                  <c:v>2.1</c:v>
                </c:pt>
                <c:pt idx="500">
                  <c:v>2</c:v>
                </c:pt>
                <c:pt idx="501">
                  <c:v>2.2999999999999998</c:v>
                </c:pt>
                <c:pt idx="502">
                  <c:v>1.8</c:v>
                </c:pt>
                <c:pt idx="503">
                  <c:v>1.9</c:v>
                </c:pt>
                <c:pt idx="504">
                  <c:v>1.6</c:v>
                </c:pt>
                <c:pt idx="505">
                  <c:v>1.5</c:v>
                </c:pt>
                <c:pt idx="506">
                  <c:v>1.5</c:v>
                </c:pt>
                <c:pt idx="507">
                  <c:v>1.3</c:v>
                </c:pt>
                <c:pt idx="508">
                  <c:v>1.4</c:v>
                </c:pt>
                <c:pt idx="509">
                  <c:v>1.2</c:v>
                </c:pt>
                <c:pt idx="510">
                  <c:v>1.6</c:v>
                </c:pt>
                <c:pt idx="511">
                  <c:v>1.9</c:v>
                </c:pt>
                <c:pt idx="512">
                  <c:v>1.5</c:v>
                </c:pt>
                <c:pt idx="513">
                  <c:v>1.5</c:v>
                </c:pt>
                <c:pt idx="514">
                  <c:v>1.4</c:v>
                </c:pt>
                <c:pt idx="515">
                  <c:v>1.1000000000000001</c:v>
                </c:pt>
                <c:pt idx="516">
                  <c:v>2.5</c:v>
                </c:pt>
                <c:pt idx="517">
                  <c:v>2.5</c:v>
                </c:pt>
                <c:pt idx="518">
                  <c:v>2.4</c:v>
                </c:pt>
                <c:pt idx="519">
                  <c:v>2.2000000000000002</c:v>
                </c:pt>
                <c:pt idx="520">
                  <c:v>2.6</c:v>
                </c:pt>
                <c:pt idx="521">
                  <c:v>2.6</c:v>
                </c:pt>
                <c:pt idx="522">
                  <c:v>2.7</c:v>
                </c:pt>
                <c:pt idx="523">
                  <c:v>2.8</c:v>
                </c:pt>
                <c:pt idx="524">
                  <c:v>2.6</c:v>
                </c:pt>
                <c:pt idx="525">
                  <c:v>2.6</c:v>
                </c:pt>
                <c:pt idx="526">
                  <c:v>2.5</c:v>
                </c:pt>
                <c:pt idx="527">
                  <c:v>2.6</c:v>
                </c:pt>
                <c:pt idx="528">
                  <c:v>2.2000000000000002</c:v>
                </c:pt>
                <c:pt idx="529">
                  <c:v>1.9</c:v>
                </c:pt>
                <c:pt idx="530">
                  <c:v>2</c:v>
                </c:pt>
                <c:pt idx="531">
                  <c:v>1.7</c:v>
                </c:pt>
                <c:pt idx="532">
                  <c:v>1.9</c:v>
                </c:pt>
                <c:pt idx="533">
                  <c:v>1.7</c:v>
                </c:pt>
                <c:pt idx="534">
                  <c:v>1.7</c:v>
                </c:pt>
                <c:pt idx="535">
                  <c:v>1.8</c:v>
                </c:pt>
                <c:pt idx="536">
                  <c:v>1.5</c:v>
                </c:pt>
                <c:pt idx="537">
                  <c:v>1.6</c:v>
                </c:pt>
                <c:pt idx="538">
                  <c:v>1.7</c:v>
                </c:pt>
                <c:pt idx="539">
                  <c:v>1.7</c:v>
                </c:pt>
                <c:pt idx="540">
                  <c:v>1.9</c:v>
                </c:pt>
                <c:pt idx="541">
                  <c:v>1.7</c:v>
                </c:pt>
                <c:pt idx="542">
                  <c:v>1.6</c:v>
                </c:pt>
                <c:pt idx="543">
                  <c:v>1.5</c:v>
                </c:pt>
                <c:pt idx="544">
                  <c:v>1.7</c:v>
                </c:pt>
                <c:pt idx="545">
                  <c:v>1.8</c:v>
                </c:pt>
                <c:pt idx="546">
                  <c:v>1.7</c:v>
                </c:pt>
                <c:pt idx="547">
                  <c:v>1.4</c:v>
                </c:pt>
                <c:pt idx="548">
                  <c:v>1.5</c:v>
                </c:pt>
                <c:pt idx="549">
                  <c:v>1.5</c:v>
                </c:pt>
                <c:pt idx="550">
                  <c:v>1.5</c:v>
                </c:pt>
                <c:pt idx="551">
                  <c:v>1.6</c:v>
                </c:pt>
                <c:pt idx="552">
                  <c:v>1.5</c:v>
                </c:pt>
                <c:pt idx="553">
                  <c:v>1.7</c:v>
                </c:pt>
                <c:pt idx="554">
                  <c:v>1.4</c:v>
                </c:pt>
                <c:pt idx="555">
                  <c:v>1.3</c:v>
                </c:pt>
                <c:pt idx="556">
                  <c:v>1.3</c:v>
                </c:pt>
                <c:pt idx="557">
                  <c:v>1.5</c:v>
                </c:pt>
                <c:pt idx="558">
                  <c:v>1.5</c:v>
                </c:pt>
                <c:pt idx="559">
                  <c:v>1.5</c:v>
                </c:pt>
                <c:pt idx="560">
                  <c:v>1.5</c:v>
                </c:pt>
                <c:pt idx="561">
                  <c:v>1.5</c:v>
                </c:pt>
                <c:pt idx="562">
                  <c:v>1.5</c:v>
                </c:pt>
                <c:pt idx="563">
                  <c:v>1.6</c:v>
                </c:pt>
                <c:pt idx="564">
                  <c:v>1.6</c:v>
                </c:pt>
                <c:pt idx="565">
                  <c:v>1.4</c:v>
                </c:pt>
                <c:pt idx="566">
                  <c:v>1.3</c:v>
                </c:pt>
                <c:pt idx="567">
                  <c:v>1.3</c:v>
                </c:pt>
                <c:pt idx="568">
                  <c:v>1.4</c:v>
                </c:pt>
                <c:pt idx="569">
                  <c:v>1.4</c:v>
                </c:pt>
                <c:pt idx="570">
                  <c:v>1.3</c:v>
                </c:pt>
                <c:pt idx="571">
                  <c:v>1.3</c:v>
                </c:pt>
                <c:pt idx="572">
                  <c:v>1.3</c:v>
                </c:pt>
                <c:pt idx="573">
                  <c:v>1.3</c:v>
                </c:pt>
                <c:pt idx="574">
                  <c:v>1.3</c:v>
                </c:pt>
                <c:pt idx="575">
                  <c:v>1.3</c:v>
                </c:pt>
                <c:pt idx="576">
                  <c:v>1.3</c:v>
                </c:pt>
                <c:pt idx="577">
                  <c:v>1.3</c:v>
                </c:pt>
                <c:pt idx="578">
                  <c:v>1.3</c:v>
                </c:pt>
                <c:pt idx="579">
                  <c:v>1.3</c:v>
                </c:pt>
                <c:pt idx="580">
                  <c:v>1.6</c:v>
                </c:pt>
                <c:pt idx="581">
                  <c:v>1.4</c:v>
                </c:pt>
                <c:pt idx="582">
                  <c:v>1.5</c:v>
                </c:pt>
                <c:pt idx="583">
                  <c:v>1.5</c:v>
                </c:pt>
                <c:pt idx="584">
                  <c:v>1.5</c:v>
                </c:pt>
                <c:pt idx="585">
                  <c:v>1.5</c:v>
                </c:pt>
                <c:pt idx="586">
                  <c:v>1.5</c:v>
                </c:pt>
                <c:pt idx="587">
                  <c:v>1.5</c:v>
                </c:pt>
                <c:pt idx="588">
                  <c:v>1.4</c:v>
                </c:pt>
                <c:pt idx="589">
                  <c:v>1.5</c:v>
                </c:pt>
                <c:pt idx="590">
                  <c:v>1.5</c:v>
                </c:pt>
                <c:pt idx="591">
                  <c:v>1.4</c:v>
                </c:pt>
                <c:pt idx="592">
                  <c:v>1.5</c:v>
                </c:pt>
                <c:pt idx="593">
                  <c:v>1.5</c:v>
                </c:pt>
                <c:pt idx="594">
                  <c:v>1.5</c:v>
                </c:pt>
                <c:pt idx="595">
                  <c:v>1.5</c:v>
                </c:pt>
                <c:pt idx="596">
                  <c:v>1.5</c:v>
                </c:pt>
                <c:pt idx="597">
                  <c:v>1.4</c:v>
                </c:pt>
                <c:pt idx="598">
                  <c:v>1.4</c:v>
                </c:pt>
                <c:pt idx="599">
                  <c:v>1.4</c:v>
                </c:pt>
                <c:pt idx="600">
                  <c:v>1.4</c:v>
                </c:pt>
                <c:pt idx="601">
                  <c:v>1.5</c:v>
                </c:pt>
                <c:pt idx="602">
                  <c:v>1.5</c:v>
                </c:pt>
                <c:pt idx="603">
                  <c:v>1.4</c:v>
                </c:pt>
                <c:pt idx="604">
                  <c:v>1.3</c:v>
                </c:pt>
                <c:pt idx="605">
                  <c:v>1.3</c:v>
                </c:pt>
                <c:pt idx="606">
                  <c:v>1.3</c:v>
                </c:pt>
                <c:pt idx="607">
                  <c:v>1.3</c:v>
                </c:pt>
                <c:pt idx="608">
                  <c:v>1.5</c:v>
                </c:pt>
                <c:pt idx="609">
                  <c:v>1.4</c:v>
                </c:pt>
                <c:pt idx="610">
                  <c:v>1.4</c:v>
                </c:pt>
                <c:pt idx="611">
                  <c:v>1.3</c:v>
                </c:pt>
                <c:pt idx="612">
                  <c:v>1.4</c:v>
                </c:pt>
                <c:pt idx="613">
                  <c:v>1.6</c:v>
                </c:pt>
                <c:pt idx="614">
                  <c:v>1.6</c:v>
                </c:pt>
                <c:pt idx="615">
                  <c:v>1.5</c:v>
                </c:pt>
                <c:pt idx="616">
                  <c:v>1.4</c:v>
                </c:pt>
                <c:pt idx="617">
                  <c:v>1.3</c:v>
                </c:pt>
                <c:pt idx="618">
                  <c:v>1.3</c:v>
                </c:pt>
                <c:pt idx="619">
                  <c:v>1.5</c:v>
                </c:pt>
                <c:pt idx="620">
                  <c:v>1.8</c:v>
                </c:pt>
                <c:pt idx="621">
                  <c:v>1.6</c:v>
                </c:pt>
                <c:pt idx="622">
                  <c:v>1.5</c:v>
                </c:pt>
                <c:pt idx="623">
                  <c:v>1.8</c:v>
                </c:pt>
                <c:pt idx="624">
                  <c:v>2.1</c:v>
                </c:pt>
                <c:pt idx="625">
                  <c:v>2</c:v>
                </c:pt>
                <c:pt idx="626">
                  <c:v>1.6</c:v>
                </c:pt>
                <c:pt idx="627">
                  <c:v>1.7</c:v>
                </c:pt>
                <c:pt idx="628">
                  <c:v>1.9</c:v>
                </c:pt>
                <c:pt idx="629">
                  <c:v>2.5</c:v>
                </c:pt>
                <c:pt idx="630">
                  <c:v>2</c:v>
                </c:pt>
                <c:pt idx="631">
                  <c:v>2.1</c:v>
                </c:pt>
                <c:pt idx="632">
                  <c:v>2.2000000000000002</c:v>
                </c:pt>
                <c:pt idx="633">
                  <c:v>2</c:v>
                </c:pt>
                <c:pt idx="634">
                  <c:v>2.1</c:v>
                </c:pt>
                <c:pt idx="635">
                  <c:v>2.2999999999999998</c:v>
                </c:pt>
                <c:pt idx="636">
                  <c:v>3.1</c:v>
                </c:pt>
                <c:pt idx="637">
                  <c:v>2.6</c:v>
                </c:pt>
                <c:pt idx="638">
                  <c:v>1.8</c:v>
                </c:pt>
                <c:pt idx="639">
                  <c:v>1.8</c:v>
                </c:pt>
                <c:pt idx="640">
                  <c:v>1.7</c:v>
                </c:pt>
                <c:pt idx="641">
                  <c:v>1.7</c:v>
                </c:pt>
                <c:pt idx="642">
                  <c:v>2.1</c:v>
                </c:pt>
                <c:pt idx="643">
                  <c:v>2</c:v>
                </c:pt>
                <c:pt idx="644">
                  <c:v>2.1</c:v>
                </c:pt>
                <c:pt idx="645">
                  <c:v>3.2</c:v>
                </c:pt>
                <c:pt idx="646">
                  <c:v>2.7</c:v>
                </c:pt>
                <c:pt idx="647">
                  <c:v>2.5</c:v>
                </c:pt>
                <c:pt idx="648">
                  <c:v>2.5</c:v>
                </c:pt>
                <c:pt idx="649">
                  <c:v>2.6</c:v>
                </c:pt>
                <c:pt idx="650">
                  <c:v>2.2999999999999998</c:v>
                </c:pt>
                <c:pt idx="651">
                  <c:v>2.2000000000000002</c:v>
                </c:pt>
                <c:pt idx="652">
                  <c:v>2.5</c:v>
                </c:pt>
                <c:pt idx="653">
                  <c:v>1.9</c:v>
                </c:pt>
                <c:pt idx="654">
                  <c:v>2.2000000000000002</c:v>
                </c:pt>
                <c:pt idx="655">
                  <c:v>2.8</c:v>
                </c:pt>
                <c:pt idx="656">
                  <c:v>2.7</c:v>
                </c:pt>
                <c:pt idx="657">
                  <c:v>2.4</c:v>
                </c:pt>
                <c:pt idx="658">
                  <c:v>2</c:v>
                </c:pt>
                <c:pt idx="659">
                  <c:v>2.1</c:v>
                </c:pt>
                <c:pt idx="660">
                  <c:v>1.7</c:v>
                </c:pt>
                <c:pt idx="661">
                  <c:v>1.9</c:v>
                </c:pt>
                <c:pt idx="662">
                  <c:v>2.7</c:v>
                </c:pt>
                <c:pt idx="663">
                  <c:v>2.6</c:v>
                </c:pt>
                <c:pt idx="664">
                  <c:v>1.8</c:v>
                </c:pt>
                <c:pt idx="665">
                  <c:v>1.8</c:v>
                </c:pt>
                <c:pt idx="666">
                  <c:v>2.2999999999999998</c:v>
                </c:pt>
                <c:pt idx="667">
                  <c:v>2.1</c:v>
                </c:pt>
                <c:pt idx="668">
                  <c:v>2</c:v>
                </c:pt>
                <c:pt idx="669">
                  <c:v>1.9</c:v>
                </c:pt>
                <c:pt idx="670">
                  <c:v>2.1</c:v>
                </c:pt>
                <c:pt idx="671">
                  <c:v>1.5</c:v>
                </c:pt>
                <c:pt idx="672">
                  <c:v>1.8</c:v>
                </c:pt>
                <c:pt idx="673">
                  <c:v>2.1</c:v>
                </c:pt>
                <c:pt idx="674">
                  <c:v>2.2999999999999998</c:v>
                </c:pt>
                <c:pt idx="675">
                  <c:v>2.2999999999999998</c:v>
                </c:pt>
                <c:pt idx="676">
                  <c:v>2.8</c:v>
                </c:pt>
                <c:pt idx="677">
                  <c:v>2.5</c:v>
                </c:pt>
                <c:pt idx="678">
                  <c:v>3.2</c:v>
                </c:pt>
                <c:pt idx="679">
                  <c:v>2.8</c:v>
                </c:pt>
                <c:pt idx="680">
                  <c:v>2.9</c:v>
                </c:pt>
                <c:pt idx="681">
                  <c:v>2.9</c:v>
                </c:pt>
                <c:pt idx="682">
                  <c:v>3.1</c:v>
                </c:pt>
                <c:pt idx="683">
                  <c:v>3.2</c:v>
                </c:pt>
                <c:pt idx="684">
                  <c:v>3.4</c:v>
                </c:pt>
                <c:pt idx="685">
                  <c:v>3.3</c:v>
                </c:pt>
                <c:pt idx="686">
                  <c:v>3.5</c:v>
                </c:pt>
                <c:pt idx="687">
                  <c:v>3.2</c:v>
                </c:pt>
                <c:pt idx="688">
                  <c:v>2.8</c:v>
                </c:pt>
                <c:pt idx="689">
                  <c:v>2.5</c:v>
                </c:pt>
                <c:pt idx="690">
                  <c:v>2.6</c:v>
                </c:pt>
                <c:pt idx="691">
                  <c:v>2.2000000000000002</c:v>
                </c:pt>
                <c:pt idx="692">
                  <c:v>2.6</c:v>
                </c:pt>
                <c:pt idx="693">
                  <c:v>2.9</c:v>
                </c:pt>
                <c:pt idx="694">
                  <c:v>2.5</c:v>
                </c:pt>
                <c:pt idx="695">
                  <c:v>2.2999999999999998</c:v>
                </c:pt>
                <c:pt idx="696">
                  <c:v>2.4</c:v>
                </c:pt>
                <c:pt idx="697">
                  <c:v>2.6</c:v>
                </c:pt>
                <c:pt idx="698">
                  <c:v>3.2</c:v>
                </c:pt>
                <c:pt idx="699">
                  <c:v>2.8</c:v>
                </c:pt>
                <c:pt idx="700">
                  <c:v>2.4</c:v>
                </c:pt>
                <c:pt idx="701">
                  <c:v>3.6</c:v>
                </c:pt>
                <c:pt idx="702">
                  <c:v>3.2</c:v>
                </c:pt>
                <c:pt idx="703">
                  <c:v>3.1</c:v>
                </c:pt>
                <c:pt idx="704">
                  <c:v>3</c:v>
                </c:pt>
                <c:pt idx="705">
                  <c:v>3.1</c:v>
                </c:pt>
                <c:pt idx="706">
                  <c:v>3.4</c:v>
                </c:pt>
                <c:pt idx="707">
                  <c:v>3.5</c:v>
                </c:pt>
                <c:pt idx="708">
                  <c:v>3.6</c:v>
                </c:pt>
                <c:pt idx="709">
                  <c:v>3.4</c:v>
                </c:pt>
                <c:pt idx="710">
                  <c:v>3.1</c:v>
                </c:pt>
                <c:pt idx="711">
                  <c:v>2.2999999999999998</c:v>
                </c:pt>
                <c:pt idx="712">
                  <c:v>2.7</c:v>
                </c:pt>
                <c:pt idx="713">
                  <c:v>2.5</c:v>
                </c:pt>
                <c:pt idx="714">
                  <c:v>2.6</c:v>
                </c:pt>
                <c:pt idx="715">
                  <c:v>2.6</c:v>
                </c:pt>
                <c:pt idx="716">
                  <c:v>3.1</c:v>
                </c:pt>
                <c:pt idx="717">
                  <c:v>3.4</c:v>
                </c:pt>
                <c:pt idx="718">
                  <c:v>2.9</c:v>
                </c:pt>
                <c:pt idx="719">
                  <c:v>2.7</c:v>
                </c:pt>
                <c:pt idx="720">
                  <c:v>2.1</c:v>
                </c:pt>
                <c:pt idx="721">
                  <c:v>2</c:v>
                </c:pt>
                <c:pt idx="722">
                  <c:v>2.5</c:v>
                </c:pt>
                <c:pt idx="723">
                  <c:v>3.1</c:v>
                </c:pt>
                <c:pt idx="724">
                  <c:v>2.6</c:v>
                </c:pt>
                <c:pt idx="725">
                  <c:v>2.6</c:v>
                </c:pt>
                <c:pt idx="726">
                  <c:v>3</c:v>
                </c:pt>
                <c:pt idx="727">
                  <c:v>2.5</c:v>
                </c:pt>
                <c:pt idx="728">
                  <c:v>2.7</c:v>
                </c:pt>
                <c:pt idx="729">
                  <c:v>3.5</c:v>
                </c:pt>
                <c:pt idx="730">
                  <c:v>2.9</c:v>
                </c:pt>
                <c:pt idx="731">
                  <c:v>3.4</c:v>
                </c:pt>
                <c:pt idx="732">
                  <c:v>3.2</c:v>
                </c:pt>
                <c:pt idx="733">
                  <c:v>3.7</c:v>
                </c:pt>
                <c:pt idx="734">
                  <c:v>2.9</c:v>
                </c:pt>
                <c:pt idx="735">
                  <c:v>2.4</c:v>
                </c:pt>
                <c:pt idx="736">
                  <c:v>2.8</c:v>
                </c:pt>
                <c:pt idx="737">
                  <c:v>3</c:v>
                </c:pt>
                <c:pt idx="738">
                  <c:v>2.4</c:v>
                </c:pt>
                <c:pt idx="739">
                  <c:v>2.2000000000000002</c:v>
                </c:pt>
                <c:pt idx="740">
                  <c:v>2.1</c:v>
                </c:pt>
                <c:pt idx="741">
                  <c:v>2.7</c:v>
                </c:pt>
                <c:pt idx="742">
                  <c:v>2.7</c:v>
                </c:pt>
                <c:pt idx="743">
                  <c:v>2.2999999999999998</c:v>
                </c:pt>
                <c:pt idx="744">
                  <c:v>2.2000000000000002</c:v>
                </c:pt>
                <c:pt idx="745">
                  <c:v>2.2999999999999998</c:v>
                </c:pt>
                <c:pt idx="746">
                  <c:v>3.6</c:v>
                </c:pt>
                <c:pt idx="747">
                  <c:v>2.6</c:v>
                </c:pt>
                <c:pt idx="748">
                  <c:v>2.8</c:v>
                </c:pt>
                <c:pt idx="749">
                  <c:v>2.8</c:v>
                </c:pt>
                <c:pt idx="750">
                  <c:v>2.4</c:v>
                </c:pt>
                <c:pt idx="751">
                  <c:v>2.5</c:v>
                </c:pt>
                <c:pt idx="752">
                  <c:v>2.2999999999999998</c:v>
                </c:pt>
                <c:pt idx="753">
                  <c:v>1.9</c:v>
                </c:pt>
                <c:pt idx="754">
                  <c:v>2.1</c:v>
                </c:pt>
                <c:pt idx="755">
                  <c:v>2.4</c:v>
                </c:pt>
                <c:pt idx="756">
                  <c:v>2.5</c:v>
                </c:pt>
                <c:pt idx="757">
                  <c:v>2.2000000000000002</c:v>
                </c:pt>
                <c:pt idx="758">
                  <c:v>2.4</c:v>
                </c:pt>
                <c:pt idx="759">
                  <c:v>2.2000000000000002</c:v>
                </c:pt>
                <c:pt idx="760">
                  <c:v>2.1</c:v>
                </c:pt>
                <c:pt idx="761">
                  <c:v>2.1</c:v>
                </c:pt>
                <c:pt idx="762">
                  <c:v>2.2000000000000002</c:v>
                </c:pt>
                <c:pt idx="763">
                  <c:v>2</c:v>
                </c:pt>
                <c:pt idx="764">
                  <c:v>2.2999999999999998</c:v>
                </c:pt>
                <c:pt idx="765">
                  <c:v>2</c:v>
                </c:pt>
                <c:pt idx="766">
                  <c:v>2.1</c:v>
                </c:pt>
                <c:pt idx="767">
                  <c:v>2.2999999999999998</c:v>
                </c:pt>
                <c:pt idx="768">
                  <c:v>2.1</c:v>
                </c:pt>
                <c:pt idx="769">
                  <c:v>2.2000000000000002</c:v>
                </c:pt>
                <c:pt idx="770">
                  <c:v>2.1</c:v>
                </c:pt>
                <c:pt idx="771">
                  <c:v>2.1</c:v>
                </c:pt>
                <c:pt idx="772">
                  <c:v>2.4</c:v>
                </c:pt>
                <c:pt idx="773">
                  <c:v>2.2999999999999998</c:v>
                </c:pt>
                <c:pt idx="774">
                  <c:v>2.2999999999999998</c:v>
                </c:pt>
                <c:pt idx="775">
                  <c:v>2.2999999999999998</c:v>
                </c:pt>
                <c:pt idx="776">
                  <c:v>2.5</c:v>
                </c:pt>
                <c:pt idx="777">
                  <c:v>2.7</c:v>
                </c:pt>
                <c:pt idx="778">
                  <c:v>2.5</c:v>
                </c:pt>
                <c:pt idx="779">
                  <c:v>2.5</c:v>
                </c:pt>
                <c:pt idx="780">
                  <c:v>2.4</c:v>
                </c:pt>
                <c:pt idx="781">
                  <c:v>2.2999999999999998</c:v>
                </c:pt>
                <c:pt idx="782">
                  <c:v>2.4</c:v>
                </c:pt>
                <c:pt idx="783">
                  <c:v>2.6</c:v>
                </c:pt>
                <c:pt idx="784">
                  <c:v>2.6</c:v>
                </c:pt>
                <c:pt idx="785">
                  <c:v>2.6</c:v>
                </c:pt>
                <c:pt idx="786">
                  <c:v>2.5</c:v>
                </c:pt>
                <c:pt idx="787">
                  <c:v>2.6</c:v>
                </c:pt>
                <c:pt idx="788">
                  <c:v>3</c:v>
                </c:pt>
                <c:pt idx="789">
                  <c:v>3</c:v>
                </c:pt>
                <c:pt idx="790">
                  <c:v>2.8</c:v>
                </c:pt>
                <c:pt idx="791">
                  <c:v>2.4</c:v>
                </c:pt>
                <c:pt idx="792">
                  <c:v>2.6</c:v>
                </c:pt>
                <c:pt idx="793">
                  <c:v>2.7</c:v>
                </c:pt>
                <c:pt idx="794">
                  <c:v>2.9</c:v>
                </c:pt>
                <c:pt idx="795">
                  <c:v>3</c:v>
                </c:pt>
                <c:pt idx="796">
                  <c:v>2.5</c:v>
                </c:pt>
                <c:pt idx="797">
                  <c:v>2.6</c:v>
                </c:pt>
                <c:pt idx="798">
                  <c:v>2.8</c:v>
                </c:pt>
                <c:pt idx="799">
                  <c:v>2.5</c:v>
                </c:pt>
                <c:pt idx="800">
                  <c:v>2.2999999999999998</c:v>
                </c:pt>
                <c:pt idx="801">
                  <c:v>2.4</c:v>
                </c:pt>
                <c:pt idx="802">
                  <c:v>2.2000000000000002</c:v>
                </c:pt>
                <c:pt idx="803">
                  <c:v>2.4</c:v>
                </c:pt>
                <c:pt idx="804">
                  <c:v>2.6</c:v>
                </c:pt>
                <c:pt idx="805">
                  <c:v>2.5</c:v>
                </c:pt>
                <c:pt idx="806">
                  <c:v>2.4</c:v>
                </c:pt>
                <c:pt idx="807">
                  <c:v>2.7</c:v>
                </c:pt>
                <c:pt idx="808">
                  <c:v>2.7</c:v>
                </c:pt>
                <c:pt idx="809">
                  <c:v>2.8</c:v>
                </c:pt>
                <c:pt idx="810">
                  <c:v>3.1</c:v>
                </c:pt>
                <c:pt idx="811">
                  <c:v>2.5</c:v>
                </c:pt>
                <c:pt idx="812">
                  <c:v>2.9</c:v>
                </c:pt>
                <c:pt idx="813">
                  <c:v>2.4</c:v>
                </c:pt>
                <c:pt idx="814">
                  <c:v>2.2000000000000002</c:v>
                </c:pt>
                <c:pt idx="815">
                  <c:v>2.7</c:v>
                </c:pt>
                <c:pt idx="816">
                  <c:v>2.7</c:v>
                </c:pt>
                <c:pt idx="817">
                  <c:v>2.8</c:v>
                </c:pt>
                <c:pt idx="818">
                  <c:v>2.6</c:v>
                </c:pt>
                <c:pt idx="819">
                  <c:v>2.7</c:v>
                </c:pt>
                <c:pt idx="820">
                  <c:v>2.5</c:v>
                </c:pt>
                <c:pt idx="821">
                  <c:v>3.1</c:v>
                </c:pt>
                <c:pt idx="822">
                  <c:v>3.2</c:v>
                </c:pt>
                <c:pt idx="823">
                  <c:v>2.9</c:v>
                </c:pt>
                <c:pt idx="824">
                  <c:v>2.9</c:v>
                </c:pt>
                <c:pt idx="825">
                  <c:v>2.7</c:v>
                </c:pt>
                <c:pt idx="826">
                  <c:v>2.6</c:v>
                </c:pt>
                <c:pt idx="827">
                  <c:v>2.5</c:v>
                </c:pt>
                <c:pt idx="828">
                  <c:v>2.9</c:v>
                </c:pt>
                <c:pt idx="829">
                  <c:v>2.9</c:v>
                </c:pt>
                <c:pt idx="830">
                  <c:v>2.6</c:v>
                </c:pt>
                <c:pt idx="831">
                  <c:v>2.9</c:v>
                </c:pt>
                <c:pt idx="832">
                  <c:v>2.8</c:v>
                </c:pt>
                <c:pt idx="833">
                  <c:v>2.6</c:v>
                </c:pt>
                <c:pt idx="834">
                  <c:v>2.6</c:v>
                </c:pt>
                <c:pt idx="835">
                  <c:v>3.1</c:v>
                </c:pt>
                <c:pt idx="836">
                  <c:v>2.8</c:v>
                </c:pt>
                <c:pt idx="837">
                  <c:v>2.5</c:v>
                </c:pt>
                <c:pt idx="838">
                  <c:v>2.4</c:v>
                </c:pt>
                <c:pt idx="839">
                  <c:v>2.9</c:v>
                </c:pt>
                <c:pt idx="840">
                  <c:v>3.2</c:v>
                </c:pt>
                <c:pt idx="841">
                  <c:v>2.9</c:v>
                </c:pt>
                <c:pt idx="842">
                  <c:v>2.4</c:v>
                </c:pt>
                <c:pt idx="843">
                  <c:v>2.5</c:v>
                </c:pt>
                <c:pt idx="844">
                  <c:v>2.5</c:v>
                </c:pt>
                <c:pt idx="845">
                  <c:v>2.4</c:v>
                </c:pt>
                <c:pt idx="846">
                  <c:v>2.5</c:v>
                </c:pt>
                <c:pt idx="847">
                  <c:v>2.6</c:v>
                </c:pt>
                <c:pt idx="848">
                  <c:v>3</c:v>
                </c:pt>
                <c:pt idx="849">
                  <c:v>2.9</c:v>
                </c:pt>
                <c:pt idx="850">
                  <c:v>3</c:v>
                </c:pt>
                <c:pt idx="851">
                  <c:v>3.1</c:v>
                </c:pt>
                <c:pt idx="852">
                  <c:v>3</c:v>
                </c:pt>
                <c:pt idx="853">
                  <c:v>2.8</c:v>
                </c:pt>
                <c:pt idx="854">
                  <c:v>2.7</c:v>
                </c:pt>
                <c:pt idx="855">
                  <c:v>2.7</c:v>
                </c:pt>
                <c:pt idx="856">
                  <c:v>2.5</c:v>
                </c:pt>
                <c:pt idx="857">
                  <c:v>2.7</c:v>
                </c:pt>
                <c:pt idx="858">
                  <c:v>2.5</c:v>
                </c:pt>
                <c:pt idx="859">
                  <c:v>2.6</c:v>
                </c:pt>
                <c:pt idx="860">
                  <c:v>2.5</c:v>
                </c:pt>
                <c:pt idx="861">
                  <c:v>2.9</c:v>
                </c:pt>
                <c:pt idx="862">
                  <c:v>2.4</c:v>
                </c:pt>
                <c:pt idx="863">
                  <c:v>3</c:v>
                </c:pt>
                <c:pt idx="864">
                  <c:v>3.3</c:v>
                </c:pt>
                <c:pt idx="865">
                  <c:v>2.9</c:v>
                </c:pt>
                <c:pt idx="866">
                  <c:v>2.7</c:v>
                </c:pt>
                <c:pt idx="867">
                  <c:v>2.7</c:v>
                </c:pt>
                <c:pt idx="868">
                  <c:v>3.5</c:v>
                </c:pt>
                <c:pt idx="869">
                  <c:v>3.3</c:v>
                </c:pt>
                <c:pt idx="870">
                  <c:v>3.4</c:v>
                </c:pt>
                <c:pt idx="871">
                  <c:v>2.8</c:v>
                </c:pt>
                <c:pt idx="872">
                  <c:v>2.5</c:v>
                </c:pt>
                <c:pt idx="873">
                  <c:v>2.6</c:v>
                </c:pt>
                <c:pt idx="874">
                  <c:v>2.7</c:v>
                </c:pt>
                <c:pt idx="875">
                  <c:v>2.5</c:v>
                </c:pt>
                <c:pt idx="876">
                  <c:v>3.3</c:v>
                </c:pt>
                <c:pt idx="877">
                  <c:v>3.1</c:v>
                </c:pt>
                <c:pt idx="878">
                  <c:v>2.9</c:v>
                </c:pt>
                <c:pt idx="879">
                  <c:v>2.9</c:v>
                </c:pt>
                <c:pt idx="880">
                  <c:v>3</c:v>
                </c:pt>
                <c:pt idx="881">
                  <c:v>2.9</c:v>
                </c:pt>
                <c:pt idx="882">
                  <c:v>2.9</c:v>
                </c:pt>
                <c:pt idx="883">
                  <c:v>3.6</c:v>
                </c:pt>
                <c:pt idx="884">
                  <c:v>3.3</c:v>
                </c:pt>
                <c:pt idx="885">
                  <c:v>3.3</c:v>
                </c:pt>
                <c:pt idx="886">
                  <c:v>2.9</c:v>
                </c:pt>
                <c:pt idx="887">
                  <c:v>2.8</c:v>
                </c:pt>
                <c:pt idx="888">
                  <c:v>2.6</c:v>
                </c:pt>
                <c:pt idx="889">
                  <c:v>2.8</c:v>
                </c:pt>
                <c:pt idx="890">
                  <c:v>3</c:v>
                </c:pt>
                <c:pt idx="891">
                  <c:v>3</c:v>
                </c:pt>
                <c:pt idx="892">
                  <c:v>3.1</c:v>
                </c:pt>
                <c:pt idx="893">
                  <c:v>2.7</c:v>
                </c:pt>
                <c:pt idx="894">
                  <c:v>3.2</c:v>
                </c:pt>
                <c:pt idx="895">
                  <c:v>3.7</c:v>
                </c:pt>
                <c:pt idx="896">
                  <c:v>2.7</c:v>
                </c:pt>
                <c:pt idx="897">
                  <c:v>3</c:v>
                </c:pt>
                <c:pt idx="898">
                  <c:v>3.1</c:v>
                </c:pt>
                <c:pt idx="899">
                  <c:v>2.5</c:v>
                </c:pt>
                <c:pt idx="900">
                  <c:v>2.9</c:v>
                </c:pt>
                <c:pt idx="901">
                  <c:v>3</c:v>
                </c:pt>
                <c:pt idx="902">
                  <c:v>3.3</c:v>
                </c:pt>
                <c:pt idx="903">
                  <c:v>3.4</c:v>
                </c:pt>
                <c:pt idx="904">
                  <c:v>2.8</c:v>
                </c:pt>
                <c:pt idx="905">
                  <c:v>2.4</c:v>
                </c:pt>
                <c:pt idx="906">
                  <c:v>2.5</c:v>
                </c:pt>
                <c:pt idx="907">
                  <c:v>3.1</c:v>
                </c:pt>
                <c:pt idx="908">
                  <c:v>3.7</c:v>
                </c:pt>
                <c:pt idx="909">
                  <c:v>3.4</c:v>
                </c:pt>
                <c:pt idx="910">
                  <c:v>2.7</c:v>
                </c:pt>
                <c:pt idx="911">
                  <c:v>2.8</c:v>
                </c:pt>
                <c:pt idx="912">
                  <c:v>2.2000000000000002</c:v>
                </c:pt>
                <c:pt idx="913">
                  <c:v>1.9</c:v>
                </c:pt>
                <c:pt idx="914">
                  <c:v>2.4</c:v>
                </c:pt>
                <c:pt idx="915">
                  <c:v>2.2999999999999998</c:v>
                </c:pt>
                <c:pt idx="916">
                  <c:v>2.6</c:v>
                </c:pt>
                <c:pt idx="917">
                  <c:v>2.2999999999999998</c:v>
                </c:pt>
                <c:pt idx="918">
                  <c:v>2.6</c:v>
                </c:pt>
                <c:pt idx="919">
                  <c:v>2.5</c:v>
                </c:pt>
                <c:pt idx="920">
                  <c:v>2.5</c:v>
                </c:pt>
                <c:pt idx="921">
                  <c:v>2.7</c:v>
                </c:pt>
                <c:pt idx="922">
                  <c:v>2.5</c:v>
                </c:pt>
                <c:pt idx="923">
                  <c:v>2.5</c:v>
                </c:pt>
                <c:pt idx="924">
                  <c:v>2.6</c:v>
                </c:pt>
                <c:pt idx="925">
                  <c:v>2.4</c:v>
                </c:pt>
                <c:pt idx="926">
                  <c:v>2.4</c:v>
                </c:pt>
                <c:pt idx="927">
                  <c:v>2.5</c:v>
                </c:pt>
                <c:pt idx="928">
                  <c:v>2</c:v>
                </c:pt>
                <c:pt idx="929">
                  <c:v>2.1</c:v>
                </c:pt>
                <c:pt idx="930">
                  <c:v>2.4</c:v>
                </c:pt>
                <c:pt idx="931">
                  <c:v>2.7</c:v>
                </c:pt>
                <c:pt idx="932">
                  <c:v>3.1</c:v>
                </c:pt>
                <c:pt idx="933">
                  <c:v>3.8</c:v>
                </c:pt>
                <c:pt idx="934">
                  <c:v>3.9</c:v>
                </c:pt>
                <c:pt idx="935">
                  <c:v>2.7</c:v>
                </c:pt>
                <c:pt idx="936">
                  <c:v>3.1</c:v>
                </c:pt>
                <c:pt idx="937">
                  <c:v>3.1</c:v>
                </c:pt>
                <c:pt idx="938">
                  <c:v>3</c:v>
                </c:pt>
                <c:pt idx="939">
                  <c:v>2.8</c:v>
                </c:pt>
                <c:pt idx="940">
                  <c:v>2.9</c:v>
                </c:pt>
                <c:pt idx="941">
                  <c:v>3.2</c:v>
                </c:pt>
                <c:pt idx="942">
                  <c:v>2.6</c:v>
                </c:pt>
                <c:pt idx="943">
                  <c:v>2.8</c:v>
                </c:pt>
                <c:pt idx="944">
                  <c:v>2.6</c:v>
                </c:pt>
                <c:pt idx="945">
                  <c:v>2.5</c:v>
                </c:pt>
                <c:pt idx="946">
                  <c:v>2.5</c:v>
                </c:pt>
                <c:pt idx="947">
                  <c:v>2.4</c:v>
                </c:pt>
                <c:pt idx="948">
                  <c:v>2.4</c:v>
                </c:pt>
                <c:pt idx="949">
                  <c:v>2.6</c:v>
                </c:pt>
                <c:pt idx="950">
                  <c:v>2.4</c:v>
                </c:pt>
                <c:pt idx="951">
                  <c:v>2.2999999999999998</c:v>
                </c:pt>
                <c:pt idx="952">
                  <c:v>2.4</c:v>
                </c:pt>
                <c:pt idx="953">
                  <c:v>2.5</c:v>
                </c:pt>
                <c:pt idx="954">
                  <c:v>2.5</c:v>
                </c:pt>
                <c:pt idx="955">
                  <c:v>2.2000000000000002</c:v>
                </c:pt>
                <c:pt idx="956">
                  <c:v>2.2999999999999998</c:v>
                </c:pt>
                <c:pt idx="957">
                  <c:v>2.2999999999999998</c:v>
                </c:pt>
                <c:pt idx="958">
                  <c:v>2.2000000000000002</c:v>
                </c:pt>
                <c:pt idx="959">
                  <c:v>2.6</c:v>
                </c:pt>
                <c:pt idx="960">
                  <c:v>3.1</c:v>
                </c:pt>
                <c:pt idx="961">
                  <c:v>2.8</c:v>
                </c:pt>
                <c:pt idx="962">
                  <c:v>2.6</c:v>
                </c:pt>
                <c:pt idx="963">
                  <c:v>2.8</c:v>
                </c:pt>
                <c:pt idx="964">
                  <c:v>2.7</c:v>
                </c:pt>
                <c:pt idx="965">
                  <c:v>2.4</c:v>
                </c:pt>
                <c:pt idx="966">
                  <c:v>2.4</c:v>
                </c:pt>
                <c:pt idx="967">
                  <c:v>2.2000000000000002</c:v>
                </c:pt>
                <c:pt idx="968">
                  <c:v>2.4</c:v>
                </c:pt>
                <c:pt idx="969">
                  <c:v>2.8</c:v>
                </c:pt>
                <c:pt idx="970">
                  <c:v>2.4</c:v>
                </c:pt>
                <c:pt idx="971">
                  <c:v>2.7</c:v>
                </c:pt>
                <c:pt idx="972">
                  <c:v>3.1</c:v>
                </c:pt>
                <c:pt idx="973">
                  <c:v>3</c:v>
                </c:pt>
                <c:pt idx="974">
                  <c:v>3.1</c:v>
                </c:pt>
                <c:pt idx="975">
                  <c:v>2.9</c:v>
                </c:pt>
                <c:pt idx="976">
                  <c:v>2.7</c:v>
                </c:pt>
                <c:pt idx="977">
                  <c:v>2.9</c:v>
                </c:pt>
                <c:pt idx="978">
                  <c:v>3</c:v>
                </c:pt>
                <c:pt idx="979">
                  <c:v>2.8</c:v>
                </c:pt>
                <c:pt idx="980">
                  <c:v>2.7</c:v>
                </c:pt>
                <c:pt idx="981">
                  <c:v>3</c:v>
                </c:pt>
                <c:pt idx="982">
                  <c:v>2.8</c:v>
                </c:pt>
                <c:pt idx="983">
                  <c:v>2.7</c:v>
                </c:pt>
                <c:pt idx="984">
                  <c:v>3.1</c:v>
                </c:pt>
                <c:pt idx="985">
                  <c:v>2.4</c:v>
                </c:pt>
                <c:pt idx="986">
                  <c:v>2.6</c:v>
                </c:pt>
                <c:pt idx="987">
                  <c:v>3.1</c:v>
                </c:pt>
                <c:pt idx="988">
                  <c:v>2.7</c:v>
                </c:pt>
                <c:pt idx="989">
                  <c:v>2.1</c:v>
                </c:pt>
                <c:pt idx="990">
                  <c:v>2.5</c:v>
                </c:pt>
                <c:pt idx="991">
                  <c:v>2.5</c:v>
                </c:pt>
                <c:pt idx="992">
                  <c:v>2.5</c:v>
                </c:pt>
                <c:pt idx="993">
                  <c:v>2.5</c:v>
                </c:pt>
                <c:pt idx="994">
                  <c:v>2.2999999999999998</c:v>
                </c:pt>
                <c:pt idx="995">
                  <c:v>2.6</c:v>
                </c:pt>
                <c:pt idx="996">
                  <c:v>2.9</c:v>
                </c:pt>
                <c:pt idx="997">
                  <c:v>2.5</c:v>
                </c:pt>
                <c:pt idx="998">
                  <c:v>2.4</c:v>
                </c:pt>
                <c:pt idx="999">
                  <c:v>2</c:v>
                </c:pt>
                <c:pt idx="1000">
                  <c:v>2.2000000000000002</c:v>
                </c:pt>
                <c:pt idx="1001">
                  <c:v>2.1</c:v>
                </c:pt>
                <c:pt idx="1002">
                  <c:v>2.1</c:v>
                </c:pt>
                <c:pt idx="1003">
                  <c:v>2.1</c:v>
                </c:pt>
                <c:pt idx="1004">
                  <c:v>2.1</c:v>
                </c:pt>
                <c:pt idx="1005">
                  <c:v>2.4</c:v>
                </c:pt>
                <c:pt idx="1006">
                  <c:v>2.5</c:v>
                </c:pt>
                <c:pt idx="1007">
                  <c:v>2.7</c:v>
                </c:pt>
                <c:pt idx="1008">
                  <c:v>2.4</c:v>
                </c:pt>
                <c:pt idx="1009">
                  <c:v>2.4</c:v>
                </c:pt>
                <c:pt idx="1010">
                  <c:v>2.7</c:v>
                </c:pt>
                <c:pt idx="1011">
                  <c:v>2.6</c:v>
                </c:pt>
                <c:pt idx="1012">
                  <c:v>2.7</c:v>
                </c:pt>
                <c:pt idx="1013">
                  <c:v>2.8</c:v>
                </c:pt>
                <c:pt idx="1014">
                  <c:v>2.7</c:v>
                </c:pt>
                <c:pt idx="1015">
                  <c:v>2.8</c:v>
                </c:pt>
                <c:pt idx="1016">
                  <c:v>2.9</c:v>
                </c:pt>
                <c:pt idx="1017">
                  <c:v>2.8</c:v>
                </c:pt>
                <c:pt idx="1018">
                  <c:v>2.7</c:v>
                </c:pt>
                <c:pt idx="1019">
                  <c:v>2.8</c:v>
                </c:pt>
                <c:pt idx="1020">
                  <c:v>2.7</c:v>
                </c:pt>
                <c:pt idx="1021">
                  <c:v>2.8</c:v>
                </c:pt>
                <c:pt idx="1022">
                  <c:v>2.6</c:v>
                </c:pt>
                <c:pt idx="1023">
                  <c:v>2.5</c:v>
                </c:pt>
                <c:pt idx="1024">
                  <c:v>2.5</c:v>
                </c:pt>
                <c:pt idx="1025">
                  <c:v>2.5</c:v>
                </c:pt>
                <c:pt idx="1026">
                  <c:v>2.4</c:v>
                </c:pt>
                <c:pt idx="1027">
                  <c:v>2.6</c:v>
                </c:pt>
                <c:pt idx="1028">
                  <c:v>2.4</c:v>
                </c:pt>
                <c:pt idx="1029">
                  <c:v>2.7</c:v>
                </c:pt>
                <c:pt idx="1030">
                  <c:v>2.6</c:v>
                </c:pt>
                <c:pt idx="1031">
                  <c:v>2.1</c:v>
                </c:pt>
                <c:pt idx="1032">
                  <c:v>2.2000000000000002</c:v>
                </c:pt>
                <c:pt idx="1033">
                  <c:v>2.9</c:v>
                </c:pt>
                <c:pt idx="1034">
                  <c:v>3.1</c:v>
                </c:pt>
                <c:pt idx="1035">
                  <c:v>3.2</c:v>
                </c:pt>
                <c:pt idx="1036">
                  <c:v>2.5</c:v>
                </c:pt>
                <c:pt idx="1037">
                  <c:v>3</c:v>
                </c:pt>
                <c:pt idx="1038">
                  <c:v>3.7</c:v>
                </c:pt>
                <c:pt idx="1039">
                  <c:v>2.8</c:v>
                </c:pt>
                <c:pt idx="1040">
                  <c:v>2.2999999999999998</c:v>
                </c:pt>
                <c:pt idx="1041">
                  <c:v>2.5</c:v>
                </c:pt>
                <c:pt idx="1042">
                  <c:v>2.9</c:v>
                </c:pt>
                <c:pt idx="1043">
                  <c:v>3.4</c:v>
                </c:pt>
                <c:pt idx="1044">
                  <c:v>2.2000000000000002</c:v>
                </c:pt>
                <c:pt idx="1045">
                  <c:v>3</c:v>
                </c:pt>
                <c:pt idx="1046">
                  <c:v>2.2999999999999998</c:v>
                </c:pt>
                <c:pt idx="1047">
                  <c:v>2.5</c:v>
                </c:pt>
                <c:pt idx="1048">
                  <c:v>2.7</c:v>
                </c:pt>
                <c:pt idx="1049">
                  <c:v>3</c:v>
                </c:pt>
                <c:pt idx="1050">
                  <c:v>2.8</c:v>
                </c:pt>
                <c:pt idx="1051">
                  <c:v>2.6</c:v>
                </c:pt>
                <c:pt idx="1052">
                  <c:v>3</c:v>
                </c:pt>
                <c:pt idx="1053">
                  <c:v>2.7</c:v>
                </c:pt>
                <c:pt idx="1054">
                  <c:v>2.5</c:v>
                </c:pt>
                <c:pt idx="1055">
                  <c:v>2.6</c:v>
                </c:pt>
                <c:pt idx="1056">
                  <c:v>2.6</c:v>
                </c:pt>
                <c:pt idx="1057">
                  <c:v>2.2999999999999998</c:v>
                </c:pt>
                <c:pt idx="1058">
                  <c:v>2.2999999999999998</c:v>
                </c:pt>
                <c:pt idx="1059">
                  <c:v>2.1</c:v>
                </c:pt>
                <c:pt idx="1060">
                  <c:v>2.2000000000000002</c:v>
                </c:pt>
                <c:pt idx="1061">
                  <c:v>2.1</c:v>
                </c:pt>
                <c:pt idx="1062">
                  <c:v>1.9</c:v>
                </c:pt>
                <c:pt idx="1063">
                  <c:v>2.1</c:v>
                </c:pt>
                <c:pt idx="1064">
                  <c:v>2.7</c:v>
                </c:pt>
                <c:pt idx="1065">
                  <c:v>2.7</c:v>
                </c:pt>
                <c:pt idx="1066">
                  <c:v>2.6</c:v>
                </c:pt>
                <c:pt idx="1067">
                  <c:v>2.5</c:v>
                </c:pt>
                <c:pt idx="1068">
                  <c:v>2.2000000000000002</c:v>
                </c:pt>
                <c:pt idx="1069">
                  <c:v>2.2999999999999998</c:v>
                </c:pt>
                <c:pt idx="1070">
                  <c:v>2.2000000000000002</c:v>
                </c:pt>
                <c:pt idx="1071">
                  <c:v>2.5</c:v>
                </c:pt>
                <c:pt idx="1072">
                  <c:v>2.2000000000000002</c:v>
                </c:pt>
                <c:pt idx="1073">
                  <c:v>2.2000000000000002</c:v>
                </c:pt>
                <c:pt idx="1074">
                  <c:v>2.4</c:v>
                </c:pt>
                <c:pt idx="1075">
                  <c:v>2.2999999999999998</c:v>
                </c:pt>
                <c:pt idx="1076">
                  <c:v>2.2999999999999998</c:v>
                </c:pt>
                <c:pt idx="1077">
                  <c:v>2.4</c:v>
                </c:pt>
                <c:pt idx="1078">
                  <c:v>2.2999999999999998</c:v>
                </c:pt>
                <c:pt idx="1079">
                  <c:v>2.2000000000000002</c:v>
                </c:pt>
                <c:pt idx="1080">
                  <c:v>2.2000000000000002</c:v>
                </c:pt>
                <c:pt idx="1081">
                  <c:v>2.4</c:v>
                </c:pt>
                <c:pt idx="1082">
                  <c:v>2</c:v>
                </c:pt>
                <c:pt idx="1083">
                  <c:v>2</c:v>
                </c:pt>
                <c:pt idx="1084">
                  <c:v>2</c:v>
                </c:pt>
                <c:pt idx="1085">
                  <c:v>1.9</c:v>
                </c:pt>
                <c:pt idx="1086">
                  <c:v>2.2000000000000002</c:v>
                </c:pt>
                <c:pt idx="1087">
                  <c:v>2</c:v>
                </c:pt>
                <c:pt idx="1088">
                  <c:v>2.2999999999999998</c:v>
                </c:pt>
                <c:pt idx="1089">
                  <c:v>2.2999999999999998</c:v>
                </c:pt>
                <c:pt idx="1090">
                  <c:v>2.2999999999999998</c:v>
                </c:pt>
                <c:pt idx="1091">
                  <c:v>2.1</c:v>
                </c:pt>
                <c:pt idx="1092">
                  <c:v>1.9</c:v>
                </c:pt>
                <c:pt idx="1093">
                  <c:v>1.9</c:v>
                </c:pt>
                <c:pt idx="1094">
                  <c:v>2.2000000000000002</c:v>
                </c:pt>
                <c:pt idx="1095">
                  <c:v>2.2000000000000002</c:v>
                </c:pt>
                <c:pt idx="1096">
                  <c:v>2.2000000000000002</c:v>
                </c:pt>
                <c:pt idx="1097">
                  <c:v>2.2000000000000002</c:v>
                </c:pt>
                <c:pt idx="1098">
                  <c:v>2.1</c:v>
                </c:pt>
                <c:pt idx="1099">
                  <c:v>2.1</c:v>
                </c:pt>
                <c:pt idx="1100">
                  <c:v>2.1</c:v>
                </c:pt>
                <c:pt idx="1101">
                  <c:v>2</c:v>
                </c:pt>
                <c:pt idx="1102">
                  <c:v>2.1</c:v>
                </c:pt>
                <c:pt idx="1103">
                  <c:v>2</c:v>
                </c:pt>
                <c:pt idx="1104">
                  <c:v>2.2000000000000002</c:v>
                </c:pt>
                <c:pt idx="1105">
                  <c:v>2</c:v>
                </c:pt>
                <c:pt idx="1106">
                  <c:v>2.1</c:v>
                </c:pt>
                <c:pt idx="1107">
                  <c:v>2.2000000000000002</c:v>
                </c:pt>
                <c:pt idx="1108">
                  <c:v>2.1</c:v>
                </c:pt>
                <c:pt idx="1109">
                  <c:v>2.2000000000000002</c:v>
                </c:pt>
                <c:pt idx="1110">
                  <c:v>2.2999999999999998</c:v>
                </c:pt>
                <c:pt idx="1111">
                  <c:v>2.2999999999999998</c:v>
                </c:pt>
                <c:pt idx="1112">
                  <c:v>3</c:v>
                </c:pt>
                <c:pt idx="1113">
                  <c:v>2.8</c:v>
                </c:pt>
                <c:pt idx="1114">
                  <c:v>2.5</c:v>
                </c:pt>
                <c:pt idx="1115">
                  <c:v>2.8</c:v>
                </c:pt>
                <c:pt idx="1116">
                  <c:v>2.7</c:v>
                </c:pt>
                <c:pt idx="1117">
                  <c:v>2.5</c:v>
                </c:pt>
                <c:pt idx="1118">
                  <c:v>2.8</c:v>
                </c:pt>
                <c:pt idx="1119">
                  <c:v>2.5</c:v>
                </c:pt>
                <c:pt idx="1120">
                  <c:v>3.2</c:v>
                </c:pt>
                <c:pt idx="1121">
                  <c:v>3.5</c:v>
                </c:pt>
                <c:pt idx="1122">
                  <c:v>3.5</c:v>
                </c:pt>
                <c:pt idx="1123">
                  <c:v>3.2</c:v>
                </c:pt>
                <c:pt idx="1124">
                  <c:v>2.7</c:v>
                </c:pt>
                <c:pt idx="1125">
                  <c:v>2.5</c:v>
                </c:pt>
                <c:pt idx="1126">
                  <c:v>2.7</c:v>
                </c:pt>
                <c:pt idx="1127">
                  <c:v>2.8</c:v>
                </c:pt>
                <c:pt idx="1128">
                  <c:v>2.7</c:v>
                </c:pt>
                <c:pt idx="1129">
                  <c:v>2.9</c:v>
                </c:pt>
                <c:pt idx="1130">
                  <c:v>2.9</c:v>
                </c:pt>
                <c:pt idx="1131">
                  <c:v>3.1</c:v>
                </c:pt>
                <c:pt idx="1132">
                  <c:v>2.9</c:v>
                </c:pt>
                <c:pt idx="1133">
                  <c:v>3.5</c:v>
                </c:pt>
                <c:pt idx="1134">
                  <c:v>3</c:v>
                </c:pt>
                <c:pt idx="1135">
                  <c:v>2.6</c:v>
                </c:pt>
                <c:pt idx="1136">
                  <c:v>2.8</c:v>
                </c:pt>
                <c:pt idx="1137">
                  <c:v>2.6</c:v>
                </c:pt>
                <c:pt idx="1138">
                  <c:v>3</c:v>
                </c:pt>
                <c:pt idx="1139">
                  <c:v>2.2999999999999998</c:v>
                </c:pt>
                <c:pt idx="1140">
                  <c:v>2.7</c:v>
                </c:pt>
                <c:pt idx="1141">
                  <c:v>3.2</c:v>
                </c:pt>
                <c:pt idx="1142">
                  <c:v>2.9</c:v>
                </c:pt>
                <c:pt idx="1143">
                  <c:v>2.6</c:v>
                </c:pt>
                <c:pt idx="1144">
                  <c:v>2.6</c:v>
                </c:pt>
                <c:pt idx="1145">
                  <c:v>2.8</c:v>
                </c:pt>
                <c:pt idx="1146">
                  <c:v>3.3</c:v>
                </c:pt>
                <c:pt idx="1147">
                  <c:v>3.1</c:v>
                </c:pt>
                <c:pt idx="1148">
                  <c:v>3.1</c:v>
                </c:pt>
                <c:pt idx="1149">
                  <c:v>2.8</c:v>
                </c:pt>
                <c:pt idx="1150">
                  <c:v>2.7</c:v>
                </c:pt>
                <c:pt idx="1151">
                  <c:v>3</c:v>
                </c:pt>
                <c:pt idx="1152">
                  <c:v>2.9</c:v>
                </c:pt>
                <c:pt idx="1153">
                  <c:v>2.9</c:v>
                </c:pt>
                <c:pt idx="1154">
                  <c:v>3</c:v>
                </c:pt>
                <c:pt idx="1155">
                  <c:v>3</c:v>
                </c:pt>
                <c:pt idx="1156">
                  <c:v>2.8</c:v>
                </c:pt>
                <c:pt idx="1157">
                  <c:v>2.9</c:v>
                </c:pt>
                <c:pt idx="1158">
                  <c:v>2.9</c:v>
                </c:pt>
                <c:pt idx="1159">
                  <c:v>2.9</c:v>
                </c:pt>
                <c:pt idx="1160">
                  <c:v>2.9</c:v>
                </c:pt>
                <c:pt idx="1161">
                  <c:v>2.2999999999999998</c:v>
                </c:pt>
                <c:pt idx="1162">
                  <c:v>2.4</c:v>
                </c:pt>
                <c:pt idx="1163">
                  <c:v>2.2999999999999998</c:v>
                </c:pt>
                <c:pt idx="1164">
                  <c:v>2.1</c:v>
                </c:pt>
                <c:pt idx="1165">
                  <c:v>2.2999999999999998</c:v>
                </c:pt>
                <c:pt idx="1166">
                  <c:v>2.2999999999999998</c:v>
                </c:pt>
                <c:pt idx="1167">
                  <c:v>2.2999999999999998</c:v>
                </c:pt>
                <c:pt idx="1168">
                  <c:v>2.2999999999999998</c:v>
                </c:pt>
                <c:pt idx="1169">
                  <c:v>2.4</c:v>
                </c:pt>
                <c:pt idx="1170">
                  <c:v>2.5</c:v>
                </c:pt>
                <c:pt idx="1171">
                  <c:v>2.5</c:v>
                </c:pt>
                <c:pt idx="1172">
                  <c:v>2.2999999999999998</c:v>
                </c:pt>
                <c:pt idx="1173">
                  <c:v>2.2999999999999998</c:v>
                </c:pt>
                <c:pt idx="1174">
                  <c:v>2.6</c:v>
                </c:pt>
                <c:pt idx="1175">
                  <c:v>2.5</c:v>
                </c:pt>
                <c:pt idx="1176">
                  <c:v>2.5</c:v>
                </c:pt>
                <c:pt idx="1177">
                  <c:v>2.4</c:v>
                </c:pt>
                <c:pt idx="1178">
                  <c:v>2.6</c:v>
                </c:pt>
                <c:pt idx="1179">
                  <c:v>2.4</c:v>
                </c:pt>
                <c:pt idx="1180">
                  <c:v>2.4</c:v>
                </c:pt>
                <c:pt idx="1181">
                  <c:v>2.6</c:v>
                </c:pt>
                <c:pt idx="1182">
                  <c:v>2.4</c:v>
                </c:pt>
                <c:pt idx="1183">
                  <c:v>2.4</c:v>
                </c:pt>
                <c:pt idx="1184">
                  <c:v>2.4</c:v>
                </c:pt>
                <c:pt idx="1185">
                  <c:v>2.4</c:v>
                </c:pt>
                <c:pt idx="1186">
                  <c:v>2.4</c:v>
                </c:pt>
                <c:pt idx="1187">
                  <c:v>2.2999999999999998</c:v>
                </c:pt>
                <c:pt idx="1188">
                  <c:v>2</c:v>
                </c:pt>
                <c:pt idx="1189">
                  <c:v>1.9</c:v>
                </c:pt>
                <c:pt idx="1190">
                  <c:v>2.2000000000000002</c:v>
                </c:pt>
                <c:pt idx="1191">
                  <c:v>2.6</c:v>
                </c:pt>
                <c:pt idx="1192">
                  <c:v>2.4</c:v>
                </c:pt>
                <c:pt idx="1193">
                  <c:v>2.5</c:v>
                </c:pt>
                <c:pt idx="1194">
                  <c:v>2.1</c:v>
                </c:pt>
                <c:pt idx="1195">
                  <c:v>1.4</c:v>
                </c:pt>
                <c:pt idx="1196">
                  <c:v>2.1</c:v>
                </c:pt>
                <c:pt idx="1197">
                  <c:v>2.1</c:v>
                </c:pt>
                <c:pt idx="1198">
                  <c:v>2.1</c:v>
                </c:pt>
                <c:pt idx="1199">
                  <c:v>2.2000000000000002</c:v>
                </c:pt>
                <c:pt idx="1200">
                  <c:v>2.2000000000000002</c:v>
                </c:pt>
                <c:pt idx="1201">
                  <c:v>2.2000000000000002</c:v>
                </c:pt>
                <c:pt idx="1202">
                  <c:v>2.1</c:v>
                </c:pt>
                <c:pt idx="1203">
                  <c:v>2.2999999999999998</c:v>
                </c:pt>
                <c:pt idx="1204">
                  <c:v>2.2000000000000002</c:v>
                </c:pt>
                <c:pt idx="1205">
                  <c:v>2.2000000000000002</c:v>
                </c:pt>
                <c:pt idx="1206">
                  <c:v>2.2999999999999998</c:v>
                </c:pt>
                <c:pt idx="1207">
                  <c:v>2.2999999999999998</c:v>
                </c:pt>
                <c:pt idx="1208">
                  <c:v>2.2000000000000002</c:v>
                </c:pt>
                <c:pt idx="1209">
                  <c:v>2.1</c:v>
                </c:pt>
                <c:pt idx="1210">
                  <c:v>2.2999999999999998</c:v>
                </c:pt>
                <c:pt idx="1211">
                  <c:v>2.4</c:v>
                </c:pt>
                <c:pt idx="1212">
                  <c:v>2.2000000000000002</c:v>
                </c:pt>
                <c:pt idx="1213">
                  <c:v>2.1</c:v>
                </c:pt>
                <c:pt idx="1214">
                  <c:v>2.2000000000000002</c:v>
                </c:pt>
                <c:pt idx="1215">
                  <c:v>2.2000000000000002</c:v>
                </c:pt>
                <c:pt idx="1216">
                  <c:v>2.2000000000000002</c:v>
                </c:pt>
                <c:pt idx="1217">
                  <c:v>2.2999999999999998</c:v>
                </c:pt>
                <c:pt idx="1218">
                  <c:v>2.1</c:v>
                </c:pt>
                <c:pt idx="1219">
                  <c:v>2</c:v>
                </c:pt>
                <c:pt idx="1220">
                  <c:v>2.2000000000000002</c:v>
                </c:pt>
                <c:pt idx="1221">
                  <c:v>2.4</c:v>
                </c:pt>
                <c:pt idx="1222">
                  <c:v>2.2000000000000002</c:v>
                </c:pt>
                <c:pt idx="1223">
                  <c:v>2.2999999999999998</c:v>
                </c:pt>
                <c:pt idx="1224">
                  <c:v>2.2000000000000002</c:v>
                </c:pt>
                <c:pt idx="1225">
                  <c:v>2.2000000000000002</c:v>
                </c:pt>
                <c:pt idx="1226">
                  <c:v>2.1</c:v>
                </c:pt>
                <c:pt idx="1227">
                  <c:v>2</c:v>
                </c:pt>
                <c:pt idx="1228">
                  <c:v>2.2000000000000002</c:v>
                </c:pt>
                <c:pt idx="1229">
                  <c:v>2.2000000000000002</c:v>
                </c:pt>
                <c:pt idx="1230">
                  <c:v>2.1</c:v>
                </c:pt>
                <c:pt idx="1231">
                  <c:v>2</c:v>
                </c:pt>
                <c:pt idx="1232">
                  <c:v>2</c:v>
                </c:pt>
                <c:pt idx="1233">
                  <c:v>2</c:v>
                </c:pt>
                <c:pt idx="1234">
                  <c:v>2.1</c:v>
                </c:pt>
                <c:pt idx="1235">
                  <c:v>2.1</c:v>
                </c:pt>
                <c:pt idx="1236">
                  <c:v>2.2000000000000002</c:v>
                </c:pt>
                <c:pt idx="1237">
                  <c:v>2.4</c:v>
                </c:pt>
                <c:pt idx="1238">
                  <c:v>2.2000000000000002</c:v>
                </c:pt>
                <c:pt idx="1239">
                  <c:v>2.1</c:v>
                </c:pt>
                <c:pt idx="1240">
                  <c:v>2</c:v>
                </c:pt>
                <c:pt idx="1241">
                  <c:v>2.1</c:v>
                </c:pt>
                <c:pt idx="1242">
                  <c:v>2</c:v>
                </c:pt>
                <c:pt idx="1243">
                  <c:v>2</c:v>
                </c:pt>
                <c:pt idx="1244">
                  <c:v>2</c:v>
                </c:pt>
                <c:pt idx="1245">
                  <c:v>2</c:v>
                </c:pt>
                <c:pt idx="1246">
                  <c:v>2.1</c:v>
                </c:pt>
                <c:pt idx="1247">
                  <c:v>1.9</c:v>
                </c:pt>
                <c:pt idx="1248">
                  <c:v>2</c:v>
                </c:pt>
                <c:pt idx="1249">
                  <c:v>2</c:v>
                </c:pt>
                <c:pt idx="1250">
                  <c:v>2</c:v>
                </c:pt>
                <c:pt idx="1251">
                  <c:v>1.9</c:v>
                </c:pt>
                <c:pt idx="1252">
                  <c:v>1.9</c:v>
                </c:pt>
                <c:pt idx="1253">
                  <c:v>2.2000000000000002</c:v>
                </c:pt>
                <c:pt idx="1254">
                  <c:v>2.2000000000000002</c:v>
                </c:pt>
                <c:pt idx="1255">
                  <c:v>2.2999999999999998</c:v>
                </c:pt>
                <c:pt idx="1256">
                  <c:v>2.2999999999999998</c:v>
                </c:pt>
                <c:pt idx="1257">
                  <c:v>2.1</c:v>
                </c:pt>
                <c:pt idx="1258">
                  <c:v>2.1</c:v>
                </c:pt>
                <c:pt idx="1259">
                  <c:v>2.2000000000000002</c:v>
                </c:pt>
                <c:pt idx="1260">
                  <c:v>2.5</c:v>
                </c:pt>
                <c:pt idx="1261">
                  <c:v>2.2999999999999998</c:v>
                </c:pt>
                <c:pt idx="1262">
                  <c:v>2.2000000000000002</c:v>
                </c:pt>
                <c:pt idx="1263">
                  <c:v>2.4</c:v>
                </c:pt>
                <c:pt idx="1264">
                  <c:v>2.1</c:v>
                </c:pt>
                <c:pt idx="1265">
                  <c:v>2.2000000000000002</c:v>
                </c:pt>
                <c:pt idx="1266">
                  <c:v>2.2999999999999998</c:v>
                </c:pt>
                <c:pt idx="1267">
                  <c:v>2.6</c:v>
                </c:pt>
                <c:pt idx="1268">
                  <c:v>2.5</c:v>
                </c:pt>
                <c:pt idx="1269">
                  <c:v>2.2999999999999998</c:v>
                </c:pt>
                <c:pt idx="1270">
                  <c:v>2.2999999999999998</c:v>
                </c:pt>
                <c:pt idx="1271">
                  <c:v>2.2999999999999998</c:v>
                </c:pt>
                <c:pt idx="1272">
                  <c:v>2.2999999999999998</c:v>
                </c:pt>
                <c:pt idx="1273">
                  <c:v>2.2000000000000002</c:v>
                </c:pt>
                <c:pt idx="1274">
                  <c:v>2.1</c:v>
                </c:pt>
                <c:pt idx="1275">
                  <c:v>2.2999999999999998</c:v>
                </c:pt>
                <c:pt idx="1276">
                  <c:v>2.2000000000000002</c:v>
                </c:pt>
                <c:pt idx="1277">
                  <c:v>2.1</c:v>
                </c:pt>
                <c:pt idx="1278">
                  <c:v>2.2000000000000002</c:v>
                </c:pt>
                <c:pt idx="1279">
                  <c:v>2.2000000000000002</c:v>
                </c:pt>
                <c:pt idx="1280">
                  <c:v>2.2000000000000002</c:v>
                </c:pt>
                <c:pt idx="1281">
                  <c:v>2.1</c:v>
                </c:pt>
                <c:pt idx="1282">
                  <c:v>2.2000000000000002</c:v>
                </c:pt>
                <c:pt idx="1283">
                  <c:v>2.2000000000000002</c:v>
                </c:pt>
                <c:pt idx="1284">
                  <c:v>2.2000000000000002</c:v>
                </c:pt>
                <c:pt idx="1285">
                  <c:v>2.2999999999999998</c:v>
                </c:pt>
                <c:pt idx="1286">
                  <c:v>2.2999999999999998</c:v>
                </c:pt>
                <c:pt idx="1287">
                  <c:v>2.2999999999999998</c:v>
                </c:pt>
                <c:pt idx="1288">
                  <c:v>2.2000000000000002</c:v>
                </c:pt>
                <c:pt idx="1289">
                  <c:v>2.2000000000000002</c:v>
                </c:pt>
                <c:pt idx="1290">
                  <c:v>2.2000000000000002</c:v>
                </c:pt>
                <c:pt idx="1291">
                  <c:v>2.2000000000000002</c:v>
                </c:pt>
                <c:pt idx="1292">
                  <c:v>2.2000000000000002</c:v>
                </c:pt>
                <c:pt idx="1293">
                  <c:v>2.2000000000000002</c:v>
                </c:pt>
                <c:pt idx="1294">
                  <c:v>2.2000000000000002</c:v>
                </c:pt>
                <c:pt idx="1295">
                  <c:v>2.2999999999999998</c:v>
                </c:pt>
                <c:pt idx="1296">
                  <c:v>2.1</c:v>
                </c:pt>
                <c:pt idx="1297">
                  <c:v>2.1</c:v>
                </c:pt>
                <c:pt idx="1298">
                  <c:v>2</c:v>
                </c:pt>
                <c:pt idx="1299">
                  <c:v>2.1</c:v>
                </c:pt>
                <c:pt idx="1300">
                  <c:v>2</c:v>
                </c:pt>
                <c:pt idx="1301">
                  <c:v>2.1</c:v>
                </c:pt>
                <c:pt idx="1302">
                  <c:v>2.2999999999999998</c:v>
                </c:pt>
                <c:pt idx="1303">
                  <c:v>2.2999999999999998</c:v>
                </c:pt>
                <c:pt idx="1304">
                  <c:v>2.2000000000000002</c:v>
                </c:pt>
                <c:pt idx="1305">
                  <c:v>2.2000000000000002</c:v>
                </c:pt>
                <c:pt idx="1306">
                  <c:v>2.1</c:v>
                </c:pt>
                <c:pt idx="1307">
                  <c:v>2.1</c:v>
                </c:pt>
                <c:pt idx="1308">
                  <c:v>2.2000000000000002</c:v>
                </c:pt>
                <c:pt idx="1309">
                  <c:v>2.6</c:v>
                </c:pt>
                <c:pt idx="1310">
                  <c:v>2.9</c:v>
                </c:pt>
                <c:pt idx="1311">
                  <c:v>2.9</c:v>
                </c:pt>
                <c:pt idx="1312">
                  <c:v>2.8</c:v>
                </c:pt>
                <c:pt idx="1313">
                  <c:v>2.6</c:v>
                </c:pt>
                <c:pt idx="1314">
                  <c:v>2.2000000000000002</c:v>
                </c:pt>
                <c:pt idx="1315">
                  <c:v>2.4</c:v>
                </c:pt>
                <c:pt idx="1316">
                  <c:v>2.6</c:v>
                </c:pt>
                <c:pt idx="1317">
                  <c:v>3</c:v>
                </c:pt>
                <c:pt idx="1318">
                  <c:v>2.4</c:v>
                </c:pt>
                <c:pt idx="1319">
                  <c:v>2.4</c:v>
                </c:pt>
                <c:pt idx="1320">
                  <c:v>2.7</c:v>
                </c:pt>
                <c:pt idx="1321">
                  <c:v>3</c:v>
                </c:pt>
                <c:pt idx="1322">
                  <c:v>2.5</c:v>
                </c:pt>
                <c:pt idx="1323">
                  <c:v>2.4</c:v>
                </c:pt>
                <c:pt idx="1324">
                  <c:v>2.8</c:v>
                </c:pt>
                <c:pt idx="1325">
                  <c:v>2.6</c:v>
                </c:pt>
                <c:pt idx="1326">
                  <c:v>2.6</c:v>
                </c:pt>
                <c:pt idx="1327">
                  <c:v>2.6</c:v>
                </c:pt>
                <c:pt idx="1328">
                  <c:v>2.2999999999999998</c:v>
                </c:pt>
                <c:pt idx="1329">
                  <c:v>3.2</c:v>
                </c:pt>
                <c:pt idx="1330">
                  <c:v>3</c:v>
                </c:pt>
                <c:pt idx="1331">
                  <c:v>3.5</c:v>
                </c:pt>
                <c:pt idx="1332">
                  <c:v>3.7</c:v>
                </c:pt>
                <c:pt idx="1333">
                  <c:v>3.2</c:v>
                </c:pt>
                <c:pt idx="1334">
                  <c:v>3.1</c:v>
                </c:pt>
                <c:pt idx="1335">
                  <c:v>3.2</c:v>
                </c:pt>
                <c:pt idx="1336">
                  <c:v>3.4</c:v>
                </c:pt>
                <c:pt idx="1337">
                  <c:v>3.2</c:v>
                </c:pt>
                <c:pt idx="1338">
                  <c:v>3.1</c:v>
                </c:pt>
                <c:pt idx="1339">
                  <c:v>3.1</c:v>
                </c:pt>
                <c:pt idx="1340">
                  <c:v>3.2</c:v>
                </c:pt>
                <c:pt idx="1341">
                  <c:v>2.9</c:v>
                </c:pt>
                <c:pt idx="1342">
                  <c:v>3</c:v>
                </c:pt>
                <c:pt idx="1343">
                  <c:v>3.5</c:v>
                </c:pt>
                <c:pt idx="1344">
                  <c:v>3</c:v>
                </c:pt>
                <c:pt idx="1345">
                  <c:v>2.6</c:v>
                </c:pt>
                <c:pt idx="1346">
                  <c:v>2.6</c:v>
                </c:pt>
                <c:pt idx="1347">
                  <c:v>2.7</c:v>
                </c:pt>
                <c:pt idx="1348">
                  <c:v>3.8</c:v>
                </c:pt>
                <c:pt idx="1349">
                  <c:v>3.9</c:v>
                </c:pt>
                <c:pt idx="1350">
                  <c:v>3.4</c:v>
                </c:pt>
                <c:pt idx="1351">
                  <c:v>3.4</c:v>
                </c:pt>
                <c:pt idx="1352">
                  <c:v>3.5</c:v>
                </c:pt>
                <c:pt idx="1353">
                  <c:v>3.1</c:v>
                </c:pt>
                <c:pt idx="1354">
                  <c:v>2.6</c:v>
                </c:pt>
                <c:pt idx="1355">
                  <c:v>3.2</c:v>
                </c:pt>
                <c:pt idx="1356">
                  <c:v>3.6</c:v>
                </c:pt>
                <c:pt idx="1357">
                  <c:v>3.1</c:v>
                </c:pt>
                <c:pt idx="1358">
                  <c:v>2.9</c:v>
                </c:pt>
                <c:pt idx="1359">
                  <c:v>2.8</c:v>
                </c:pt>
                <c:pt idx="1360">
                  <c:v>3</c:v>
                </c:pt>
                <c:pt idx="1361">
                  <c:v>2.7</c:v>
                </c:pt>
                <c:pt idx="1362">
                  <c:v>2.8</c:v>
                </c:pt>
                <c:pt idx="1363">
                  <c:v>3.3</c:v>
                </c:pt>
                <c:pt idx="1364">
                  <c:v>3.4</c:v>
                </c:pt>
                <c:pt idx="1365">
                  <c:v>3.2</c:v>
                </c:pt>
                <c:pt idx="1366">
                  <c:v>2.7</c:v>
                </c:pt>
                <c:pt idx="1367">
                  <c:v>3</c:v>
                </c:pt>
                <c:pt idx="1368">
                  <c:v>3</c:v>
                </c:pt>
                <c:pt idx="1369">
                  <c:v>2.9</c:v>
                </c:pt>
                <c:pt idx="1370">
                  <c:v>2.8</c:v>
                </c:pt>
                <c:pt idx="1371">
                  <c:v>2.8</c:v>
                </c:pt>
                <c:pt idx="1372">
                  <c:v>2.6</c:v>
                </c:pt>
                <c:pt idx="1373">
                  <c:v>2.5</c:v>
                </c:pt>
                <c:pt idx="1374">
                  <c:v>2.8</c:v>
                </c:pt>
                <c:pt idx="1375">
                  <c:v>2.8</c:v>
                </c:pt>
                <c:pt idx="1376">
                  <c:v>2.8</c:v>
                </c:pt>
                <c:pt idx="1377">
                  <c:v>2.5</c:v>
                </c:pt>
                <c:pt idx="1378">
                  <c:v>2.5</c:v>
                </c:pt>
                <c:pt idx="1379">
                  <c:v>2.5</c:v>
                </c:pt>
                <c:pt idx="1380">
                  <c:v>2.8</c:v>
                </c:pt>
                <c:pt idx="1381">
                  <c:v>2.8</c:v>
                </c:pt>
                <c:pt idx="1382">
                  <c:v>2.9</c:v>
                </c:pt>
                <c:pt idx="1383">
                  <c:v>3</c:v>
                </c:pt>
                <c:pt idx="1384">
                  <c:v>2.9</c:v>
                </c:pt>
                <c:pt idx="1385">
                  <c:v>3.2</c:v>
                </c:pt>
                <c:pt idx="1386">
                  <c:v>3.1</c:v>
                </c:pt>
                <c:pt idx="1387">
                  <c:v>3.1</c:v>
                </c:pt>
                <c:pt idx="1388">
                  <c:v>3</c:v>
                </c:pt>
                <c:pt idx="1389">
                  <c:v>3.6</c:v>
                </c:pt>
                <c:pt idx="1390">
                  <c:v>3.9</c:v>
                </c:pt>
                <c:pt idx="1391">
                  <c:v>3.5</c:v>
                </c:pt>
                <c:pt idx="1392">
                  <c:v>3.5</c:v>
                </c:pt>
                <c:pt idx="1393">
                  <c:v>3.7</c:v>
                </c:pt>
                <c:pt idx="1394">
                  <c:v>3.7</c:v>
                </c:pt>
                <c:pt idx="1395">
                  <c:v>3.8</c:v>
                </c:pt>
                <c:pt idx="1396">
                  <c:v>3.4</c:v>
                </c:pt>
                <c:pt idx="1397">
                  <c:v>3</c:v>
                </c:pt>
                <c:pt idx="1398">
                  <c:v>3.1</c:v>
                </c:pt>
                <c:pt idx="1399">
                  <c:v>3.2</c:v>
                </c:pt>
                <c:pt idx="1400">
                  <c:v>3</c:v>
                </c:pt>
                <c:pt idx="1401">
                  <c:v>3.4</c:v>
                </c:pt>
                <c:pt idx="1402">
                  <c:v>3.3</c:v>
                </c:pt>
                <c:pt idx="1403">
                  <c:v>2.6</c:v>
                </c:pt>
                <c:pt idx="1404">
                  <c:v>2.7</c:v>
                </c:pt>
                <c:pt idx="1405">
                  <c:v>3</c:v>
                </c:pt>
                <c:pt idx="1406">
                  <c:v>2.7</c:v>
                </c:pt>
                <c:pt idx="1407">
                  <c:v>2.7</c:v>
                </c:pt>
                <c:pt idx="1408">
                  <c:v>3</c:v>
                </c:pt>
                <c:pt idx="1409">
                  <c:v>2.9</c:v>
                </c:pt>
                <c:pt idx="1410">
                  <c:v>3</c:v>
                </c:pt>
                <c:pt idx="1411">
                  <c:v>3.2</c:v>
                </c:pt>
                <c:pt idx="1412">
                  <c:v>2.8</c:v>
                </c:pt>
                <c:pt idx="1413">
                  <c:v>3</c:v>
                </c:pt>
                <c:pt idx="1414">
                  <c:v>3.2</c:v>
                </c:pt>
                <c:pt idx="1415">
                  <c:v>2.9</c:v>
                </c:pt>
                <c:pt idx="1416">
                  <c:v>2.8</c:v>
                </c:pt>
                <c:pt idx="1417">
                  <c:v>2.6</c:v>
                </c:pt>
                <c:pt idx="1418">
                  <c:v>2.8</c:v>
                </c:pt>
                <c:pt idx="1419">
                  <c:v>2.8</c:v>
                </c:pt>
                <c:pt idx="1420">
                  <c:v>3.3</c:v>
                </c:pt>
                <c:pt idx="1421">
                  <c:v>3.1</c:v>
                </c:pt>
                <c:pt idx="1422">
                  <c:v>3.3</c:v>
                </c:pt>
                <c:pt idx="1423">
                  <c:v>2.8</c:v>
                </c:pt>
                <c:pt idx="1424">
                  <c:v>2.8</c:v>
                </c:pt>
                <c:pt idx="1425">
                  <c:v>2.8</c:v>
                </c:pt>
                <c:pt idx="1426">
                  <c:v>3.5</c:v>
                </c:pt>
                <c:pt idx="1427">
                  <c:v>3.4</c:v>
                </c:pt>
                <c:pt idx="1428">
                  <c:v>3.6</c:v>
                </c:pt>
                <c:pt idx="1429">
                  <c:v>3.5</c:v>
                </c:pt>
                <c:pt idx="1430">
                  <c:v>3.8</c:v>
                </c:pt>
                <c:pt idx="1431">
                  <c:v>3.6</c:v>
                </c:pt>
                <c:pt idx="1432">
                  <c:v>3.3</c:v>
                </c:pt>
                <c:pt idx="1433">
                  <c:v>3.7</c:v>
                </c:pt>
                <c:pt idx="1434">
                  <c:v>3.4</c:v>
                </c:pt>
                <c:pt idx="1435">
                  <c:v>3.4</c:v>
                </c:pt>
                <c:pt idx="1436">
                  <c:v>3.4</c:v>
                </c:pt>
                <c:pt idx="1437">
                  <c:v>4</c:v>
                </c:pt>
                <c:pt idx="1438">
                  <c:v>3.8</c:v>
                </c:pt>
                <c:pt idx="1439">
                  <c:v>3.7</c:v>
                </c:pt>
                <c:pt idx="1440">
                  <c:v>2.8</c:v>
                </c:pt>
                <c:pt idx="1441">
                  <c:v>3</c:v>
                </c:pt>
                <c:pt idx="1442">
                  <c:v>3.6</c:v>
                </c:pt>
                <c:pt idx="1443">
                  <c:v>3.7</c:v>
                </c:pt>
                <c:pt idx="1444">
                  <c:v>3.8</c:v>
                </c:pt>
                <c:pt idx="1445">
                  <c:v>3.9</c:v>
                </c:pt>
                <c:pt idx="1446">
                  <c:v>3.8</c:v>
                </c:pt>
                <c:pt idx="1447">
                  <c:v>3.6</c:v>
                </c:pt>
                <c:pt idx="1448">
                  <c:v>3.7</c:v>
                </c:pt>
                <c:pt idx="1449">
                  <c:v>3.6</c:v>
                </c:pt>
                <c:pt idx="1450">
                  <c:v>3.8</c:v>
                </c:pt>
                <c:pt idx="1451">
                  <c:v>3.7</c:v>
                </c:pt>
                <c:pt idx="1452">
                  <c:v>3.6</c:v>
                </c:pt>
                <c:pt idx="1453">
                  <c:v>3.6</c:v>
                </c:pt>
                <c:pt idx="1454">
                  <c:v>3.4</c:v>
                </c:pt>
                <c:pt idx="1455">
                  <c:v>3.5</c:v>
                </c:pt>
                <c:pt idx="1456">
                  <c:v>3.8</c:v>
                </c:pt>
                <c:pt idx="1457">
                  <c:v>3.7</c:v>
                </c:pt>
                <c:pt idx="1458">
                  <c:v>3.5</c:v>
                </c:pt>
                <c:pt idx="1459">
                  <c:v>3.7</c:v>
                </c:pt>
                <c:pt idx="1460">
                  <c:v>3.9</c:v>
                </c:pt>
                <c:pt idx="1461">
                  <c:v>4</c:v>
                </c:pt>
                <c:pt idx="1462">
                  <c:v>4</c:v>
                </c:pt>
                <c:pt idx="1463">
                  <c:v>3.7</c:v>
                </c:pt>
                <c:pt idx="1464">
                  <c:v>3.6</c:v>
                </c:pt>
                <c:pt idx="1465">
                  <c:v>3.5</c:v>
                </c:pt>
                <c:pt idx="1466">
                  <c:v>3.7</c:v>
                </c:pt>
                <c:pt idx="1467">
                  <c:v>3.6</c:v>
                </c:pt>
                <c:pt idx="1468">
                  <c:v>3.7</c:v>
                </c:pt>
                <c:pt idx="1469">
                  <c:v>3.5</c:v>
                </c:pt>
                <c:pt idx="1470">
                  <c:v>3.5</c:v>
                </c:pt>
                <c:pt idx="1471">
                  <c:v>3.4</c:v>
                </c:pt>
                <c:pt idx="1472">
                  <c:v>3.6</c:v>
                </c:pt>
                <c:pt idx="1473">
                  <c:v>3.6</c:v>
                </c:pt>
                <c:pt idx="1474">
                  <c:v>3.9</c:v>
                </c:pt>
                <c:pt idx="1475">
                  <c:v>3.6</c:v>
                </c:pt>
                <c:pt idx="1476">
                  <c:v>3.4</c:v>
                </c:pt>
                <c:pt idx="1477">
                  <c:v>3.5</c:v>
                </c:pt>
                <c:pt idx="1478">
                  <c:v>3.8</c:v>
                </c:pt>
                <c:pt idx="1479">
                  <c:v>3.5</c:v>
                </c:pt>
                <c:pt idx="1480">
                  <c:v>3.5</c:v>
                </c:pt>
                <c:pt idx="1481">
                  <c:v>3.5</c:v>
                </c:pt>
                <c:pt idx="1482">
                  <c:v>3.3</c:v>
                </c:pt>
                <c:pt idx="1483">
                  <c:v>3.6</c:v>
                </c:pt>
                <c:pt idx="1484">
                  <c:v>3.4</c:v>
                </c:pt>
                <c:pt idx="1485">
                  <c:v>3.2</c:v>
                </c:pt>
                <c:pt idx="1486">
                  <c:v>3.1</c:v>
                </c:pt>
                <c:pt idx="1487">
                  <c:v>3.2</c:v>
                </c:pt>
                <c:pt idx="1488">
                  <c:v>3.5</c:v>
                </c:pt>
                <c:pt idx="1489">
                  <c:v>3.3</c:v>
                </c:pt>
                <c:pt idx="1490">
                  <c:v>4.0999999999999996</c:v>
                </c:pt>
                <c:pt idx="1491">
                  <c:v>4.0999999999999996</c:v>
                </c:pt>
                <c:pt idx="1492">
                  <c:v>3.8</c:v>
                </c:pt>
                <c:pt idx="1493">
                  <c:v>3.9</c:v>
                </c:pt>
                <c:pt idx="1494">
                  <c:v>3.8</c:v>
                </c:pt>
                <c:pt idx="1495">
                  <c:v>3.6</c:v>
                </c:pt>
                <c:pt idx="1496">
                  <c:v>4.2</c:v>
                </c:pt>
                <c:pt idx="1497">
                  <c:v>3.7</c:v>
                </c:pt>
                <c:pt idx="1498">
                  <c:v>0.1</c:v>
                </c:pt>
                <c:pt idx="1499">
                  <c:v>0.2</c:v>
                </c:pt>
                <c:pt idx="1500">
                  <c:v>0.3</c:v>
                </c:pt>
                <c:pt idx="1501">
                  <c:v>0.7</c:v>
                </c:pt>
                <c:pt idx="1502">
                  <c:v>0.9</c:v>
                </c:pt>
                <c:pt idx="1503">
                  <c:v>1.1000000000000001</c:v>
                </c:pt>
                <c:pt idx="1504">
                  <c:v>1.1000000000000001</c:v>
                </c:pt>
                <c:pt idx="1505">
                  <c:v>1.4</c:v>
                </c:pt>
                <c:pt idx="1506">
                  <c:v>1.1000000000000001</c:v>
                </c:pt>
                <c:pt idx="1507">
                  <c:v>1</c:v>
                </c:pt>
                <c:pt idx="1508">
                  <c:v>1.1000000000000001</c:v>
                </c:pt>
                <c:pt idx="1509">
                  <c:v>1.2</c:v>
                </c:pt>
                <c:pt idx="1510">
                  <c:v>1.1000000000000001</c:v>
                </c:pt>
                <c:pt idx="1511">
                  <c:v>1.1000000000000001</c:v>
                </c:pt>
                <c:pt idx="1512">
                  <c:v>1.2</c:v>
                </c:pt>
                <c:pt idx="1513">
                  <c:v>1.3</c:v>
                </c:pt>
                <c:pt idx="1514">
                  <c:v>1.3</c:v>
                </c:pt>
                <c:pt idx="1515">
                  <c:v>1.1000000000000001</c:v>
                </c:pt>
                <c:pt idx="1516">
                  <c:v>1.3</c:v>
                </c:pt>
                <c:pt idx="1517">
                  <c:v>1.3</c:v>
                </c:pt>
                <c:pt idx="1518">
                  <c:v>1.2</c:v>
                </c:pt>
                <c:pt idx="1519">
                  <c:v>1.1000000000000001</c:v>
                </c:pt>
                <c:pt idx="1520">
                  <c:v>1.3</c:v>
                </c:pt>
                <c:pt idx="1521">
                  <c:v>1.2</c:v>
                </c:pt>
                <c:pt idx="1522">
                  <c:v>1.5</c:v>
                </c:pt>
                <c:pt idx="1523">
                  <c:v>1.2</c:v>
                </c:pt>
                <c:pt idx="1524">
                  <c:v>1.4</c:v>
                </c:pt>
                <c:pt idx="1525">
                  <c:v>1.8</c:v>
                </c:pt>
                <c:pt idx="1526">
                  <c:v>2.1</c:v>
                </c:pt>
                <c:pt idx="1527">
                  <c:v>2.1</c:v>
                </c:pt>
                <c:pt idx="1528">
                  <c:v>2.1</c:v>
                </c:pt>
                <c:pt idx="1529">
                  <c:v>2.2000000000000002</c:v>
                </c:pt>
                <c:pt idx="1530">
                  <c:v>2.1</c:v>
                </c:pt>
                <c:pt idx="1531">
                  <c:v>2.1</c:v>
                </c:pt>
                <c:pt idx="1532">
                  <c:v>2.2000000000000002</c:v>
                </c:pt>
                <c:pt idx="1533">
                  <c:v>2.2999999999999998</c:v>
                </c:pt>
                <c:pt idx="1534">
                  <c:v>2.1</c:v>
                </c:pt>
                <c:pt idx="1535">
                  <c:v>2.2000000000000002</c:v>
                </c:pt>
                <c:pt idx="1536">
                  <c:v>2.1</c:v>
                </c:pt>
                <c:pt idx="1537">
                  <c:v>2.2000000000000002</c:v>
                </c:pt>
                <c:pt idx="1538">
                  <c:v>2.2000000000000002</c:v>
                </c:pt>
                <c:pt idx="1539">
                  <c:v>2.2000000000000002</c:v>
                </c:pt>
                <c:pt idx="1540">
                  <c:v>2.2000000000000002</c:v>
                </c:pt>
                <c:pt idx="1541">
                  <c:v>2.2999999999999998</c:v>
                </c:pt>
                <c:pt idx="1542">
                  <c:v>1.8</c:v>
                </c:pt>
                <c:pt idx="1543">
                  <c:v>2.1</c:v>
                </c:pt>
                <c:pt idx="1544">
                  <c:v>2.1</c:v>
                </c:pt>
                <c:pt idx="1545">
                  <c:v>2.1</c:v>
                </c:pt>
                <c:pt idx="1546">
                  <c:v>1.8</c:v>
                </c:pt>
                <c:pt idx="1547">
                  <c:v>2</c:v>
                </c:pt>
                <c:pt idx="1548">
                  <c:v>2.2000000000000002</c:v>
                </c:pt>
                <c:pt idx="1549">
                  <c:v>2.2000000000000002</c:v>
                </c:pt>
                <c:pt idx="1550">
                  <c:v>2.2000000000000002</c:v>
                </c:pt>
                <c:pt idx="1551">
                  <c:v>2.2000000000000002</c:v>
                </c:pt>
                <c:pt idx="1552">
                  <c:v>2.2999999999999998</c:v>
                </c:pt>
                <c:pt idx="1553">
                  <c:v>2.4</c:v>
                </c:pt>
                <c:pt idx="1554">
                  <c:v>2.2000000000000002</c:v>
                </c:pt>
                <c:pt idx="1555">
                  <c:v>2</c:v>
                </c:pt>
                <c:pt idx="1556">
                  <c:v>2.1</c:v>
                </c:pt>
                <c:pt idx="1557">
                  <c:v>2</c:v>
                </c:pt>
                <c:pt idx="1558">
                  <c:v>2.4</c:v>
                </c:pt>
                <c:pt idx="1559">
                  <c:v>1.9</c:v>
                </c:pt>
                <c:pt idx="1560">
                  <c:v>1.6</c:v>
                </c:pt>
                <c:pt idx="1561">
                  <c:v>2.2999999999999998</c:v>
                </c:pt>
                <c:pt idx="1562">
                  <c:v>1.9</c:v>
                </c:pt>
                <c:pt idx="1563">
                  <c:v>2.1</c:v>
                </c:pt>
                <c:pt idx="1564">
                  <c:v>2.1</c:v>
                </c:pt>
                <c:pt idx="1565">
                  <c:v>2.2999999999999998</c:v>
                </c:pt>
                <c:pt idx="1566">
                  <c:v>2.2000000000000002</c:v>
                </c:pt>
                <c:pt idx="1567">
                  <c:v>2.4</c:v>
                </c:pt>
                <c:pt idx="1568">
                  <c:v>1.7</c:v>
                </c:pt>
                <c:pt idx="1569">
                  <c:v>1.8</c:v>
                </c:pt>
                <c:pt idx="1570">
                  <c:v>1.8</c:v>
                </c:pt>
                <c:pt idx="1571">
                  <c:v>2</c:v>
                </c:pt>
                <c:pt idx="1572">
                  <c:v>1.9</c:v>
                </c:pt>
                <c:pt idx="1573">
                  <c:v>2</c:v>
                </c:pt>
                <c:pt idx="1574">
                  <c:v>1.8</c:v>
                </c:pt>
                <c:pt idx="1575">
                  <c:v>1.7</c:v>
                </c:pt>
                <c:pt idx="1576">
                  <c:v>1.4</c:v>
                </c:pt>
                <c:pt idx="1577">
                  <c:v>1.8</c:v>
                </c:pt>
                <c:pt idx="1578">
                  <c:v>1.8</c:v>
                </c:pt>
                <c:pt idx="1579">
                  <c:v>1.8</c:v>
                </c:pt>
                <c:pt idx="1580">
                  <c:v>1.7</c:v>
                </c:pt>
                <c:pt idx="1581">
                  <c:v>1.8</c:v>
                </c:pt>
                <c:pt idx="1582">
                  <c:v>1.9</c:v>
                </c:pt>
                <c:pt idx="1583">
                  <c:v>2</c:v>
                </c:pt>
                <c:pt idx="1584">
                  <c:v>2.1</c:v>
                </c:pt>
                <c:pt idx="1585">
                  <c:v>1.9</c:v>
                </c:pt>
                <c:pt idx="1586">
                  <c:v>2</c:v>
                </c:pt>
                <c:pt idx="1587">
                  <c:v>2</c:v>
                </c:pt>
                <c:pt idx="1588">
                  <c:v>1.8</c:v>
                </c:pt>
                <c:pt idx="1589">
                  <c:v>1.3</c:v>
                </c:pt>
                <c:pt idx="1590">
                  <c:v>1.8</c:v>
                </c:pt>
                <c:pt idx="1591">
                  <c:v>2.1</c:v>
                </c:pt>
                <c:pt idx="1592">
                  <c:v>2</c:v>
                </c:pt>
                <c:pt idx="1593">
                  <c:v>2</c:v>
                </c:pt>
                <c:pt idx="1594">
                  <c:v>1.9</c:v>
                </c:pt>
                <c:pt idx="1595">
                  <c:v>1.5</c:v>
                </c:pt>
                <c:pt idx="1596">
                  <c:v>1.3</c:v>
                </c:pt>
                <c:pt idx="1597">
                  <c:v>1.5</c:v>
                </c:pt>
                <c:pt idx="1598">
                  <c:v>1.3</c:v>
                </c:pt>
                <c:pt idx="1599">
                  <c:v>1.4</c:v>
                </c:pt>
                <c:pt idx="1600">
                  <c:v>1</c:v>
                </c:pt>
                <c:pt idx="1601">
                  <c:v>0</c:v>
                </c:pt>
                <c:pt idx="1602">
                  <c:v>0</c:v>
                </c:pt>
                <c:pt idx="1603">
                  <c:v>0</c:v>
                </c:pt>
                <c:pt idx="1604">
                  <c:v>0</c:v>
                </c:pt>
                <c:pt idx="1605">
                  <c:v>0</c:v>
                </c:pt>
                <c:pt idx="1606">
                  <c:v>0</c:v>
                </c:pt>
                <c:pt idx="1607">
                  <c:v>0</c:v>
                </c:pt>
                <c:pt idx="1608">
                  <c:v>0</c:v>
                </c:pt>
                <c:pt idx="1609">
                  <c:v>0</c:v>
                </c:pt>
                <c:pt idx="1610">
                  <c:v>0</c:v>
                </c:pt>
                <c:pt idx="1611">
                  <c:v>0</c:v>
                </c:pt>
                <c:pt idx="1612">
                  <c:v>0</c:v>
                </c:pt>
                <c:pt idx="1613">
                  <c:v>0</c:v>
                </c:pt>
                <c:pt idx="1614">
                  <c:v>0</c:v>
                </c:pt>
                <c:pt idx="1615">
                  <c:v>0</c:v>
                </c:pt>
                <c:pt idx="1616">
                  <c:v>0</c:v>
                </c:pt>
                <c:pt idx="1617">
                  <c:v>0</c:v>
                </c:pt>
                <c:pt idx="1618">
                  <c:v>0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0</c:v>
                </c:pt>
                <c:pt idx="1623">
                  <c:v>0</c:v>
                </c:pt>
                <c:pt idx="1624">
                  <c:v>0</c:v>
                </c:pt>
                <c:pt idx="1625">
                  <c:v>0</c:v>
                </c:pt>
                <c:pt idx="1626">
                  <c:v>0</c:v>
                </c:pt>
                <c:pt idx="1627">
                  <c:v>0</c:v>
                </c:pt>
                <c:pt idx="1628">
                  <c:v>0</c:v>
                </c:pt>
                <c:pt idx="1629">
                  <c:v>0</c:v>
                </c:pt>
                <c:pt idx="1630">
                  <c:v>0</c:v>
                </c:pt>
                <c:pt idx="1631">
                  <c:v>0</c:v>
                </c:pt>
                <c:pt idx="1632">
                  <c:v>0</c:v>
                </c:pt>
                <c:pt idx="1633">
                  <c:v>0</c:v>
                </c:pt>
                <c:pt idx="1634">
                  <c:v>0</c:v>
                </c:pt>
                <c:pt idx="1635">
                  <c:v>0</c:v>
                </c:pt>
                <c:pt idx="1636">
                  <c:v>0</c:v>
                </c:pt>
                <c:pt idx="1637">
                  <c:v>0</c:v>
                </c:pt>
                <c:pt idx="1638">
                  <c:v>0</c:v>
                </c:pt>
                <c:pt idx="1639">
                  <c:v>0</c:v>
                </c:pt>
                <c:pt idx="1640">
                  <c:v>0</c:v>
                </c:pt>
                <c:pt idx="1641">
                  <c:v>0</c:v>
                </c:pt>
                <c:pt idx="1642">
                  <c:v>0</c:v>
                </c:pt>
                <c:pt idx="1643">
                  <c:v>0</c:v>
                </c:pt>
                <c:pt idx="1644">
                  <c:v>0</c:v>
                </c:pt>
                <c:pt idx="1645">
                  <c:v>0</c:v>
                </c:pt>
                <c:pt idx="1646">
                  <c:v>0</c:v>
                </c:pt>
                <c:pt idx="1647">
                  <c:v>0</c:v>
                </c:pt>
                <c:pt idx="1648">
                  <c:v>0</c:v>
                </c:pt>
                <c:pt idx="1649">
                  <c:v>0</c:v>
                </c:pt>
                <c:pt idx="1650">
                  <c:v>1.1000000000000001</c:v>
                </c:pt>
                <c:pt idx="1651">
                  <c:v>2.2999999999999998</c:v>
                </c:pt>
                <c:pt idx="1652">
                  <c:v>2.2000000000000002</c:v>
                </c:pt>
                <c:pt idx="1653">
                  <c:v>2.1</c:v>
                </c:pt>
                <c:pt idx="1654">
                  <c:v>1.8</c:v>
                </c:pt>
                <c:pt idx="1655">
                  <c:v>1.7</c:v>
                </c:pt>
                <c:pt idx="1656">
                  <c:v>1.7</c:v>
                </c:pt>
                <c:pt idx="1657">
                  <c:v>1.8</c:v>
                </c:pt>
                <c:pt idx="1658">
                  <c:v>1.6</c:v>
                </c:pt>
                <c:pt idx="1659">
                  <c:v>1.5</c:v>
                </c:pt>
                <c:pt idx="1660">
                  <c:v>1.5</c:v>
                </c:pt>
                <c:pt idx="1661">
                  <c:v>1.5</c:v>
                </c:pt>
                <c:pt idx="1662">
                  <c:v>1.6</c:v>
                </c:pt>
                <c:pt idx="1663">
                  <c:v>1.6</c:v>
                </c:pt>
                <c:pt idx="1664">
                  <c:v>1.3</c:v>
                </c:pt>
                <c:pt idx="1665">
                  <c:v>1.4</c:v>
                </c:pt>
                <c:pt idx="1666">
                  <c:v>1.3</c:v>
                </c:pt>
                <c:pt idx="1667">
                  <c:v>1.3</c:v>
                </c:pt>
                <c:pt idx="1668">
                  <c:v>1.3</c:v>
                </c:pt>
                <c:pt idx="1669">
                  <c:v>1.4</c:v>
                </c:pt>
                <c:pt idx="1670">
                  <c:v>1.6</c:v>
                </c:pt>
                <c:pt idx="1671">
                  <c:v>1.4</c:v>
                </c:pt>
                <c:pt idx="1672">
                  <c:v>1.4</c:v>
                </c:pt>
                <c:pt idx="1673">
                  <c:v>1.6</c:v>
                </c:pt>
                <c:pt idx="1674">
                  <c:v>1.6</c:v>
                </c:pt>
                <c:pt idx="1675">
                  <c:v>1.7</c:v>
                </c:pt>
                <c:pt idx="1676">
                  <c:v>1.7</c:v>
                </c:pt>
                <c:pt idx="1677">
                  <c:v>1.8</c:v>
                </c:pt>
                <c:pt idx="1678">
                  <c:v>1.6</c:v>
                </c:pt>
                <c:pt idx="1679">
                  <c:v>1.7</c:v>
                </c:pt>
                <c:pt idx="1680">
                  <c:v>1.8</c:v>
                </c:pt>
                <c:pt idx="1681">
                  <c:v>1.7</c:v>
                </c:pt>
                <c:pt idx="1682">
                  <c:v>1.8</c:v>
                </c:pt>
                <c:pt idx="1683">
                  <c:v>1.7</c:v>
                </c:pt>
                <c:pt idx="1684">
                  <c:v>1.8</c:v>
                </c:pt>
                <c:pt idx="1685">
                  <c:v>1.8</c:v>
                </c:pt>
                <c:pt idx="1686">
                  <c:v>2</c:v>
                </c:pt>
                <c:pt idx="1687">
                  <c:v>2</c:v>
                </c:pt>
                <c:pt idx="1688">
                  <c:v>2</c:v>
                </c:pt>
                <c:pt idx="1689">
                  <c:v>2.1</c:v>
                </c:pt>
                <c:pt idx="1690">
                  <c:v>2</c:v>
                </c:pt>
                <c:pt idx="1691">
                  <c:v>2</c:v>
                </c:pt>
                <c:pt idx="1692">
                  <c:v>2.1</c:v>
                </c:pt>
                <c:pt idx="1693">
                  <c:v>2.2000000000000002</c:v>
                </c:pt>
                <c:pt idx="1694">
                  <c:v>1.9</c:v>
                </c:pt>
                <c:pt idx="1695">
                  <c:v>1.3</c:v>
                </c:pt>
                <c:pt idx="1696">
                  <c:v>0</c:v>
                </c:pt>
                <c:pt idx="1697">
                  <c:v>0</c:v>
                </c:pt>
                <c:pt idx="1698">
                  <c:v>0</c:v>
                </c:pt>
                <c:pt idx="1699">
                  <c:v>0</c:v>
                </c:pt>
                <c:pt idx="1700">
                  <c:v>0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0</c:v>
                </c:pt>
                <c:pt idx="1705">
                  <c:v>0</c:v>
                </c:pt>
                <c:pt idx="1706">
                  <c:v>0</c:v>
                </c:pt>
                <c:pt idx="1707">
                  <c:v>0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0</c:v>
                </c:pt>
                <c:pt idx="1712">
                  <c:v>0</c:v>
                </c:pt>
                <c:pt idx="1713">
                  <c:v>0</c:v>
                </c:pt>
                <c:pt idx="1714">
                  <c:v>0</c:v>
                </c:pt>
                <c:pt idx="1715">
                  <c:v>0</c:v>
                </c:pt>
                <c:pt idx="1716">
                  <c:v>0</c:v>
                </c:pt>
                <c:pt idx="1717">
                  <c:v>0</c:v>
                </c:pt>
                <c:pt idx="1718">
                  <c:v>0</c:v>
                </c:pt>
                <c:pt idx="1719">
                  <c:v>0</c:v>
                </c:pt>
                <c:pt idx="1720">
                  <c:v>0</c:v>
                </c:pt>
                <c:pt idx="1721">
                  <c:v>0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0</c:v>
                </c:pt>
                <c:pt idx="1727">
                  <c:v>0</c:v>
                </c:pt>
                <c:pt idx="1728">
                  <c:v>0</c:v>
                </c:pt>
                <c:pt idx="1729">
                  <c:v>0</c:v>
                </c:pt>
                <c:pt idx="1730">
                  <c:v>0</c:v>
                </c:pt>
                <c:pt idx="1731">
                  <c:v>0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0</c:v>
                </c:pt>
                <c:pt idx="1736">
                  <c:v>0</c:v>
                </c:pt>
                <c:pt idx="1737">
                  <c:v>0</c:v>
                </c:pt>
                <c:pt idx="1738">
                  <c:v>0</c:v>
                </c:pt>
                <c:pt idx="1739">
                  <c:v>0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1.4</c:v>
                </c:pt>
                <c:pt idx="1746">
                  <c:v>2</c:v>
                </c:pt>
                <c:pt idx="1747">
                  <c:v>2.1</c:v>
                </c:pt>
                <c:pt idx="1748">
                  <c:v>2.2000000000000002</c:v>
                </c:pt>
                <c:pt idx="1749">
                  <c:v>2</c:v>
                </c:pt>
                <c:pt idx="1750">
                  <c:v>2.1</c:v>
                </c:pt>
                <c:pt idx="1751">
                  <c:v>1.6</c:v>
                </c:pt>
                <c:pt idx="1752">
                  <c:v>1.7</c:v>
                </c:pt>
                <c:pt idx="1753">
                  <c:v>1.7</c:v>
                </c:pt>
                <c:pt idx="1754">
                  <c:v>1.6</c:v>
                </c:pt>
                <c:pt idx="1755">
                  <c:v>1.6</c:v>
                </c:pt>
                <c:pt idx="1756">
                  <c:v>1.7</c:v>
                </c:pt>
                <c:pt idx="1757">
                  <c:v>1.6</c:v>
                </c:pt>
                <c:pt idx="1758">
                  <c:v>2</c:v>
                </c:pt>
                <c:pt idx="1759">
                  <c:v>2.1</c:v>
                </c:pt>
                <c:pt idx="1760">
                  <c:v>2.2000000000000002</c:v>
                </c:pt>
                <c:pt idx="1761">
                  <c:v>2.1</c:v>
                </c:pt>
                <c:pt idx="1762">
                  <c:v>2.1</c:v>
                </c:pt>
                <c:pt idx="1763">
                  <c:v>2</c:v>
                </c:pt>
                <c:pt idx="1764">
                  <c:v>1.8</c:v>
                </c:pt>
                <c:pt idx="1765">
                  <c:v>1.7</c:v>
                </c:pt>
                <c:pt idx="1766">
                  <c:v>1.8</c:v>
                </c:pt>
                <c:pt idx="1767">
                  <c:v>1.2</c:v>
                </c:pt>
                <c:pt idx="1768">
                  <c:v>1.7</c:v>
                </c:pt>
                <c:pt idx="1769">
                  <c:v>1.7</c:v>
                </c:pt>
                <c:pt idx="1770">
                  <c:v>1.8</c:v>
                </c:pt>
                <c:pt idx="1771">
                  <c:v>1.8</c:v>
                </c:pt>
                <c:pt idx="1772">
                  <c:v>1.6</c:v>
                </c:pt>
                <c:pt idx="1773">
                  <c:v>1.9</c:v>
                </c:pt>
                <c:pt idx="1774">
                  <c:v>1.7</c:v>
                </c:pt>
                <c:pt idx="1775">
                  <c:v>1.9</c:v>
                </c:pt>
                <c:pt idx="1776">
                  <c:v>2.1</c:v>
                </c:pt>
                <c:pt idx="1777">
                  <c:v>1.8</c:v>
                </c:pt>
                <c:pt idx="1778">
                  <c:v>1.7</c:v>
                </c:pt>
                <c:pt idx="1779">
                  <c:v>1.6</c:v>
                </c:pt>
                <c:pt idx="1780">
                  <c:v>1.8</c:v>
                </c:pt>
                <c:pt idx="1781">
                  <c:v>1.7</c:v>
                </c:pt>
                <c:pt idx="1782">
                  <c:v>1.6</c:v>
                </c:pt>
                <c:pt idx="1783">
                  <c:v>1.9</c:v>
                </c:pt>
                <c:pt idx="1784">
                  <c:v>1.8</c:v>
                </c:pt>
                <c:pt idx="1785">
                  <c:v>1.9</c:v>
                </c:pt>
                <c:pt idx="1786">
                  <c:v>1.6</c:v>
                </c:pt>
                <c:pt idx="1787">
                  <c:v>1.5</c:v>
                </c:pt>
                <c:pt idx="1788">
                  <c:v>1.9</c:v>
                </c:pt>
                <c:pt idx="1789">
                  <c:v>1.9</c:v>
                </c:pt>
                <c:pt idx="1790">
                  <c:v>1.6</c:v>
                </c:pt>
                <c:pt idx="1791">
                  <c:v>1.5</c:v>
                </c:pt>
                <c:pt idx="1792">
                  <c:v>1.9</c:v>
                </c:pt>
                <c:pt idx="1793">
                  <c:v>1.6</c:v>
                </c:pt>
                <c:pt idx="1794">
                  <c:v>2</c:v>
                </c:pt>
                <c:pt idx="1795">
                  <c:v>2</c:v>
                </c:pt>
                <c:pt idx="1796">
                  <c:v>2</c:v>
                </c:pt>
                <c:pt idx="1797">
                  <c:v>1.9</c:v>
                </c:pt>
                <c:pt idx="1798">
                  <c:v>2.2000000000000002</c:v>
                </c:pt>
                <c:pt idx="1799">
                  <c:v>2</c:v>
                </c:pt>
                <c:pt idx="1800">
                  <c:v>0.2</c:v>
                </c:pt>
                <c:pt idx="1801">
                  <c:v>0</c:v>
                </c:pt>
                <c:pt idx="1802">
                  <c:v>0</c:v>
                </c:pt>
                <c:pt idx="1803">
                  <c:v>0</c:v>
                </c:pt>
                <c:pt idx="1804">
                  <c:v>0</c:v>
                </c:pt>
                <c:pt idx="1805">
                  <c:v>0</c:v>
                </c:pt>
                <c:pt idx="1806">
                  <c:v>0</c:v>
                </c:pt>
                <c:pt idx="1807">
                  <c:v>0</c:v>
                </c:pt>
                <c:pt idx="1808">
                  <c:v>0</c:v>
                </c:pt>
                <c:pt idx="1809">
                  <c:v>0</c:v>
                </c:pt>
                <c:pt idx="1810">
                  <c:v>0</c:v>
                </c:pt>
                <c:pt idx="1811">
                  <c:v>0</c:v>
                </c:pt>
                <c:pt idx="1812">
                  <c:v>0</c:v>
                </c:pt>
                <c:pt idx="1813">
                  <c:v>0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0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0</c:v>
                </c:pt>
                <c:pt idx="1823">
                  <c:v>0</c:v>
                </c:pt>
                <c:pt idx="1824">
                  <c:v>0</c:v>
                </c:pt>
                <c:pt idx="1825">
                  <c:v>0</c:v>
                </c:pt>
                <c:pt idx="1826">
                  <c:v>0</c:v>
                </c:pt>
                <c:pt idx="1827">
                  <c:v>0</c:v>
                </c:pt>
                <c:pt idx="1828">
                  <c:v>0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0</c:v>
                </c:pt>
                <c:pt idx="1833">
                  <c:v>0</c:v>
                </c:pt>
                <c:pt idx="1834">
                  <c:v>0</c:v>
                </c:pt>
                <c:pt idx="1835">
                  <c:v>0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0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0</c:v>
                </c:pt>
                <c:pt idx="1846">
                  <c:v>0</c:v>
                </c:pt>
                <c:pt idx="1847">
                  <c:v>1</c:v>
                </c:pt>
                <c:pt idx="1848">
                  <c:v>2.1</c:v>
                </c:pt>
                <c:pt idx="1849">
                  <c:v>2.2000000000000002</c:v>
                </c:pt>
                <c:pt idx="1850">
                  <c:v>1.8</c:v>
                </c:pt>
                <c:pt idx="1851">
                  <c:v>1.6</c:v>
                </c:pt>
                <c:pt idx="1852">
                  <c:v>1.8</c:v>
                </c:pt>
                <c:pt idx="1853">
                  <c:v>1.6</c:v>
                </c:pt>
                <c:pt idx="1854">
                  <c:v>1.5</c:v>
                </c:pt>
                <c:pt idx="1855">
                  <c:v>1.6</c:v>
                </c:pt>
                <c:pt idx="1856">
                  <c:v>1.6</c:v>
                </c:pt>
                <c:pt idx="1857">
                  <c:v>1.6</c:v>
                </c:pt>
                <c:pt idx="1858">
                  <c:v>1.7</c:v>
                </c:pt>
                <c:pt idx="1859">
                  <c:v>1.9</c:v>
                </c:pt>
                <c:pt idx="1860">
                  <c:v>1.7</c:v>
                </c:pt>
                <c:pt idx="1861">
                  <c:v>1.7</c:v>
                </c:pt>
                <c:pt idx="1862">
                  <c:v>1.7</c:v>
                </c:pt>
                <c:pt idx="1863">
                  <c:v>1.7</c:v>
                </c:pt>
                <c:pt idx="1864">
                  <c:v>1.5</c:v>
                </c:pt>
                <c:pt idx="1865">
                  <c:v>1.6</c:v>
                </c:pt>
                <c:pt idx="1866">
                  <c:v>1.6</c:v>
                </c:pt>
                <c:pt idx="1867">
                  <c:v>1.8</c:v>
                </c:pt>
                <c:pt idx="1868">
                  <c:v>1.9</c:v>
                </c:pt>
                <c:pt idx="1869">
                  <c:v>1.8</c:v>
                </c:pt>
                <c:pt idx="1870">
                  <c:v>1.8</c:v>
                </c:pt>
                <c:pt idx="1871">
                  <c:v>1.8</c:v>
                </c:pt>
                <c:pt idx="1872">
                  <c:v>1.7</c:v>
                </c:pt>
                <c:pt idx="1873">
                  <c:v>1.8</c:v>
                </c:pt>
                <c:pt idx="1874">
                  <c:v>1.6</c:v>
                </c:pt>
                <c:pt idx="1875">
                  <c:v>2</c:v>
                </c:pt>
                <c:pt idx="1876">
                  <c:v>1.7</c:v>
                </c:pt>
                <c:pt idx="1877">
                  <c:v>1.7</c:v>
                </c:pt>
                <c:pt idx="1878">
                  <c:v>1.6</c:v>
                </c:pt>
                <c:pt idx="1879">
                  <c:v>1.4</c:v>
                </c:pt>
                <c:pt idx="1880">
                  <c:v>2.6</c:v>
                </c:pt>
                <c:pt idx="1881">
                  <c:v>2.2999999999999998</c:v>
                </c:pt>
                <c:pt idx="1882">
                  <c:v>2.5</c:v>
                </c:pt>
                <c:pt idx="1883">
                  <c:v>2.4</c:v>
                </c:pt>
                <c:pt idx="1884">
                  <c:v>2.2999999999999998</c:v>
                </c:pt>
                <c:pt idx="1885">
                  <c:v>1.8</c:v>
                </c:pt>
                <c:pt idx="1886">
                  <c:v>2.2999999999999998</c:v>
                </c:pt>
                <c:pt idx="1887">
                  <c:v>0.1</c:v>
                </c:pt>
                <c:pt idx="1888">
                  <c:v>0</c:v>
                </c:pt>
                <c:pt idx="1889">
                  <c:v>0</c:v>
                </c:pt>
                <c:pt idx="1890">
                  <c:v>1.1000000000000001</c:v>
                </c:pt>
                <c:pt idx="1891">
                  <c:v>1.2</c:v>
                </c:pt>
                <c:pt idx="1892">
                  <c:v>1.3</c:v>
                </c:pt>
                <c:pt idx="1893">
                  <c:v>0.1</c:v>
                </c:pt>
                <c:pt idx="1894">
                  <c:v>0.3</c:v>
                </c:pt>
                <c:pt idx="1895">
                  <c:v>0</c:v>
                </c:pt>
                <c:pt idx="1896">
                  <c:v>0</c:v>
                </c:pt>
                <c:pt idx="1897">
                  <c:v>0</c:v>
                </c:pt>
                <c:pt idx="1898">
                  <c:v>0</c:v>
                </c:pt>
                <c:pt idx="1899">
                  <c:v>0</c:v>
                </c:pt>
                <c:pt idx="1900">
                  <c:v>0</c:v>
                </c:pt>
                <c:pt idx="1901">
                  <c:v>0</c:v>
                </c:pt>
                <c:pt idx="1902">
                  <c:v>0</c:v>
                </c:pt>
                <c:pt idx="1903">
                  <c:v>0</c:v>
                </c:pt>
                <c:pt idx="1904">
                  <c:v>0</c:v>
                </c:pt>
                <c:pt idx="1905">
                  <c:v>0</c:v>
                </c:pt>
                <c:pt idx="1906">
                  <c:v>0</c:v>
                </c:pt>
                <c:pt idx="1907">
                  <c:v>0</c:v>
                </c:pt>
                <c:pt idx="1908">
                  <c:v>0</c:v>
                </c:pt>
                <c:pt idx="1909">
                  <c:v>0</c:v>
                </c:pt>
                <c:pt idx="1910">
                  <c:v>0</c:v>
                </c:pt>
                <c:pt idx="1911">
                  <c:v>0</c:v>
                </c:pt>
                <c:pt idx="1912">
                  <c:v>0</c:v>
                </c:pt>
                <c:pt idx="1913">
                  <c:v>0</c:v>
                </c:pt>
                <c:pt idx="1914">
                  <c:v>0</c:v>
                </c:pt>
                <c:pt idx="1915">
                  <c:v>0</c:v>
                </c:pt>
                <c:pt idx="1916">
                  <c:v>0.1</c:v>
                </c:pt>
                <c:pt idx="1917">
                  <c:v>0.1</c:v>
                </c:pt>
                <c:pt idx="1918">
                  <c:v>0.1</c:v>
                </c:pt>
                <c:pt idx="1919">
                  <c:v>0</c:v>
                </c:pt>
                <c:pt idx="1920">
                  <c:v>0</c:v>
                </c:pt>
                <c:pt idx="1921">
                  <c:v>0</c:v>
                </c:pt>
                <c:pt idx="1922">
                  <c:v>0</c:v>
                </c:pt>
                <c:pt idx="1923">
                  <c:v>0</c:v>
                </c:pt>
                <c:pt idx="1924">
                  <c:v>0</c:v>
                </c:pt>
                <c:pt idx="1925">
                  <c:v>0</c:v>
                </c:pt>
                <c:pt idx="1926">
                  <c:v>0.1</c:v>
                </c:pt>
                <c:pt idx="1927">
                  <c:v>0.2</c:v>
                </c:pt>
                <c:pt idx="1928">
                  <c:v>0</c:v>
                </c:pt>
                <c:pt idx="1929">
                  <c:v>0</c:v>
                </c:pt>
                <c:pt idx="1930">
                  <c:v>0</c:v>
                </c:pt>
                <c:pt idx="1931">
                  <c:v>0</c:v>
                </c:pt>
                <c:pt idx="1932">
                  <c:v>0</c:v>
                </c:pt>
                <c:pt idx="1933">
                  <c:v>0.4</c:v>
                </c:pt>
                <c:pt idx="1934">
                  <c:v>0</c:v>
                </c:pt>
                <c:pt idx="1935">
                  <c:v>0</c:v>
                </c:pt>
                <c:pt idx="1936">
                  <c:v>0</c:v>
                </c:pt>
                <c:pt idx="1937">
                  <c:v>0.1</c:v>
                </c:pt>
                <c:pt idx="1938">
                  <c:v>0.2</c:v>
                </c:pt>
                <c:pt idx="1939">
                  <c:v>0</c:v>
                </c:pt>
                <c:pt idx="1940">
                  <c:v>0</c:v>
                </c:pt>
                <c:pt idx="1941">
                  <c:v>0.3</c:v>
                </c:pt>
                <c:pt idx="1942">
                  <c:v>0</c:v>
                </c:pt>
                <c:pt idx="1943">
                  <c:v>1.1000000000000001</c:v>
                </c:pt>
                <c:pt idx="1944">
                  <c:v>2.2999999999999998</c:v>
                </c:pt>
                <c:pt idx="1945">
                  <c:v>2.5</c:v>
                </c:pt>
                <c:pt idx="1946">
                  <c:v>2.6</c:v>
                </c:pt>
                <c:pt idx="1947">
                  <c:v>2.8</c:v>
                </c:pt>
                <c:pt idx="1948">
                  <c:v>2.7</c:v>
                </c:pt>
                <c:pt idx="1949">
                  <c:v>2.9</c:v>
                </c:pt>
                <c:pt idx="1950">
                  <c:v>2.7</c:v>
                </c:pt>
                <c:pt idx="1951">
                  <c:v>3</c:v>
                </c:pt>
                <c:pt idx="1952">
                  <c:v>3.7</c:v>
                </c:pt>
                <c:pt idx="1953">
                  <c:v>3.7</c:v>
                </c:pt>
                <c:pt idx="1954">
                  <c:v>3.3</c:v>
                </c:pt>
                <c:pt idx="1955">
                  <c:v>3.5</c:v>
                </c:pt>
                <c:pt idx="1956">
                  <c:v>3.6</c:v>
                </c:pt>
                <c:pt idx="1957">
                  <c:v>2.8</c:v>
                </c:pt>
                <c:pt idx="1958">
                  <c:v>3.7</c:v>
                </c:pt>
                <c:pt idx="1959">
                  <c:v>3.9</c:v>
                </c:pt>
                <c:pt idx="1960">
                  <c:v>3.7</c:v>
                </c:pt>
                <c:pt idx="1961">
                  <c:v>3.6</c:v>
                </c:pt>
                <c:pt idx="1962">
                  <c:v>3.6</c:v>
                </c:pt>
                <c:pt idx="1963">
                  <c:v>3.8</c:v>
                </c:pt>
                <c:pt idx="1964">
                  <c:v>3.8</c:v>
                </c:pt>
                <c:pt idx="1965">
                  <c:v>3.6</c:v>
                </c:pt>
                <c:pt idx="1966">
                  <c:v>3.8</c:v>
                </c:pt>
                <c:pt idx="1967">
                  <c:v>3.6</c:v>
                </c:pt>
                <c:pt idx="1968">
                  <c:v>3.4</c:v>
                </c:pt>
                <c:pt idx="1969">
                  <c:v>3.2</c:v>
                </c:pt>
                <c:pt idx="1970">
                  <c:v>3.4</c:v>
                </c:pt>
                <c:pt idx="1971">
                  <c:v>3.3</c:v>
                </c:pt>
                <c:pt idx="1972">
                  <c:v>3.3</c:v>
                </c:pt>
                <c:pt idx="1973">
                  <c:v>3.3</c:v>
                </c:pt>
                <c:pt idx="1974">
                  <c:v>3.1</c:v>
                </c:pt>
                <c:pt idx="1975">
                  <c:v>3.2</c:v>
                </c:pt>
                <c:pt idx="1976">
                  <c:v>3.3</c:v>
                </c:pt>
                <c:pt idx="1977">
                  <c:v>3</c:v>
                </c:pt>
                <c:pt idx="1978">
                  <c:v>3.1</c:v>
                </c:pt>
                <c:pt idx="1979">
                  <c:v>2.6</c:v>
                </c:pt>
                <c:pt idx="1980">
                  <c:v>3.9</c:v>
                </c:pt>
                <c:pt idx="1981">
                  <c:v>3.7</c:v>
                </c:pt>
                <c:pt idx="1982">
                  <c:v>3.6</c:v>
                </c:pt>
                <c:pt idx="1983">
                  <c:v>3.8</c:v>
                </c:pt>
                <c:pt idx="1984">
                  <c:v>3.9</c:v>
                </c:pt>
                <c:pt idx="1985">
                  <c:v>3.6</c:v>
                </c:pt>
                <c:pt idx="1986">
                  <c:v>3.8</c:v>
                </c:pt>
                <c:pt idx="1987">
                  <c:v>3.8</c:v>
                </c:pt>
                <c:pt idx="1988">
                  <c:v>3.8</c:v>
                </c:pt>
                <c:pt idx="1989">
                  <c:v>3.8</c:v>
                </c:pt>
                <c:pt idx="1990">
                  <c:v>3.5</c:v>
                </c:pt>
                <c:pt idx="1991">
                  <c:v>3.6</c:v>
                </c:pt>
                <c:pt idx="1992">
                  <c:v>3.6</c:v>
                </c:pt>
                <c:pt idx="1993">
                  <c:v>3.6</c:v>
                </c:pt>
                <c:pt idx="1994">
                  <c:v>3.7</c:v>
                </c:pt>
                <c:pt idx="1995">
                  <c:v>3.5</c:v>
                </c:pt>
                <c:pt idx="1996">
                  <c:v>3.6</c:v>
                </c:pt>
                <c:pt idx="1997">
                  <c:v>3.3</c:v>
                </c:pt>
                <c:pt idx="1998">
                  <c:v>3.8</c:v>
                </c:pt>
                <c:pt idx="1999">
                  <c:v>0.8</c:v>
                </c:pt>
                <c:pt idx="2000">
                  <c:v>0</c:v>
                </c:pt>
                <c:pt idx="2001">
                  <c:v>0.1</c:v>
                </c:pt>
                <c:pt idx="2002">
                  <c:v>0.2</c:v>
                </c:pt>
                <c:pt idx="2003">
                  <c:v>0</c:v>
                </c:pt>
                <c:pt idx="2004">
                  <c:v>0.1</c:v>
                </c:pt>
                <c:pt idx="2005">
                  <c:v>0</c:v>
                </c:pt>
                <c:pt idx="2006">
                  <c:v>0</c:v>
                </c:pt>
                <c:pt idx="2007">
                  <c:v>0</c:v>
                </c:pt>
                <c:pt idx="2008">
                  <c:v>0</c:v>
                </c:pt>
                <c:pt idx="2009">
                  <c:v>0</c:v>
                </c:pt>
                <c:pt idx="2010">
                  <c:v>0</c:v>
                </c:pt>
                <c:pt idx="2011">
                  <c:v>0</c:v>
                </c:pt>
                <c:pt idx="2012">
                  <c:v>0</c:v>
                </c:pt>
                <c:pt idx="2013">
                  <c:v>0.2</c:v>
                </c:pt>
                <c:pt idx="2014">
                  <c:v>0.7</c:v>
                </c:pt>
                <c:pt idx="2015">
                  <c:v>0</c:v>
                </c:pt>
                <c:pt idx="2016">
                  <c:v>0</c:v>
                </c:pt>
                <c:pt idx="2017">
                  <c:v>0</c:v>
                </c:pt>
                <c:pt idx="2018">
                  <c:v>0</c:v>
                </c:pt>
                <c:pt idx="2019">
                  <c:v>0</c:v>
                </c:pt>
                <c:pt idx="2020">
                  <c:v>0</c:v>
                </c:pt>
                <c:pt idx="2021">
                  <c:v>0</c:v>
                </c:pt>
                <c:pt idx="2022">
                  <c:v>0</c:v>
                </c:pt>
                <c:pt idx="2023">
                  <c:v>0.2</c:v>
                </c:pt>
                <c:pt idx="2024">
                  <c:v>0</c:v>
                </c:pt>
                <c:pt idx="2025">
                  <c:v>0</c:v>
                </c:pt>
                <c:pt idx="2026">
                  <c:v>0</c:v>
                </c:pt>
                <c:pt idx="2027">
                  <c:v>0.2</c:v>
                </c:pt>
                <c:pt idx="2028">
                  <c:v>0</c:v>
                </c:pt>
                <c:pt idx="2029">
                  <c:v>0</c:v>
                </c:pt>
                <c:pt idx="2030">
                  <c:v>0</c:v>
                </c:pt>
                <c:pt idx="2031">
                  <c:v>0</c:v>
                </c:pt>
                <c:pt idx="2032">
                  <c:v>0.2</c:v>
                </c:pt>
                <c:pt idx="2033">
                  <c:v>0</c:v>
                </c:pt>
                <c:pt idx="2034">
                  <c:v>0</c:v>
                </c:pt>
                <c:pt idx="2035">
                  <c:v>0.1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0</c:v>
                </c:pt>
                <c:pt idx="2040">
                  <c:v>0</c:v>
                </c:pt>
                <c:pt idx="2041">
                  <c:v>0.3</c:v>
                </c:pt>
                <c:pt idx="2042">
                  <c:v>0</c:v>
                </c:pt>
                <c:pt idx="2043">
                  <c:v>0</c:v>
                </c:pt>
                <c:pt idx="2044">
                  <c:v>0</c:v>
                </c:pt>
                <c:pt idx="2045">
                  <c:v>0</c:v>
                </c:pt>
                <c:pt idx="2046">
                  <c:v>0</c:v>
                </c:pt>
                <c:pt idx="2047">
                  <c:v>0</c:v>
                </c:pt>
                <c:pt idx="2048">
                  <c:v>0</c:v>
                </c:pt>
                <c:pt idx="2049">
                  <c:v>0</c:v>
                </c:pt>
                <c:pt idx="2050">
                  <c:v>2</c:v>
                </c:pt>
                <c:pt idx="2051">
                  <c:v>2.9</c:v>
                </c:pt>
                <c:pt idx="2052">
                  <c:v>3.1</c:v>
                </c:pt>
                <c:pt idx="2053">
                  <c:v>2.9</c:v>
                </c:pt>
                <c:pt idx="2054">
                  <c:v>2.8</c:v>
                </c:pt>
                <c:pt idx="2055">
                  <c:v>2.8</c:v>
                </c:pt>
                <c:pt idx="2056">
                  <c:v>3.3</c:v>
                </c:pt>
                <c:pt idx="2057">
                  <c:v>3.8</c:v>
                </c:pt>
                <c:pt idx="2058">
                  <c:v>3.7</c:v>
                </c:pt>
                <c:pt idx="2059">
                  <c:v>3.9</c:v>
                </c:pt>
                <c:pt idx="2060">
                  <c:v>3.9</c:v>
                </c:pt>
                <c:pt idx="2061">
                  <c:v>3.4</c:v>
                </c:pt>
                <c:pt idx="2062">
                  <c:v>3.2</c:v>
                </c:pt>
                <c:pt idx="2063">
                  <c:v>3.7</c:v>
                </c:pt>
                <c:pt idx="2064">
                  <c:v>3.9</c:v>
                </c:pt>
                <c:pt idx="2065">
                  <c:v>4.3</c:v>
                </c:pt>
                <c:pt idx="2066">
                  <c:v>4</c:v>
                </c:pt>
                <c:pt idx="2067">
                  <c:v>3.8</c:v>
                </c:pt>
                <c:pt idx="2068">
                  <c:v>4</c:v>
                </c:pt>
                <c:pt idx="2069">
                  <c:v>3.9</c:v>
                </c:pt>
                <c:pt idx="2070">
                  <c:v>4</c:v>
                </c:pt>
                <c:pt idx="2071">
                  <c:v>4.0999999999999996</c:v>
                </c:pt>
                <c:pt idx="2072">
                  <c:v>3.5</c:v>
                </c:pt>
                <c:pt idx="2073">
                  <c:v>3.9</c:v>
                </c:pt>
                <c:pt idx="2074">
                  <c:v>2.4</c:v>
                </c:pt>
                <c:pt idx="2075">
                  <c:v>2.7</c:v>
                </c:pt>
                <c:pt idx="2076">
                  <c:v>2.7</c:v>
                </c:pt>
                <c:pt idx="2077">
                  <c:v>2.9</c:v>
                </c:pt>
                <c:pt idx="2078">
                  <c:v>3.1</c:v>
                </c:pt>
                <c:pt idx="2079">
                  <c:v>3.3</c:v>
                </c:pt>
                <c:pt idx="2080">
                  <c:v>3.2</c:v>
                </c:pt>
                <c:pt idx="2081">
                  <c:v>3.2</c:v>
                </c:pt>
                <c:pt idx="2082">
                  <c:v>2.9</c:v>
                </c:pt>
                <c:pt idx="2083">
                  <c:v>2.8</c:v>
                </c:pt>
                <c:pt idx="2084">
                  <c:v>2.6</c:v>
                </c:pt>
                <c:pt idx="2085">
                  <c:v>0.4</c:v>
                </c:pt>
                <c:pt idx="2086">
                  <c:v>0</c:v>
                </c:pt>
                <c:pt idx="2087">
                  <c:v>0.1</c:v>
                </c:pt>
                <c:pt idx="2088">
                  <c:v>0.5</c:v>
                </c:pt>
                <c:pt idx="2089">
                  <c:v>0</c:v>
                </c:pt>
                <c:pt idx="2090">
                  <c:v>0</c:v>
                </c:pt>
                <c:pt idx="2091">
                  <c:v>0</c:v>
                </c:pt>
                <c:pt idx="2092">
                  <c:v>0.2</c:v>
                </c:pt>
                <c:pt idx="2093">
                  <c:v>0</c:v>
                </c:pt>
                <c:pt idx="2094">
                  <c:v>0</c:v>
                </c:pt>
                <c:pt idx="2095">
                  <c:v>0</c:v>
                </c:pt>
                <c:pt idx="2096">
                  <c:v>0.2</c:v>
                </c:pt>
                <c:pt idx="2097">
                  <c:v>0</c:v>
                </c:pt>
                <c:pt idx="2098">
                  <c:v>0.8</c:v>
                </c:pt>
                <c:pt idx="2099">
                  <c:v>0</c:v>
                </c:pt>
                <c:pt idx="2100">
                  <c:v>0</c:v>
                </c:pt>
                <c:pt idx="2101">
                  <c:v>2.6</c:v>
                </c:pt>
                <c:pt idx="2102">
                  <c:v>0.1</c:v>
                </c:pt>
                <c:pt idx="2103">
                  <c:v>0</c:v>
                </c:pt>
                <c:pt idx="2104">
                  <c:v>0</c:v>
                </c:pt>
                <c:pt idx="2105">
                  <c:v>1.1000000000000001</c:v>
                </c:pt>
                <c:pt idx="2106">
                  <c:v>5.2</c:v>
                </c:pt>
                <c:pt idx="2107">
                  <c:v>4.9000000000000004</c:v>
                </c:pt>
                <c:pt idx="2108">
                  <c:v>0.4</c:v>
                </c:pt>
                <c:pt idx="2109">
                  <c:v>0.1</c:v>
                </c:pt>
                <c:pt idx="2110">
                  <c:v>0.1</c:v>
                </c:pt>
                <c:pt idx="2111">
                  <c:v>0</c:v>
                </c:pt>
                <c:pt idx="2112">
                  <c:v>0</c:v>
                </c:pt>
                <c:pt idx="2113">
                  <c:v>0</c:v>
                </c:pt>
                <c:pt idx="2114">
                  <c:v>0</c:v>
                </c:pt>
                <c:pt idx="2115">
                  <c:v>0</c:v>
                </c:pt>
                <c:pt idx="2116">
                  <c:v>0</c:v>
                </c:pt>
                <c:pt idx="2117">
                  <c:v>0</c:v>
                </c:pt>
                <c:pt idx="2118">
                  <c:v>0</c:v>
                </c:pt>
                <c:pt idx="2119">
                  <c:v>0</c:v>
                </c:pt>
                <c:pt idx="2120">
                  <c:v>0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0</c:v>
                </c:pt>
                <c:pt idx="2125">
                  <c:v>0</c:v>
                </c:pt>
                <c:pt idx="2126">
                  <c:v>0</c:v>
                </c:pt>
                <c:pt idx="2127">
                  <c:v>0</c:v>
                </c:pt>
                <c:pt idx="2128">
                  <c:v>0</c:v>
                </c:pt>
                <c:pt idx="2129">
                  <c:v>0</c:v>
                </c:pt>
                <c:pt idx="2130">
                  <c:v>0</c:v>
                </c:pt>
                <c:pt idx="2131">
                  <c:v>0</c:v>
                </c:pt>
                <c:pt idx="2132">
                  <c:v>0</c:v>
                </c:pt>
                <c:pt idx="2133">
                  <c:v>2.4</c:v>
                </c:pt>
                <c:pt idx="2134">
                  <c:v>4</c:v>
                </c:pt>
                <c:pt idx="2135">
                  <c:v>5</c:v>
                </c:pt>
                <c:pt idx="2136">
                  <c:v>5.3</c:v>
                </c:pt>
                <c:pt idx="2137">
                  <c:v>4.8</c:v>
                </c:pt>
                <c:pt idx="2138">
                  <c:v>4.5</c:v>
                </c:pt>
                <c:pt idx="2139">
                  <c:v>4.4000000000000004</c:v>
                </c:pt>
                <c:pt idx="2140">
                  <c:v>4.7</c:v>
                </c:pt>
                <c:pt idx="2141">
                  <c:v>4.7</c:v>
                </c:pt>
                <c:pt idx="2142">
                  <c:v>4.5</c:v>
                </c:pt>
                <c:pt idx="2143">
                  <c:v>4.5</c:v>
                </c:pt>
                <c:pt idx="2144">
                  <c:v>4.0999999999999996</c:v>
                </c:pt>
                <c:pt idx="2145">
                  <c:v>4.4000000000000004</c:v>
                </c:pt>
                <c:pt idx="2146">
                  <c:v>4.5</c:v>
                </c:pt>
                <c:pt idx="2147">
                  <c:v>5.6</c:v>
                </c:pt>
                <c:pt idx="2148">
                  <c:v>5.2</c:v>
                </c:pt>
                <c:pt idx="2149">
                  <c:v>5.3</c:v>
                </c:pt>
                <c:pt idx="2150">
                  <c:v>5.5</c:v>
                </c:pt>
                <c:pt idx="2151">
                  <c:v>5.5</c:v>
                </c:pt>
                <c:pt idx="2152">
                  <c:v>5.5</c:v>
                </c:pt>
                <c:pt idx="2153">
                  <c:v>5.2</c:v>
                </c:pt>
                <c:pt idx="2154">
                  <c:v>4.9000000000000004</c:v>
                </c:pt>
                <c:pt idx="2155">
                  <c:v>5</c:v>
                </c:pt>
                <c:pt idx="2156">
                  <c:v>4.7</c:v>
                </c:pt>
                <c:pt idx="2157">
                  <c:v>4.5999999999999996</c:v>
                </c:pt>
                <c:pt idx="2158">
                  <c:v>4.5</c:v>
                </c:pt>
                <c:pt idx="2159">
                  <c:v>5.6</c:v>
                </c:pt>
                <c:pt idx="2160">
                  <c:v>5.5</c:v>
                </c:pt>
                <c:pt idx="2161">
                  <c:v>5.3</c:v>
                </c:pt>
                <c:pt idx="2162">
                  <c:v>5</c:v>
                </c:pt>
                <c:pt idx="2163">
                  <c:v>4.9000000000000004</c:v>
                </c:pt>
                <c:pt idx="2164">
                  <c:v>5.3</c:v>
                </c:pt>
                <c:pt idx="2165">
                  <c:v>5.2</c:v>
                </c:pt>
                <c:pt idx="2166">
                  <c:v>5.0999999999999996</c:v>
                </c:pt>
                <c:pt idx="2167">
                  <c:v>5.3</c:v>
                </c:pt>
                <c:pt idx="2168">
                  <c:v>4.4000000000000004</c:v>
                </c:pt>
                <c:pt idx="2169">
                  <c:v>4.3</c:v>
                </c:pt>
                <c:pt idx="2170">
                  <c:v>4.2</c:v>
                </c:pt>
                <c:pt idx="2171">
                  <c:v>4.3</c:v>
                </c:pt>
                <c:pt idx="2172">
                  <c:v>4</c:v>
                </c:pt>
                <c:pt idx="2173">
                  <c:v>4.2</c:v>
                </c:pt>
                <c:pt idx="2174">
                  <c:v>4.3</c:v>
                </c:pt>
                <c:pt idx="2175">
                  <c:v>4.3</c:v>
                </c:pt>
                <c:pt idx="2176">
                  <c:v>4.0999999999999996</c:v>
                </c:pt>
                <c:pt idx="2177">
                  <c:v>4</c:v>
                </c:pt>
                <c:pt idx="2178">
                  <c:v>4</c:v>
                </c:pt>
                <c:pt idx="2179">
                  <c:v>4</c:v>
                </c:pt>
                <c:pt idx="2180">
                  <c:v>4</c:v>
                </c:pt>
                <c:pt idx="2181">
                  <c:v>3.9</c:v>
                </c:pt>
                <c:pt idx="2182">
                  <c:v>3.9</c:v>
                </c:pt>
                <c:pt idx="2183">
                  <c:v>3.8</c:v>
                </c:pt>
                <c:pt idx="2184">
                  <c:v>4.7</c:v>
                </c:pt>
                <c:pt idx="2185">
                  <c:v>4.7</c:v>
                </c:pt>
                <c:pt idx="2186">
                  <c:v>4.5999999999999996</c:v>
                </c:pt>
                <c:pt idx="2187">
                  <c:v>4.7</c:v>
                </c:pt>
                <c:pt idx="2188">
                  <c:v>5.0999999999999996</c:v>
                </c:pt>
                <c:pt idx="2189">
                  <c:v>5</c:v>
                </c:pt>
                <c:pt idx="2190">
                  <c:v>5.0999999999999996</c:v>
                </c:pt>
                <c:pt idx="2191">
                  <c:v>5</c:v>
                </c:pt>
                <c:pt idx="2192">
                  <c:v>5.2</c:v>
                </c:pt>
                <c:pt idx="2193">
                  <c:v>5.2</c:v>
                </c:pt>
                <c:pt idx="2194">
                  <c:v>4.9000000000000004</c:v>
                </c:pt>
                <c:pt idx="2195">
                  <c:v>5.3</c:v>
                </c:pt>
                <c:pt idx="2196">
                  <c:v>5.2</c:v>
                </c:pt>
                <c:pt idx="2197">
                  <c:v>5.3</c:v>
                </c:pt>
                <c:pt idx="2198">
                  <c:v>5.3</c:v>
                </c:pt>
                <c:pt idx="2199">
                  <c:v>5.2</c:v>
                </c:pt>
                <c:pt idx="2200">
                  <c:v>5.2</c:v>
                </c:pt>
                <c:pt idx="2201">
                  <c:v>5.2</c:v>
                </c:pt>
                <c:pt idx="2202">
                  <c:v>5.0999999999999996</c:v>
                </c:pt>
                <c:pt idx="2203">
                  <c:v>0.4</c:v>
                </c:pt>
                <c:pt idx="2204">
                  <c:v>0.1</c:v>
                </c:pt>
                <c:pt idx="2205">
                  <c:v>0</c:v>
                </c:pt>
                <c:pt idx="2206">
                  <c:v>0</c:v>
                </c:pt>
                <c:pt idx="2207">
                  <c:v>0</c:v>
                </c:pt>
                <c:pt idx="2208">
                  <c:v>0</c:v>
                </c:pt>
                <c:pt idx="2209">
                  <c:v>0</c:v>
                </c:pt>
                <c:pt idx="2210">
                  <c:v>0</c:v>
                </c:pt>
                <c:pt idx="2211">
                  <c:v>0</c:v>
                </c:pt>
                <c:pt idx="2212">
                  <c:v>0</c:v>
                </c:pt>
                <c:pt idx="2213">
                  <c:v>0</c:v>
                </c:pt>
                <c:pt idx="2214">
                  <c:v>0</c:v>
                </c:pt>
                <c:pt idx="2215">
                  <c:v>0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0</c:v>
                </c:pt>
                <c:pt idx="2221">
                  <c:v>0</c:v>
                </c:pt>
                <c:pt idx="2222">
                  <c:v>0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0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0</c:v>
                </c:pt>
                <c:pt idx="2231">
                  <c:v>0</c:v>
                </c:pt>
                <c:pt idx="2232">
                  <c:v>0</c:v>
                </c:pt>
                <c:pt idx="2233">
                  <c:v>0</c:v>
                </c:pt>
                <c:pt idx="2234">
                  <c:v>0</c:v>
                </c:pt>
                <c:pt idx="2235">
                  <c:v>0</c:v>
                </c:pt>
                <c:pt idx="2236">
                  <c:v>0</c:v>
                </c:pt>
                <c:pt idx="2237">
                  <c:v>0</c:v>
                </c:pt>
                <c:pt idx="2238">
                  <c:v>3.3</c:v>
                </c:pt>
                <c:pt idx="2239">
                  <c:v>5.5</c:v>
                </c:pt>
                <c:pt idx="2240">
                  <c:v>5.4</c:v>
                </c:pt>
                <c:pt idx="2241">
                  <c:v>5.4</c:v>
                </c:pt>
                <c:pt idx="2242">
                  <c:v>5.5</c:v>
                </c:pt>
                <c:pt idx="2243">
                  <c:v>5.8</c:v>
                </c:pt>
                <c:pt idx="2244">
                  <c:v>5.9</c:v>
                </c:pt>
                <c:pt idx="2245">
                  <c:v>5.9</c:v>
                </c:pt>
                <c:pt idx="2246">
                  <c:v>5.9</c:v>
                </c:pt>
                <c:pt idx="2247">
                  <c:v>5.8</c:v>
                </c:pt>
                <c:pt idx="2248">
                  <c:v>5.6</c:v>
                </c:pt>
                <c:pt idx="2249">
                  <c:v>5.2</c:v>
                </c:pt>
                <c:pt idx="2250">
                  <c:v>5.4</c:v>
                </c:pt>
                <c:pt idx="2251">
                  <c:v>5.7</c:v>
                </c:pt>
                <c:pt idx="2252">
                  <c:v>5.7</c:v>
                </c:pt>
                <c:pt idx="2253">
                  <c:v>5.7</c:v>
                </c:pt>
                <c:pt idx="2254">
                  <c:v>6.2</c:v>
                </c:pt>
                <c:pt idx="2255">
                  <c:v>6</c:v>
                </c:pt>
                <c:pt idx="2256">
                  <c:v>5.6</c:v>
                </c:pt>
                <c:pt idx="2257">
                  <c:v>5.4</c:v>
                </c:pt>
                <c:pt idx="2258">
                  <c:v>5.4</c:v>
                </c:pt>
                <c:pt idx="2259">
                  <c:v>5.6</c:v>
                </c:pt>
                <c:pt idx="2260">
                  <c:v>5.6</c:v>
                </c:pt>
                <c:pt idx="2261">
                  <c:v>5.4</c:v>
                </c:pt>
                <c:pt idx="2262">
                  <c:v>4.5</c:v>
                </c:pt>
                <c:pt idx="2263">
                  <c:v>5.6</c:v>
                </c:pt>
                <c:pt idx="2264">
                  <c:v>5.7</c:v>
                </c:pt>
                <c:pt idx="2265">
                  <c:v>5.8</c:v>
                </c:pt>
                <c:pt idx="2266">
                  <c:v>5.9</c:v>
                </c:pt>
                <c:pt idx="2267">
                  <c:v>5.8</c:v>
                </c:pt>
                <c:pt idx="2268">
                  <c:v>5.7</c:v>
                </c:pt>
                <c:pt idx="2269">
                  <c:v>5.7</c:v>
                </c:pt>
                <c:pt idx="2270">
                  <c:v>6</c:v>
                </c:pt>
                <c:pt idx="2271">
                  <c:v>6</c:v>
                </c:pt>
                <c:pt idx="2272">
                  <c:v>5.8</c:v>
                </c:pt>
                <c:pt idx="2273">
                  <c:v>5.8</c:v>
                </c:pt>
                <c:pt idx="2274">
                  <c:v>5.9</c:v>
                </c:pt>
                <c:pt idx="2275">
                  <c:v>6</c:v>
                </c:pt>
                <c:pt idx="2276">
                  <c:v>5.9</c:v>
                </c:pt>
                <c:pt idx="2277">
                  <c:v>6</c:v>
                </c:pt>
                <c:pt idx="2278">
                  <c:v>5.9</c:v>
                </c:pt>
                <c:pt idx="2279">
                  <c:v>6.1</c:v>
                </c:pt>
                <c:pt idx="2280">
                  <c:v>6.2</c:v>
                </c:pt>
                <c:pt idx="2281">
                  <c:v>5.7</c:v>
                </c:pt>
                <c:pt idx="2282">
                  <c:v>6</c:v>
                </c:pt>
                <c:pt idx="2283">
                  <c:v>3.4</c:v>
                </c:pt>
                <c:pt idx="2284">
                  <c:v>5.9</c:v>
                </c:pt>
                <c:pt idx="2285">
                  <c:v>6.2</c:v>
                </c:pt>
                <c:pt idx="2286">
                  <c:v>6.3</c:v>
                </c:pt>
                <c:pt idx="2287">
                  <c:v>6.2</c:v>
                </c:pt>
                <c:pt idx="2288">
                  <c:v>6.5</c:v>
                </c:pt>
                <c:pt idx="2289">
                  <c:v>6.5</c:v>
                </c:pt>
                <c:pt idx="2290">
                  <c:v>6.6</c:v>
                </c:pt>
                <c:pt idx="2291">
                  <c:v>6.9</c:v>
                </c:pt>
                <c:pt idx="2292">
                  <c:v>6.5</c:v>
                </c:pt>
                <c:pt idx="2293">
                  <c:v>6.5</c:v>
                </c:pt>
                <c:pt idx="2294">
                  <c:v>6.4</c:v>
                </c:pt>
                <c:pt idx="2295">
                  <c:v>5.5</c:v>
                </c:pt>
                <c:pt idx="2296">
                  <c:v>6.2</c:v>
                </c:pt>
                <c:pt idx="2297">
                  <c:v>0.3</c:v>
                </c:pt>
                <c:pt idx="2298">
                  <c:v>0</c:v>
                </c:pt>
                <c:pt idx="2299">
                  <c:v>0.1</c:v>
                </c:pt>
                <c:pt idx="2300">
                  <c:v>0</c:v>
                </c:pt>
                <c:pt idx="2301">
                  <c:v>0</c:v>
                </c:pt>
                <c:pt idx="2302">
                  <c:v>0</c:v>
                </c:pt>
                <c:pt idx="2303">
                  <c:v>0.2</c:v>
                </c:pt>
                <c:pt idx="2304">
                  <c:v>0</c:v>
                </c:pt>
                <c:pt idx="2305">
                  <c:v>0</c:v>
                </c:pt>
                <c:pt idx="2306">
                  <c:v>0</c:v>
                </c:pt>
                <c:pt idx="2307">
                  <c:v>0</c:v>
                </c:pt>
                <c:pt idx="2308">
                  <c:v>0</c:v>
                </c:pt>
                <c:pt idx="2309">
                  <c:v>0</c:v>
                </c:pt>
                <c:pt idx="2310">
                  <c:v>0</c:v>
                </c:pt>
                <c:pt idx="2311">
                  <c:v>0</c:v>
                </c:pt>
                <c:pt idx="2312">
                  <c:v>0</c:v>
                </c:pt>
                <c:pt idx="2313">
                  <c:v>0</c:v>
                </c:pt>
                <c:pt idx="2314">
                  <c:v>0</c:v>
                </c:pt>
                <c:pt idx="2315">
                  <c:v>0.1</c:v>
                </c:pt>
                <c:pt idx="2316">
                  <c:v>0.1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0</c:v>
                </c:pt>
                <c:pt idx="2322">
                  <c:v>0</c:v>
                </c:pt>
                <c:pt idx="2323">
                  <c:v>0</c:v>
                </c:pt>
                <c:pt idx="2324">
                  <c:v>0</c:v>
                </c:pt>
                <c:pt idx="2325">
                  <c:v>0</c:v>
                </c:pt>
                <c:pt idx="2326">
                  <c:v>0</c:v>
                </c:pt>
                <c:pt idx="2327">
                  <c:v>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0</c:v>
                </c:pt>
                <c:pt idx="2332">
                  <c:v>5</c:v>
                </c:pt>
                <c:pt idx="2333">
                  <c:v>6.1</c:v>
                </c:pt>
                <c:pt idx="2334">
                  <c:v>6.2</c:v>
                </c:pt>
                <c:pt idx="2335">
                  <c:v>6.1</c:v>
                </c:pt>
                <c:pt idx="2336">
                  <c:v>6.1</c:v>
                </c:pt>
                <c:pt idx="2337">
                  <c:v>6</c:v>
                </c:pt>
                <c:pt idx="2338">
                  <c:v>6</c:v>
                </c:pt>
                <c:pt idx="2339">
                  <c:v>6.2</c:v>
                </c:pt>
                <c:pt idx="2340">
                  <c:v>6.3</c:v>
                </c:pt>
                <c:pt idx="2341">
                  <c:v>6.2</c:v>
                </c:pt>
                <c:pt idx="2342">
                  <c:v>6.2</c:v>
                </c:pt>
                <c:pt idx="2343">
                  <c:v>6.2</c:v>
                </c:pt>
                <c:pt idx="2344">
                  <c:v>6.4</c:v>
                </c:pt>
                <c:pt idx="2345">
                  <c:v>6.4</c:v>
                </c:pt>
                <c:pt idx="2346">
                  <c:v>6.4</c:v>
                </c:pt>
                <c:pt idx="2347">
                  <c:v>6.5</c:v>
                </c:pt>
                <c:pt idx="2348">
                  <c:v>6.5</c:v>
                </c:pt>
                <c:pt idx="2349">
                  <c:v>6.5</c:v>
                </c:pt>
                <c:pt idx="2350">
                  <c:v>6.6</c:v>
                </c:pt>
                <c:pt idx="2351">
                  <c:v>6.5</c:v>
                </c:pt>
                <c:pt idx="2352">
                  <c:v>6.2</c:v>
                </c:pt>
                <c:pt idx="2353">
                  <c:v>6.1</c:v>
                </c:pt>
                <c:pt idx="2354">
                  <c:v>6.3</c:v>
                </c:pt>
                <c:pt idx="2355">
                  <c:v>6.2</c:v>
                </c:pt>
                <c:pt idx="2356">
                  <c:v>5.4</c:v>
                </c:pt>
                <c:pt idx="2357">
                  <c:v>6.1</c:v>
                </c:pt>
                <c:pt idx="2358">
                  <c:v>6.5</c:v>
                </c:pt>
                <c:pt idx="2359">
                  <c:v>6.4</c:v>
                </c:pt>
                <c:pt idx="2360">
                  <c:v>6.5</c:v>
                </c:pt>
                <c:pt idx="2361">
                  <c:v>6.4</c:v>
                </c:pt>
                <c:pt idx="2362">
                  <c:v>6.4</c:v>
                </c:pt>
                <c:pt idx="2363">
                  <c:v>6.6</c:v>
                </c:pt>
                <c:pt idx="2364">
                  <c:v>6.6</c:v>
                </c:pt>
                <c:pt idx="2365">
                  <c:v>6.5</c:v>
                </c:pt>
                <c:pt idx="2366">
                  <c:v>6.2</c:v>
                </c:pt>
                <c:pt idx="2367">
                  <c:v>6.1</c:v>
                </c:pt>
                <c:pt idx="2368">
                  <c:v>6.2</c:v>
                </c:pt>
                <c:pt idx="2369">
                  <c:v>6.2</c:v>
                </c:pt>
                <c:pt idx="2370">
                  <c:v>6.2</c:v>
                </c:pt>
                <c:pt idx="2371">
                  <c:v>6.3</c:v>
                </c:pt>
                <c:pt idx="2372">
                  <c:v>6.3</c:v>
                </c:pt>
                <c:pt idx="2373">
                  <c:v>6.3</c:v>
                </c:pt>
                <c:pt idx="2374">
                  <c:v>6.3</c:v>
                </c:pt>
                <c:pt idx="2375">
                  <c:v>6.9</c:v>
                </c:pt>
                <c:pt idx="2376">
                  <c:v>6.8</c:v>
                </c:pt>
                <c:pt idx="2377">
                  <c:v>6.7</c:v>
                </c:pt>
                <c:pt idx="2378">
                  <c:v>6.6</c:v>
                </c:pt>
                <c:pt idx="2379">
                  <c:v>6.7</c:v>
                </c:pt>
                <c:pt idx="2380">
                  <c:v>6.5</c:v>
                </c:pt>
                <c:pt idx="2381">
                  <c:v>6.5</c:v>
                </c:pt>
                <c:pt idx="2382">
                  <c:v>6.4</c:v>
                </c:pt>
                <c:pt idx="2383">
                  <c:v>6.4</c:v>
                </c:pt>
                <c:pt idx="2384">
                  <c:v>6.4</c:v>
                </c:pt>
                <c:pt idx="2385">
                  <c:v>6.4</c:v>
                </c:pt>
                <c:pt idx="2386">
                  <c:v>6.2</c:v>
                </c:pt>
                <c:pt idx="2387">
                  <c:v>6.2</c:v>
                </c:pt>
                <c:pt idx="2388">
                  <c:v>1.1000000000000001</c:v>
                </c:pt>
                <c:pt idx="2389">
                  <c:v>0</c:v>
                </c:pt>
                <c:pt idx="2390">
                  <c:v>0</c:v>
                </c:pt>
                <c:pt idx="2391">
                  <c:v>0</c:v>
                </c:pt>
                <c:pt idx="2392">
                  <c:v>0</c:v>
                </c:pt>
                <c:pt idx="2393">
                  <c:v>0</c:v>
                </c:pt>
                <c:pt idx="2394">
                  <c:v>0</c:v>
                </c:pt>
                <c:pt idx="2395">
                  <c:v>0</c:v>
                </c:pt>
                <c:pt idx="2396">
                  <c:v>0.1</c:v>
                </c:pt>
                <c:pt idx="2397">
                  <c:v>0</c:v>
                </c:pt>
                <c:pt idx="2398">
                  <c:v>0</c:v>
                </c:pt>
                <c:pt idx="2399">
                  <c:v>0.2</c:v>
                </c:pt>
                <c:pt idx="2400">
                  <c:v>0</c:v>
                </c:pt>
                <c:pt idx="2401">
                  <c:v>0</c:v>
                </c:pt>
                <c:pt idx="2402">
                  <c:v>0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1</c:v>
                </c:pt>
                <c:pt idx="2409">
                  <c:v>6.4</c:v>
                </c:pt>
                <c:pt idx="2410">
                  <c:v>6.5</c:v>
                </c:pt>
                <c:pt idx="2411">
                  <c:v>5.7</c:v>
                </c:pt>
                <c:pt idx="2412">
                  <c:v>5.8</c:v>
                </c:pt>
                <c:pt idx="2413">
                  <c:v>6.5</c:v>
                </c:pt>
                <c:pt idx="2414">
                  <c:v>6.6</c:v>
                </c:pt>
                <c:pt idx="2415">
                  <c:v>6.8</c:v>
                </c:pt>
                <c:pt idx="2416">
                  <c:v>6.8</c:v>
                </c:pt>
                <c:pt idx="2417">
                  <c:v>7</c:v>
                </c:pt>
                <c:pt idx="2418">
                  <c:v>6.9</c:v>
                </c:pt>
                <c:pt idx="2419">
                  <c:v>6.7</c:v>
                </c:pt>
                <c:pt idx="2420">
                  <c:v>6.7</c:v>
                </c:pt>
                <c:pt idx="2421">
                  <c:v>7.2</c:v>
                </c:pt>
                <c:pt idx="2422">
                  <c:v>6.9</c:v>
                </c:pt>
                <c:pt idx="2423">
                  <c:v>7.2</c:v>
                </c:pt>
                <c:pt idx="2424">
                  <c:v>6.8</c:v>
                </c:pt>
                <c:pt idx="2425">
                  <c:v>7.2</c:v>
                </c:pt>
                <c:pt idx="2426">
                  <c:v>6.9</c:v>
                </c:pt>
                <c:pt idx="2427">
                  <c:v>7.1</c:v>
                </c:pt>
                <c:pt idx="2428">
                  <c:v>6.9</c:v>
                </c:pt>
                <c:pt idx="2429">
                  <c:v>7.1</c:v>
                </c:pt>
                <c:pt idx="2430">
                  <c:v>6.9</c:v>
                </c:pt>
                <c:pt idx="2431">
                  <c:v>6.9</c:v>
                </c:pt>
                <c:pt idx="2432">
                  <c:v>5.9</c:v>
                </c:pt>
                <c:pt idx="2433">
                  <c:v>6.7</c:v>
                </c:pt>
                <c:pt idx="2434">
                  <c:v>6.9</c:v>
                </c:pt>
                <c:pt idx="2435">
                  <c:v>6.6</c:v>
                </c:pt>
                <c:pt idx="2436">
                  <c:v>6.4</c:v>
                </c:pt>
                <c:pt idx="2437">
                  <c:v>6.3</c:v>
                </c:pt>
                <c:pt idx="2438">
                  <c:v>6.7</c:v>
                </c:pt>
                <c:pt idx="2439">
                  <c:v>6.4</c:v>
                </c:pt>
                <c:pt idx="2440">
                  <c:v>6.1</c:v>
                </c:pt>
                <c:pt idx="2441">
                  <c:v>6.8</c:v>
                </c:pt>
                <c:pt idx="2442">
                  <c:v>6.4</c:v>
                </c:pt>
                <c:pt idx="2443">
                  <c:v>6.5</c:v>
                </c:pt>
                <c:pt idx="2444">
                  <c:v>6.8</c:v>
                </c:pt>
                <c:pt idx="2445">
                  <c:v>6.8</c:v>
                </c:pt>
                <c:pt idx="2446">
                  <c:v>6.8</c:v>
                </c:pt>
                <c:pt idx="2447">
                  <c:v>6.6</c:v>
                </c:pt>
                <c:pt idx="2448">
                  <c:v>6.7</c:v>
                </c:pt>
                <c:pt idx="2449">
                  <c:v>7</c:v>
                </c:pt>
                <c:pt idx="2450">
                  <c:v>5.0999999999999996</c:v>
                </c:pt>
                <c:pt idx="2451">
                  <c:v>5.9</c:v>
                </c:pt>
                <c:pt idx="2452">
                  <c:v>6.4</c:v>
                </c:pt>
                <c:pt idx="2453">
                  <c:v>5.3</c:v>
                </c:pt>
                <c:pt idx="2454">
                  <c:v>5.7</c:v>
                </c:pt>
                <c:pt idx="2455">
                  <c:v>6.4</c:v>
                </c:pt>
                <c:pt idx="2456">
                  <c:v>6.4</c:v>
                </c:pt>
                <c:pt idx="2457">
                  <c:v>6.5</c:v>
                </c:pt>
                <c:pt idx="2458">
                  <c:v>6.9</c:v>
                </c:pt>
                <c:pt idx="2459">
                  <c:v>6.8</c:v>
                </c:pt>
                <c:pt idx="2460">
                  <c:v>6.3</c:v>
                </c:pt>
                <c:pt idx="2461">
                  <c:v>6.2</c:v>
                </c:pt>
                <c:pt idx="2462">
                  <c:v>6.2</c:v>
                </c:pt>
                <c:pt idx="2463">
                  <c:v>5.8</c:v>
                </c:pt>
                <c:pt idx="2464">
                  <c:v>5.8</c:v>
                </c:pt>
                <c:pt idx="2465">
                  <c:v>5.9</c:v>
                </c:pt>
                <c:pt idx="2466">
                  <c:v>5.5</c:v>
                </c:pt>
                <c:pt idx="2467">
                  <c:v>5.9</c:v>
                </c:pt>
                <c:pt idx="2468">
                  <c:v>6</c:v>
                </c:pt>
                <c:pt idx="2469">
                  <c:v>6</c:v>
                </c:pt>
                <c:pt idx="2470">
                  <c:v>6</c:v>
                </c:pt>
                <c:pt idx="2471">
                  <c:v>6</c:v>
                </c:pt>
                <c:pt idx="2472">
                  <c:v>6.7</c:v>
                </c:pt>
                <c:pt idx="2473">
                  <c:v>6.4</c:v>
                </c:pt>
                <c:pt idx="2474">
                  <c:v>6.6</c:v>
                </c:pt>
                <c:pt idx="2475">
                  <c:v>6.3</c:v>
                </c:pt>
                <c:pt idx="2476">
                  <c:v>6.6</c:v>
                </c:pt>
                <c:pt idx="2477">
                  <c:v>6.4</c:v>
                </c:pt>
                <c:pt idx="2478">
                  <c:v>6.6</c:v>
                </c:pt>
                <c:pt idx="2479">
                  <c:v>6.2</c:v>
                </c:pt>
                <c:pt idx="2480">
                  <c:v>5.7</c:v>
                </c:pt>
                <c:pt idx="2481">
                  <c:v>6</c:v>
                </c:pt>
                <c:pt idx="2482">
                  <c:v>6.2</c:v>
                </c:pt>
                <c:pt idx="2483">
                  <c:v>6</c:v>
                </c:pt>
                <c:pt idx="2484">
                  <c:v>5.5</c:v>
                </c:pt>
                <c:pt idx="2485">
                  <c:v>4.8</c:v>
                </c:pt>
                <c:pt idx="2486">
                  <c:v>4.5999999999999996</c:v>
                </c:pt>
                <c:pt idx="2487">
                  <c:v>4.8</c:v>
                </c:pt>
                <c:pt idx="2488">
                  <c:v>3.6</c:v>
                </c:pt>
                <c:pt idx="2489">
                  <c:v>5.4</c:v>
                </c:pt>
                <c:pt idx="2490">
                  <c:v>5.3</c:v>
                </c:pt>
                <c:pt idx="2491">
                  <c:v>5.4</c:v>
                </c:pt>
                <c:pt idx="2492">
                  <c:v>3.8</c:v>
                </c:pt>
                <c:pt idx="2493">
                  <c:v>3.5</c:v>
                </c:pt>
                <c:pt idx="2494">
                  <c:v>3.3</c:v>
                </c:pt>
                <c:pt idx="2495">
                  <c:v>3.5</c:v>
                </c:pt>
                <c:pt idx="2496">
                  <c:v>4.5</c:v>
                </c:pt>
                <c:pt idx="2497">
                  <c:v>4.5</c:v>
                </c:pt>
                <c:pt idx="2498">
                  <c:v>4.2</c:v>
                </c:pt>
                <c:pt idx="2499">
                  <c:v>4.5999999999999996</c:v>
                </c:pt>
                <c:pt idx="2500">
                  <c:v>4.4000000000000004</c:v>
                </c:pt>
                <c:pt idx="2501">
                  <c:v>4.5999999999999996</c:v>
                </c:pt>
                <c:pt idx="2502">
                  <c:v>4.5999999999999996</c:v>
                </c:pt>
                <c:pt idx="2503">
                  <c:v>4.8</c:v>
                </c:pt>
                <c:pt idx="2504">
                  <c:v>5.3</c:v>
                </c:pt>
                <c:pt idx="2505">
                  <c:v>4.0999999999999996</c:v>
                </c:pt>
                <c:pt idx="2506">
                  <c:v>4.4000000000000004</c:v>
                </c:pt>
                <c:pt idx="2507">
                  <c:v>4.9000000000000004</c:v>
                </c:pt>
                <c:pt idx="2508">
                  <c:v>4.8</c:v>
                </c:pt>
                <c:pt idx="2509">
                  <c:v>5.6</c:v>
                </c:pt>
                <c:pt idx="2510">
                  <c:v>0.4</c:v>
                </c:pt>
                <c:pt idx="2511">
                  <c:v>0</c:v>
                </c:pt>
                <c:pt idx="2512">
                  <c:v>0</c:v>
                </c:pt>
                <c:pt idx="2513">
                  <c:v>0</c:v>
                </c:pt>
                <c:pt idx="2514">
                  <c:v>0</c:v>
                </c:pt>
                <c:pt idx="2515">
                  <c:v>0.1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0</c:v>
                </c:pt>
                <c:pt idx="2520">
                  <c:v>0</c:v>
                </c:pt>
                <c:pt idx="2521">
                  <c:v>1.8</c:v>
                </c:pt>
                <c:pt idx="2522">
                  <c:v>5.5</c:v>
                </c:pt>
                <c:pt idx="2523">
                  <c:v>6.1</c:v>
                </c:pt>
                <c:pt idx="2524">
                  <c:v>7.2</c:v>
                </c:pt>
                <c:pt idx="2525">
                  <c:v>7</c:v>
                </c:pt>
                <c:pt idx="2526">
                  <c:v>7.6</c:v>
                </c:pt>
                <c:pt idx="2527">
                  <c:v>7.6</c:v>
                </c:pt>
                <c:pt idx="2528">
                  <c:v>7.1</c:v>
                </c:pt>
                <c:pt idx="2529">
                  <c:v>6.6</c:v>
                </c:pt>
                <c:pt idx="2530">
                  <c:v>7</c:v>
                </c:pt>
                <c:pt idx="2531">
                  <c:v>7.1</c:v>
                </c:pt>
                <c:pt idx="2532">
                  <c:v>6</c:v>
                </c:pt>
                <c:pt idx="2533">
                  <c:v>5.7</c:v>
                </c:pt>
                <c:pt idx="2534">
                  <c:v>5.8</c:v>
                </c:pt>
                <c:pt idx="2535">
                  <c:v>5.9</c:v>
                </c:pt>
                <c:pt idx="2536">
                  <c:v>6.5</c:v>
                </c:pt>
                <c:pt idx="2537">
                  <c:v>6.6</c:v>
                </c:pt>
                <c:pt idx="2538">
                  <c:v>6.3</c:v>
                </c:pt>
                <c:pt idx="2539">
                  <c:v>6.7</c:v>
                </c:pt>
                <c:pt idx="2540">
                  <c:v>6.9</c:v>
                </c:pt>
                <c:pt idx="2541">
                  <c:v>6.7</c:v>
                </c:pt>
                <c:pt idx="2542">
                  <c:v>6.1</c:v>
                </c:pt>
                <c:pt idx="2543">
                  <c:v>6.7</c:v>
                </c:pt>
                <c:pt idx="2544">
                  <c:v>5.2</c:v>
                </c:pt>
                <c:pt idx="2545">
                  <c:v>6</c:v>
                </c:pt>
                <c:pt idx="2546">
                  <c:v>6.7</c:v>
                </c:pt>
                <c:pt idx="2547">
                  <c:v>1.2</c:v>
                </c:pt>
                <c:pt idx="2548">
                  <c:v>0</c:v>
                </c:pt>
                <c:pt idx="2549">
                  <c:v>0</c:v>
                </c:pt>
                <c:pt idx="2550">
                  <c:v>0</c:v>
                </c:pt>
                <c:pt idx="2551">
                  <c:v>0</c:v>
                </c:pt>
                <c:pt idx="2552">
                  <c:v>0</c:v>
                </c:pt>
                <c:pt idx="2553">
                  <c:v>0</c:v>
                </c:pt>
                <c:pt idx="2554">
                  <c:v>0</c:v>
                </c:pt>
                <c:pt idx="2555">
                  <c:v>0</c:v>
                </c:pt>
                <c:pt idx="2556">
                  <c:v>0</c:v>
                </c:pt>
                <c:pt idx="2557">
                  <c:v>0</c:v>
                </c:pt>
                <c:pt idx="2558">
                  <c:v>0</c:v>
                </c:pt>
                <c:pt idx="2559">
                  <c:v>0</c:v>
                </c:pt>
                <c:pt idx="2560">
                  <c:v>0</c:v>
                </c:pt>
                <c:pt idx="2561">
                  <c:v>2.2000000000000002</c:v>
                </c:pt>
                <c:pt idx="2562">
                  <c:v>5.8</c:v>
                </c:pt>
                <c:pt idx="2563">
                  <c:v>6.9</c:v>
                </c:pt>
                <c:pt idx="2564">
                  <c:v>6.5</c:v>
                </c:pt>
                <c:pt idx="2565">
                  <c:v>6.2</c:v>
                </c:pt>
                <c:pt idx="2566">
                  <c:v>7.1</c:v>
                </c:pt>
                <c:pt idx="2567">
                  <c:v>6</c:v>
                </c:pt>
                <c:pt idx="2568">
                  <c:v>6.2</c:v>
                </c:pt>
                <c:pt idx="2569">
                  <c:v>6.3</c:v>
                </c:pt>
                <c:pt idx="2570">
                  <c:v>6.4</c:v>
                </c:pt>
                <c:pt idx="2571">
                  <c:v>7</c:v>
                </c:pt>
                <c:pt idx="2572">
                  <c:v>6.7</c:v>
                </c:pt>
                <c:pt idx="2573">
                  <c:v>6.4</c:v>
                </c:pt>
                <c:pt idx="2574">
                  <c:v>6.5</c:v>
                </c:pt>
                <c:pt idx="2575">
                  <c:v>7.3</c:v>
                </c:pt>
                <c:pt idx="2576">
                  <c:v>7.3</c:v>
                </c:pt>
                <c:pt idx="2577">
                  <c:v>6.6</c:v>
                </c:pt>
                <c:pt idx="2578">
                  <c:v>6.8</c:v>
                </c:pt>
                <c:pt idx="2579">
                  <c:v>6.9</c:v>
                </c:pt>
                <c:pt idx="2580">
                  <c:v>6.5</c:v>
                </c:pt>
                <c:pt idx="2581">
                  <c:v>6.8</c:v>
                </c:pt>
                <c:pt idx="2582">
                  <c:v>6.7</c:v>
                </c:pt>
                <c:pt idx="2583">
                  <c:v>6.6</c:v>
                </c:pt>
                <c:pt idx="2584">
                  <c:v>6</c:v>
                </c:pt>
                <c:pt idx="2585">
                  <c:v>5.7</c:v>
                </c:pt>
                <c:pt idx="2586">
                  <c:v>5.7</c:v>
                </c:pt>
                <c:pt idx="2587">
                  <c:v>6.8</c:v>
                </c:pt>
                <c:pt idx="2588">
                  <c:v>7</c:v>
                </c:pt>
                <c:pt idx="2589">
                  <c:v>7.6</c:v>
                </c:pt>
                <c:pt idx="2590">
                  <c:v>7.9</c:v>
                </c:pt>
                <c:pt idx="2591">
                  <c:v>7.8</c:v>
                </c:pt>
                <c:pt idx="2592">
                  <c:v>7.8</c:v>
                </c:pt>
                <c:pt idx="2593">
                  <c:v>7.6</c:v>
                </c:pt>
                <c:pt idx="2594">
                  <c:v>7.2</c:v>
                </c:pt>
                <c:pt idx="2595">
                  <c:v>7.8</c:v>
                </c:pt>
                <c:pt idx="2596">
                  <c:v>7.9</c:v>
                </c:pt>
                <c:pt idx="2597">
                  <c:v>7.3</c:v>
                </c:pt>
                <c:pt idx="2598">
                  <c:v>8.6</c:v>
                </c:pt>
                <c:pt idx="2599">
                  <c:v>8.1999999999999993</c:v>
                </c:pt>
                <c:pt idx="2600">
                  <c:v>8.4</c:v>
                </c:pt>
                <c:pt idx="2601">
                  <c:v>8.5</c:v>
                </c:pt>
                <c:pt idx="2602">
                  <c:v>8.6999999999999993</c:v>
                </c:pt>
                <c:pt idx="2603">
                  <c:v>8.6</c:v>
                </c:pt>
                <c:pt idx="2604">
                  <c:v>8.6999999999999993</c:v>
                </c:pt>
                <c:pt idx="2605">
                  <c:v>8.6999999999999993</c:v>
                </c:pt>
                <c:pt idx="2606">
                  <c:v>8.6999999999999993</c:v>
                </c:pt>
                <c:pt idx="2607">
                  <c:v>9.3000000000000007</c:v>
                </c:pt>
                <c:pt idx="2608">
                  <c:v>9.1</c:v>
                </c:pt>
                <c:pt idx="2609">
                  <c:v>8.9</c:v>
                </c:pt>
                <c:pt idx="2610">
                  <c:v>8.9</c:v>
                </c:pt>
                <c:pt idx="2611">
                  <c:v>8.3000000000000007</c:v>
                </c:pt>
                <c:pt idx="2612">
                  <c:v>8.6999999999999993</c:v>
                </c:pt>
                <c:pt idx="2613">
                  <c:v>7.7</c:v>
                </c:pt>
                <c:pt idx="2614">
                  <c:v>8.8000000000000007</c:v>
                </c:pt>
                <c:pt idx="2615">
                  <c:v>8.6999999999999993</c:v>
                </c:pt>
                <c:pt idx="2616">
                  <c:v>8.8000000000000007</c:v>
                </c:pt>
                <c:pt idx="2617">
                  <c:v>7.9</c:v>
                </c:pt>
                <c:pt idx="2618">
                  <c:v>8.9</c:v>
                </c:pt>
                <c:pt idx="2619">
                  <c:v>8.9</c:v>
                </c:pt>
                <c:pt idx="2620">
                  <c:v>8.6999999999999993</c:v>
                </c:pt>
                <c:pt idx="2621">
                  <c:v>7.6</c:v>
                </c:pt>
                <c:pt idx="2622">
                  <c:v>7.3</c:v>
                </c:pt>
                <c:pt idx="2623">
                  <c:v>7.1</c:v>
                </c:pt>
                <c:pt idx="2624">
                  <c:v>6.2</c:v>
                </c:pt>
                <c:pt idx="2625">
                  <c:v>7.1</c:v>
                </c:pt>
                <c:pt idx="2626">
                  <c:v>8.3000000000000007</c:v>
                </c:pt>
                <c:pt idx="2627">
                  <c:v>7.8</c:v>
                </c:pt>
                <c:pt idx="2628">
                  <c:v>8.4</c:v>
                </c:pt>
                <c:pt idx="2629">
                  <c:v>8.1</c:v>
                </c:pt>
                <c:pt idx="2630">
                  <c:v>8.1999999999999993</c:v>
                </c:pt>
                <c:pt idx="2631">
                  <c:v>8</c:v>
                </c:pt>
                <c:pt idx="2632">
                  <c:v>7.6</c:v>
                </c:pt>
                <c:pt idx="2633">
                  <c:v>7.3</c:v>
                </c:pt>
                <c:pt idx="2634">
                  <c:v>8.6</c:v>
                </c:pt>
                <c:pt idx="2635">
                  <c:v>7.2</c:v>
                </c:pt>
                <c:pt idx="2636">
                  <c:v>8.3000000000000007</c:v>
                </c:pt>
                <c:pt idx="2637">
                  <c:v>7.8</c:v>
                </c:pt>
                <c:pt idx="2638">
                  <c:v>7.3</c:v>
                </c:pt>
                <c:pt idx="2639">
                  <c:v>7.7</c:v>
                </c:pt>
                <c:pt idx="2640">
                  <c:v>7.9</c:v>
                </c:pt>
                <c:pt idx="2641">
                  <c:v>6.6</c:v>
                </c:pt>
                <c:pt idx="2642">
                  <c:v>0.8</c:v>
                </c:pt>
                <c:pt idx="2643">
                  <c:v>0</c:v>
                </c:pt>
                <c:pt idx="2644">
                  <c:v>0</c:v>
                </c:pt>
                <c:pt idx="2645">
                  <c:v>0</c:v>
                </c:pt>
                <c:pt idx="2646">
                  <c:v>0.1</c:v>
                </c:pt>
                <c:pt idx="2647">
                  <c:v>0.1</c:v>
                </c:pt>
                <c:pt idx="2648">
                  <c:v>0</c:v>
                </c:pt>
                <c:pt idx="2649">
                  <c:v>0</c:v>
                </c:pt>
                <c:pt idx="2650">
                  <c:v>0</c:v>
                </c:pt>
                <c:pt idx="2651">
                  <c:v>0</c:v>
                </c:pt>
                <c:pt idx="2652">
                  <c:v>4.9000000000000004</c:v>
                </c:pt>
                <c:pt idx="2653">
                  <c:v>6.3</c:v>
                </c:pt>
                <c:pt idx="2654">
                  <c:v>6.7</c:v>
                </c:pt>
                <c:pt idx="2655">
                  <c:v>6.3</c:v>
                </c:pt>
                <c:pt idx="2656">
                  <c:v>6.6</c:v>
                </c:pt>
                <c:pt idx="2657">
                  <c:v>6.6</c:v>
                </c:pt>
                <c:pt idx="2658">
                  <c:v>6.7</c:v>
                </c:pt>
                <c:pt idx="2659">
                  <c:v>8.3000000000000007</c:v>
                </c:pt>
                <c:pt idx="2660">
                  <c:v>8.1</c:v>
                </c:pt>
                <c:pt idx="2661">
                  <c:v>8.1</c:v>
                </c:pt>
                <c:pt idx="2662">
                  <c:v>8.3000000000000007</c:v>
                </c:pt>
                <c:pt idx="2663">
                  <c:v>9</c:v>
                </c:pt>
                <c:pt idx="2664">
                  <c:v>9</c:v>
                </c:pt>
                <c:pt idx="2665">
                  <c:v>9.1999999999999993</c:v>
                </c:pt>
                <c:pt idx="2666">
                  <c:v>8.8000000000000007</c:v>
                </c:pt>
                <c:pt idx="2667">
                  <c:v>9</c:v>
                </c:pt>
                <c:pt idx="2668">
                  <c:v>8.6</c:v>
                </c:pt>
                <c:pt idx="2669">
                  <c:v>8.3000000000000007</c:v>
                </c:pt>
                <c:pt idx="2670">
                  <c:v>7.1</c:v>
                </c:pt>
                <c:pt idx="2671">
                  <c:v>8.6</c:v>
                </c:pt>
                <c:pt idx="2672">
                  <c:v>9</c:v>
                </c:pt>
                <c:pt idx="2673">
                  <c:v>8.8000000000000007</c:v>
                </c:pt>
                <c:pt idx="2674">
                  <c:v>7.1</c:v>
                </c:pt>
                <c:pt idx="2675">
                  <c:v>7.7</c:v>
                </c:pt>
                <c:pt idx="2676">
                  <c:v>7.5</c:v>
                </c:pt>
                <c:pt idx="2677">
                  <c:v>7.4</c:v>
                </c:pt>
                <c:pt idx="2678">
                  <c:v>7.2</c:v>
                </c:pt>
                <c:pt idx="2679">
                  <c:v>7.2</c:v>
                </c:pt>
                <c:pt idx="2680">
                  <c:v>7.2</c:v>
                </c:pt>
                <c:pt idx="2681">
                  <c:v>7.8</c:v>
                </c:pt>
                <c:pt idx="2682">
                  <c:v>7.9</c:v>
                </c:pt>
                <c:pt idx="2683">
                  <c:v>7.8</c:v>
                </c:pt>
                <c:pt idx="2684">
                  <c:v>7.9</c:v>
                </c:pt>
                <c:pt idx="2685">
                  <c:v>7.8</c:v>
                </c:pt>
                <c:pt idx="2686">
                  <c:v>8</c:v>
                </c:pt>
                <c:pt idx="2687">
                  <c:v>8</c:v>
                </c:pt>
                <c:pt idx="2688">
                  <c:v>8.1</c:v>
                </c:pt>
                <c:pt idx="2689">
                  <c:v>8.1</c:v>
                </c:pt>
                <c:pt idx="2690">
                  <c:v>7.9</c:v>
                </c:pt>
                <c:pt idx="2691">
                  <c:v>7.9</c:v>
                </c:pt>
                <c:pt idx="2692">
                  <c:v>7.7</c:v>
                </c:pt>
                <c:pt idx="2693">
                  <c:v>8.1999999999999993</c:v>
                </c:pt>
                <c:pt idx="2694">
                  <c:v>8</c:v>
                </c:pt>
                <c:pt idx="2695">
                  <c:v>7.9</c:v>
                </c:pt>
                <c:pt idx="2696">
                  <c:v>8</c:v>
                </c:pt>
                <c:pt idx="2697">
                  <c:v>7.7</c:v>
                </c:pt>
                <c:pt idx="2698">
                  <c:v>8.1</c:v>
                </c:pt>
                <c:pt idx="2699">
                  <c:v>8.9</c:v>
                </c:pt>
                <c:pt idx="2700">
                  <c:v>8.6</c:v>
                </c:pt>
                <c:pt idx="2701">
                  <c:v>8.3000000000000007</c:v>
                </c:pt>
                <c:pt idx="2702">
                  <c:v>8.1</c:v>
                </c:pt>
                <c:pt idx="2703">
                  <c:v>7.6</c:v>
                </c:pt>
                <c:pt idx="2704">
                  <c:v>6.5</c:v>
                </c:pt>
                <c:pt idx="2705">
                  <c:v>6.2</c:v>
                </c:pt>
                <c:pt idx="2706">
                  <c:v>6.7</c:v>
                </c:pt>
                <c:pt idx="2707">
                  <c:v>6.3</c:v>
                </c:pt>
                <c:pt idx="2708">
                  <c:v>5.8</c:v>
                </c:pt>
                <c:pt idx="2709">
                  <c:v>5.4</c:v>
                </c:pt>
                <c:pt idx="2710">
                  <c:v>5.4</c:v>
                </c:pt>
                <c:pt idx="2711">
                  <c:v>5.0999999999999996</c:v>
                </c:pt>
                <c:pt idx="2712">
                  <c:v>5.0999999999999996</c:v>
                </c:pt>
                <c:pt idx="2713">
                  <c:v>5.0999999999999996</c:v>
                </c:pt>
                <c:pt idx="2714">
                  <c:v>5.0999999999999996</c:v>
                </c:pt>
                <c:pt idx="2715">
                  <c:v>5.3</c:v>
                </c:pt>
                <c:pt idx="2716">
                  <c:v>5.4</c:v>
                </c:pt>
                <c:pt idx="2717">
                  <c:v>5.3</c:v>
                </c:pt>
                <c:pt idx="2718">
                  <c:v>5.4</c:v>
                </c:pt>
                <c:pt idx="2719">
                  <c:v>5.3</c:v>
                </c:pt>
                <c:pt idx="2720">
                  <c:v>5.5</c:v>
                </c:pt>
                <c:pt idx="2721">
                  <c:v>5.6</c:v>
                </c:pt>
                <c:pt idx="2722">
                  <c:v>5.4</c:v>
                </c:pt>
                <c:pt idx="2723">
                  <c:v>5.0999999999999996</c:v>
                </c:pt>
                <c:pt idx="2724">
                  <c:v>5.0999999999999996</c:v>
                </c:pt>
                <c:pt idx="2725">
                  <c:v>5.6</c:v>
                </c:pt>
                <c:pt idx="2726">
                  <c:v>5.7</c:v>
                </c:pt>
                <c:pt idx="2727">
                  <c:v>5.0999999999999996</c:v>
                </c:pt>
                <c:pt idx="2728">
                  <c:v>5.0999999999999996</c:v>
                </c:pt>
                <c:pt idx="2729">
                  <c:v>5</c:v>
                </c:pt>
                <c:pt idx="2730">
                  <c:v>5.0999999999999996</c:v>
                </c:pt>
                <c:pt idx="2731">
                  <c:v>4.9000000000000004</c:v>
                </c:pt>
                <c:pt idx="2732">
                  <c:v>4.9000000000000004</c:v>
                </c:pt>
                <c:pt idx="2733">
                  <c:v>4.7</c:v>
                </c:pt>
                <c:pt idx="2734">
                  <c:v>5</c:v>
                </c:pt>
                <c:pt idx="2735">
                  <c:v>6.2</c:v>
                </c:pt>
                <c:pt idx="2736">
                  <c:v>6.1</c:v>
                </c:pt>
                <c:pt idx="2737">
                  <c:v>6.4</c:v>
                </c:pt>
                <c:pt idx="2738">
                  <c:v>6.6</c:v>
                </c:pt>
                <c:pt idx="2739">
                  <c:v>6.5</c:v>
                </c:pt>
                <c:pt idx="2740">
                  <c:v>6.6</c:v>
                </c:pt>
                <c:pt idx="2741">
                  <c:v>6.7</c:v>
                </c:pt>
                <c:pt idx="2742">
                  <c:v>6.1</c:v>
                </c:pt>
                <c:pt idx="2743">
                  <c:v>5.8</c:v>
                </c:pt>
                <c:pt idx="2744">
                  <c:v>6</c:v>
                </c:pt>
                <c:pt idx="2745">
                  <c:v>6.1</c:v>
                </c:pt>
                <c:pt idx="2746">
                  <c:v>5.9</c:v>
                </c:pt>
                <c:pt idx="2747">
                  <c:v>5.7</c:v>
                </c:pt>
                <c:pt idx="2748">
                  <c:v>5.7</c:v>
                </c:pt>
                <c:pt idx="2749">
                  <c:v>6.2</c:v>
                </c:pt>
                <c:pt idx="2750">
                  <c:v>6.2</c:v>
                </c:pt>
                <c:pt idx="2751">
                  <c:v>6.3</c:v>
                </c:pt>
                <c:pt idx="2752">
                  <c:v>6.4</c:v>
                </c:pt>
                <c:pt idx="2753">
                  <c:v>6.4</c:v>
                </c:pt>
                <c:pt idx="2754">
                  <c:v>6.3</c:v>
                </c:pt>
                <c:pt idx="2755">
                  <c:v>6.5</c:v>
                </c:pt>
                <c:pt idx="2756">
                  <c:v>6.5</c:v>
                </c:pt>
                <c:pt idx="2757">
                  <c:v>6.7</c:v>
                </c:pt>
                <c:pt idx="2758">
                  <c:v>6</c:v>
                </c:pt>
                <c:pt idx="2759">
                  <c:v>6.4</c:v>
                </c:pt>
                <c:pt idx="2760">
                  <c:v>6.4</c:v>
                </c:pt>
                <c:pt idx="2761">
                  <c:v>6</c:v>
                </c:pt>
                <c:pt idx="2762">
                  <c:v>6.5</c:v>
                </c:pt>
                <c:pt idx="2763">
                  <c:v>6.1</c:v>
                </c:pt>
                <c:pt idx="2764">
                  <c:v>6.1</c:v>
                </c:pt>
                <c:pt idx="2765">
                  <c:v>6.3</c:v>
                </c:pt>
                <c:pt idx="2766">
                  <c:v>6.3</c:v>
                </c:pt>
                <c:pt idx="2767">
                  <c:v>6.1</c:v>
                </c:pt>
                <c:pt idx="2768">
                  <c:v>5.9</c:v>
                </c:pt>
                <c:pt idx="2769">
                  <c:v>6</c:v>
                </c:pt>
                <c:pt idx="2770">
                  <c:v>6.1</c:v>
                </c:pt>
                <c:pt idx="2771">
                  <c:v>5.9</c:v>
                </c:pt>
                <c:pt idx="2772">
                  <c:v>5.9</c:v>
                </c:pt>
                <c:pt idx="2773">
                  <c:v>6</c:v>
                </c:pt>
                <c:pt idx="2774">
                  <c:v>6</c:v>
                </c:pt>
                <c:pt idx="2775">
                  <c:v>6.1</c:v>
                </c:pt>
                <c:pt idx="2776">
                  <c:v>5.9</c:v>
                </c:pt>
                <c:pt idx="2777">
                  <c:v>6</c:v>
                </c:pt>
                <c:pt idx="2778">
                  <c:v>5.5</c:v>
                </c:pt>
                <c:pt idx="2779">
                  <c:v>5.6</c:v>
                </c:pt>
                <c:pt idx="2780">
                  <c:v>5.7</c:v>
                </c:pt>
                <c:pt idx="2781">
                  <c:v>5.7</c:v>
                </c:pt>
                <c:pt idx="2782">
                  <c:v>5.9</c:v>
                </c:pt>
                <c:pt idx="2783">
                  <c:v>5.9</c:v>
                </c:pt>
                <c:pt idx="2784">
                  <c:v>6.4</c:v>
                </c:pt>
                <c:pt idx="2785">
                  <c:v>5.9</c:v>
                </c:pt>
                <c:pt idx="2786">
                  <c:v>5.7</c:v>
                </c:pt>
                <c:pt idx="2787">
                  <c:v>5.6</c:v>
                </c:pt>
                <c:pt idx="2788">
                  <c:v>5.6</c:v>
                </c:pt>
                <c:pt idx="2789">
                  <c:v>5.5</c:v>
                </c:pt>
                <c:pt idx="2790">
                  <c:v>6</c:v>
                </c:pt>
                <c:pt idx="2791">
                  <c:v>6.1</c:v>
                </c:pt>
                <c:pt idx="2792">
                  <c:v>6.1</c:v>
                </c:pt>
                <c:pt idx="2793">
                  <c:v>6.3</c:v>
                </c:pt>
                <c:pt idx="2794">
                  <c:v>6.5</c:v>
                </c:pt>
                <c:pt idx="2795">
                  <c:v>6.4</c:v>
                </c:pt>
                <c:pt idx="2796">
                  <c:v>6.5</c:v>
                </c:pt>
                <c:pt idx="2797">
                  <c:v>6.7</c:v>
                </c:pt>
                <c:pt idx="2798">
                  <c:v>6.8</c:v>
                </c:pt>
                <c:pt idx="2799">
                  <c:v>6.7</c:v>
                </c:pt>
                <c:pt idx="2800">
                  <c:v>6.7</c:v>
                </c:pt>
                <c:pt idx="2801">
                  <c:v>7.1</c:v>
                </c:pt>
                <c:pt idx="2802">
                  <c:v>7.4</c:v>
                </c:pt>
                <c:pt idx="2803">
                  <c:v>7.2</c:v>
                </c:pt>
                <c:pt idx="2804">
                  <c:v>7.5</c:v>
                </c:pt>
                <c:pt idx="2805">
                  <c:v>7.1</c:v>
                </c:pt>
                <c:pt idx="2806">
                  <c:v>5.3</c:v>
                </c:pt>
                <c:pt idx="2807">
                  <c:v>5.5</c:v>
                </c:pt>
                <c:pt idx="2808">
                  <c:v>6</c:v>
                </c:pt>
                <c:pt idx="2809">
                  <c:v>6.3</c:v>
                </c:pt>
                <c:pt idx="2810">
                  <c:v>6.3</c:v>
                </c:pt>
                <c:pt idx="2811">
                  <c:v>7.1</c:v>
                </c:pt>
                <c:pt idx="2812">
                  <c:v>6.9</c:v>
                </c:pt>
                <c:pt idx="2813">
                  <c:v>6.6</c:v>
                </c:pt>
                <c:pt idx="2814">
                  <c:v>6.7</c:v>
                </c:pt>
                <c:pt idx="2815">
                  <c:v>6.8</c:v>
                </c:pt>
                <c:pt idx="2816">
                  <c:v>6.7</c:v>
                </c:pt>
                <c:pt idx="2817">
                  <c:v>6.6</c:v>
                </c:pt>
                <c:pt idx="2818">
                  <c:v>7</c:v>
                </c:pt>
                <c:pt idx="2819">
                  <c:v>7.6</c:v>
                </c:pt>
                <c:pt idx="2820">
                  <c:v>7.5</c:v>
                </c:pt>
                <c:pt idx="2821">
                  <c:v>7.3</c:v>
                </c:pt>
                <c:pt idx="2822">
                  <c:v>7.4</c:v>
                </c:pt>
                <c:pt idx="2823">
                  <c:v>7.2</c:v>
                </c:pt>
                <c:pt idx="2824">
                  <c:v>7</c:v>
                </c:pt>
                <c:pt idx="2825">
                  <c:v>7.2</c:v>
                </c:pt>
                <c:pt idx="2826">
                  <c:v>7</c:v>
                </c:pt>
                <c:pt idx="2827">
                  <c:v>7</c:v>
                </c:pt>
                <c:pt idx="2828">
                  <c:v>6.4</c:v>
                </c:pt>
                <c:pt idx="2829">
                  <c:v>7.7</c:v>
                </c:pt>
                <c:pt idx="2830">
                  <c:v>7.7</c:v>
                </c:pt>
                <c:pt idx="2831">
                  <c:v>7.5</c:v>
                </c:pt>
                <c:pt idx="2832">
                  <c:v>7.3</c:v>
                </c:pt>
                <c:pt idx="2833">
                  <c:v>8</c:v>
                </c:pt>
                <c:pt idx="2834">
                  <c:v>8.1999999999999993</c:v>
                </c:pt>
                <c:pt idx="2835">
                  <c:v>8.3000000000000007</c:v>
                </c:pt>
                <c:pt idx="2836">
                  <c:v>8</c:v>
                </c:pt>
                <c:pt idx="2837">
                  <c:v>8.3000000000000007</c:v>
                </c:pt>
                <c:pt idx="2838">
                  <c:v>8.3000000000000007</c:v>
                </c:pt>
                <c:pt idx="2839">
                  <c:v>8.3000000000000007</c:v>
                </c:pt>
                <c:pt idx="2840">
                  <c:v>8.5</c:v>
                </c:pt>
                <c:pt idx="2841">
                  <c:v>8.5</c:v>
                </c:pt>
                <c:pt idx="2842">
                  <c:v>8.3000000000000007</c:v>
                </c:pt>
                <c:pt idx="2843">
                  <c:v>8.5</c:v>
                </c:pt>
                <c:pt idx="2844">
                  <c:v>8.3000000000000007</c:v>
                </c:pt>
                <c:pt idx="2845">
                  <c:v>8.1</c:v>
                </c:pt>
                <c:pt idx="2846">
                  <c:v>8</c:v>
                </c:pt>
                <c:pt idx="2847">
                  <c:v>8</c:v>
                </c:pt>
                <c:pt idx="2848">
                  <c:v>8.1</c:v>
                </c:pt>
                <c:pt idx="2849">
                  <c:v>8.1999999999999993</c:v>
                </c:pt>
                <c:pt idx="2850">
                  <c:v>8.6</c:v>
                </c:pt>
                <c:pt idx="2851">
                  <c:v>8.8000000000000007</c:v>
                </c:pt>
                <c:pt idx="2852">
                  <c:v>8.6999999999999993</c:v>
                </c:pt>
                <c:pt idx="2853">
                  <c:v>8.6</c:v>
                </c:pt>
                <c:pt idx="2854">
                  <c:v>8.6</c:v>
                </c:pt>
                <c:pt idx="2855">
                  <c:v>8.8000000000000007</c:v>
                </c:pt>
                <c:pt idx="2856">
                  <c:v>8.6</c:v>
                </c:pt>
                <c:pt idx="2857">
                  <c:v>8.6</c:v>
                </c:pt>
                <c:pt idx="2858">
                  <c:v>8.5</c:v>
                </c:pt>
                <c:pt idx="2859">
                  <c:v>8.6</c:v>
                </c:pt>
                <c:pt idx="2860">
                  <c:v>9.1</c:v>
                </c:pt>
                <c:pt idx="2861">
                  <c:v>8.9</c:v>
                </c:pt>
                <c:pt idx="2862">
                  <c:v>8.9</c:v>
                </c:pt>
                <c:pt idx="2863">
                  <c:v>8.5</c:v>
                </c:pt>
                <c:pt idx="2864">
                  <c:v>8</c:v>
                </c:pt>
                <c:pt idx="2865">
                  <c:v>8.3000000000000007</c:v>
                </c:pt>
                <c:pt idx="2866">
                  <c:v>8.4</c:v>
                </c:pt>
                <c:pt idx="2867">
                  <c:v>8.6</c:v>
                </c:pt>
                <c:pt idx="2868">
                  <c:v>8.5</c:v>
                </c:pt>
                <c:pt idx="2869">
                  <c:v>8.4</c:v>
                </c:pt>
                <c:pt idx="2870">
                  <c:v>8.4</c:v>
                </c:pt>
                <c:pt idx="2871">
                  <c:v>8.8000000000000007</c:v>
                </c:pt>
                <c:pt idx="2872">
                  <c:v>8.6999999999999993</c:v>
                </c:pt>
                <c:pt idx="2873">
                  <c:v>8.6999999999999993</c:v>
                </c:pt>
                <c:pt idx="2874">
                  <c:v>8.9</c:v>
                </c:pt>
                <c:pt idx="2875">
                  <c:v>9</c:v>
                </c:pt>
                <c:pt idx="2876">
                  <c:v>8.6999999999999993</c:v>
                </c:pt>
                <c:pt idx="2877">
                  <c:v>7.9</c:v>
                </c:pt>
                <c:pt idx="2878">
                  <c:v>8.4</c:v>
                </c:pt>
                <c:pt idx="2879">
                  <c:v>8.3000000000000007</c:v>
                </c:pt>
                <c:pt idx="2880">
                  <c:v>8.5</c:v>
                </c:pt>
                <c:pt idx="2881">
                  <c:v>8.6999999999999993</c:v>
                </c:pt>
                <c:pt idx="2882">
                  <c:v>8.6</c:v>
                </c:pt>
                <c:pt idx="2883">
                  <c:v>8.4</c:v>
                </c:pt>
                <c:pt idx="2884">
                  <c:v>8.5</c:v>
                </c:pt>
                <c:pt idx="2885">
                  <c:v>8.6</c:v>
                </c:pt>
                <c:pt idx="2886">
                  <c:v>8.6999999999999993</c:v>
                </c:pt>
                <c:pt idx="2887">
                  <c:v>8.5</c:v>
                </c:pt>
                <c:pt idx="2888">
                  <c:v>8.8000000000000007</c:v>
                </c:pt>
                <c:pt idx="2889">
                  <c:v>8.6999999999999993</c:v>
                </c:pt>
                <c:pt idx="2890">
                  <c:v>9.1999999999999993</c:v>
                </c:pt>
                <c:pt idx="2891">
                  <c:v>7.7</c:v>
                </c:pt>
                <c:pt idx="2892">
                  <c:v>9</c:v>
                </c:pt>
                <c:pt idx="2893">
                  <c:v>9.1</c:v>
                </c:pt>
                <c:pt idx="2894">
                  <c:v>8.8000000000000007</c:v>
                </c:pt>
                <c:pt idx="2895">
                  <c:v>8.5</c:v>
                </c:pt>
                <c:pt idx="2896">
                  <c:v>8.6999999999999993</c:v>
                </c:pt>
                <c:pt idx="2897">
                  <c:v>9.1999999999999993</c:v>
                </c:pt>
                <c:pt idx="2898">
                  <c:v>9</c:v>
                </c:pt>
                <c:pt idx="2899">
                  <c:v>8.3000000000000007</c:v>
                </c:pt>
                <c:pt idx="2900">
                  <c:v>8.9</c:v>
                </c:pt>
                <c:pt idx="2901">
                  <c:v>9.1</c:v>
                </c:pt>
                <c:pt idx="2902">
                  <c:v>8.8000000000000007</c:v>
                </c:pt>
                <c:pt idx="2903">
                  <c:v>8.8000000000000007</c:v>
                </c:pt>
                <c:pt idx="2904">
                  <c:v>8.6999999999999993</c:v>
                </c:pt>
                <c:pt idx="2905">
                  <c:v>8.9</c:v>
                </c:pt>
                <c:pt idx="2906">
                  <c:v>8.8000000000000007</c:v>
                </c:pt>
                <c:pt idx="2907">
                  <c:v>9.1999999999999993</c:v>
                </c:pt>
                <c:pt idx="2908">
                  <c:v>9.1</c:v>
                </c:pt>
                <c:pt idx="2909">
                  <c:v>9.1</c:v>
                </c:pt>
                <c:pt idx="2910">
                  <c:v>9.1</c:v>
                </c:pt>
                <c:pt idx="2911">
                  <c:v>8.6999999999999993</c:v>
                </c:pt>
                <c:pt idx="2912">
                  <c:v>9</c:v>
                </c:pt>
                <c:pt idx="2913">
                  <c:v>9.3000000000000007</c:v>
                </c:pt>
                <c:pt idx="2914">
                  <c:v>9.1999999999999993</c:v>
                </c:pt>
                <c:pt idx="2915">
                  <c:v>9.1999999999999993</c:v>
                </c:pt>
                <c:pt idx="2916">
                  <c:v>8.9</c:v>
                </c:pt>
                <c:pt idx="2917">
                  <c:v>8.6999999999999993</c:v>
                </c:pt>
                <c:pt idx="2918">
                  <c:v>8.6999999999999993</c:v>
                </c:pt>
                <c:pt idx="2919">
                  <c:v>8.1999999999999993</c:v>
                </c:pt>
                <c:pt idx="2920">
                  <c:v>9</c:v>
                </c:pt>
                <c:pt idx="2921">
                  <c:v>8.9</c:v>
                </c:pt>
                <c:pt idx="2922">
                  <c:v>8.6</c:v>
                </c:pt>
                <c:pt idx="2923">
                  <c:v>3</c:v>
                </c:pt>
                <c:pt idx="2924">
                  <c:v>3.2</c:v>
                </c:pt>
                <c:pt idx="2925">
                  <c:v>3.1</c:v>
                </c:pt>
                <c:pt idx="2926">
                  <c:v>3.1</c:v>
                </c:pt>
                <c:pt idx="2927">
                  <c:v>3.2</c:v>
                </c:pt>
                <c:pt idx="2928">
                  <c:v>3.2</c:v>
                </c:pt>
                <c:pt idx="2929">
                  <c:v>3.1</c:v>
                </c:pt>
                <c:pt idx="2930">
                  <c:v>3.9</c:v>
                </c:pt>
                <c:pt idx="2931">
                  <c:v>4.0999999999999996</c:v>
                </c:pt>
                <c:pt idx="2932">
                  <c:v>4</c:v>
                </c:pt>
                <c:pt idx="2933">
                  <c:v>4</c:v>
                </c:pt>
                <c:pt idx="2934">
                  <c:v>4.2</c:v>
                </c:pt>
                <c:pt idx="2935">
                  <c:v>4.3</c:v>
                </c:pt>
                <c:pt idx="2936">
                  <c:v>4.4000000000000004</c:v>
                </c:pt>
                <c:pt idx="2937">
                  <c:v>4.3</c:v>
                </c:pt>
                <c:pt idx="2938">
                  <c:v>4.2</c:v>
                </c:pt>
                <c:pt idx="2939">
                  <c:v>4.4000000000000004</c:v>
                </c:pt>
                <c:pt idx="2940">
                  <c:v>4.3</c:v>
                </c:pt>
                <c:pt idx="2941">
                  <c:v>4.4000000000000004</c:v>
                </c:pt>
                <c:pt idx="2942">
                  <c:v>4.3</c:v>
                </c:pt>
                <c:pt idx="2943">
                  <c:v>4.3</c:v>
                </c:pt>
                <c:pt idx="2944">
                  <c:v>4.2</c:v>
                </c:pt>
                <c:pt idx="2945">
                  <c:v>4.2</c:v>
                </c:pt>
                <c:pt idx="2946">
                  <c:v>4.0999999999999996</c:v>
                </c:pt>
                <c:pt idx="2947">
                  <c:v>4</c:v>
                </c:pt>
                <c:pt idx="2948">
                  <c:v>4.2</c:v>
                </c:pt>
                <c:pt idx="2949">
                  <c:v>4.3</c:v>
                </c:pt>
                <c:pt idx="2950">
                  <c:v>4.2</c:v>
                </c:pt>
                <c:pt idx="2951">
                  <c:v>4.0999999999999996</c:v>
                </c:pt>
                <c:pt idx="2952">
                  <c:v>4.2</c:v>
                </c:pt>
                <c:pt idx="2953">
                  <c:v>3.9</c:v>
                </c:pt>
                <c:pt idx="2954">
                  <c:v>4</c:v>
                </c:pt>
                <c:pt idx="2955">
                  <c:v>4.0999999999999996</c:v>
                </c:pt>
                <c:pt idx="2956">
                  <c:v>4.2</c:v>
                </c:pt>
                <c:pt idx="2957">
                  <c:v>4.3</c:v>
                </c:pt>
                <c:pt idx="2958">
                  <c:v>4.2</c:v>
                </c:pt>
                <c:pt idx="2959">
                  <c:v>4.2</c:v>
                </c:pt>
                <c:pt idx="2960">
                  <c:v>4.2</c:v>
                </c:pt>
                <c:pt idx="2961">
                  <c:v>4.0999999999999996</c:v>
                </c:pt>
                <c:pt idx="2962">
                  <c:v>4.0999999999999996</c:v>
                </c:pt>
                <c:pt idx="2963">
                  <c:v>4.0999999999999996</c:v>
                </c:pt>
                <c:pt idx="2964">
                  <c:v>4.2</c:v>
                </c:pt>
                <c:pt idx="2965">
                  <c:v>4.3</c:v>
                </c:pt>
                <c:pt idx="2966">
                  <c:v>4.0999999999999996</c:v>
                </c:pt>
                <c:pt idx="2967">
                  <c:v>4.3</c:v>
                </c:pt>
                <c:pt idx="2968">
                  <c:v>4.2</c:v>
                </c:pt>
                <c:pt idx="2969">
                  <c:v>4.2</c:v>
                </c:pt>
                <c:pt idx="2970">
                  <c:v>4.0999999999999996</c:v>
                </c:pt>
                <c:pt idx="2971">
                  <c:v>4.0999999999999996</c:v>
                </c:pt>
                <c:pt idx="2972">
                  <c:v>4.3</c:v>
                </c:pt>
                <c:pt idx="2973">
                  <c:v>4.5</c:v>
                </c:pt>
                <c:pt idx="2974">
                  <c:v>4.4000000000000004</c:v>
                </c:pt>
                <c:pt idx="2975">
                  <c:v>4.4000000000000004</c:v>
                </c:pt>
                <c:pt idx="2976">
                  <c:v>4.7</c:v>
                </c:pt>
                <c:pt idx="2977">
                  <c:v>4.5999999999999996</c:v>
                </c:pt>
                <c:pt idx="2978">
                  <c:v>4.5</c:v>
                </c:pt>
                <c:pt idx="2979">
                  <c:v>4.4000000000000004</c:v>
                </c:pt>
                <c:pt idx="2980">
                  <c:v>4.3</c:v>
                </c:pt>
                <c:pt idx="2981">
                  <c:v>4.3</c:v>
                </c:pt>
                <c:pt idx="2982">
                  <c:v>4.0999999999999996</c:v>
                </c:pt>
                <c:pt idx="2983">
                  <c:v>4.3</c:v>
                </c:pt>
                <c:pt idx="2984">
                  <c:v>4.3</c:v>
                </c:pt>
                <c:pt idx="2985">
                  <c:v>4.3</c:v>
                </c:pt>
                <c:pt idx="2986">
                  <c:v>4.5</c:v>
                </c:pt>
                <c:pt idx="2987">
                  <c:v>4.4000000000000004</c:v>
                </c:pt>
                <c:pt idx="2988">
                  <c:v>4.2</c:v>
                </c:pt>
                <c:pt idx="2989">
                  <c:v>4.4000000000000004</c:v>
                </c:pt>
                <c:pt idx="2990">
                  <c:v>4.4000000000000004</c:v>
                </c:pt>
                <c:pt idx="2991">
                  <c:v>4.0999999999999996</c:v>
                </c:pt>
                <c:pt idx="2992">
                  <c:v>4.3</c:v>
                </c:pt>
                <c:pt idx="2993">
                  <c:v>4.4000000000000004</c:v>
                </c:pt>
                <c:pt idx="2994">
                  <c:v>4.4000000000000004</c:v>
                </c:pt>
                <c:pt idx="2995">
                  <c:v>4.2</c:v>
                </c:pt>
                <c:pt idx="2996">
                  <c:v>4.3</c:v>
                </c:pt>
                <c:pt idx="2997">
                  <c:v>4.2</c:v>
                </c:pt>
                <c:pt idx="2998">
                  <c:v>4.2</c:v>
                </c:pt>
                <c:pt idx="2999">
                  <c:v>4.4000000000000004</c:v>
                </c:pt>
                <c:pt idx="3000">
                  <c:v>4.5999999999999996</c:v>
                </c:pt>
                <c:pt idx="3001">
                  <c:v>4.5999999999999996</c:v>
                </c:pt>
                <c:pt idx="3002">
                  <c:v>4.4000000000000004</c:v>
                </c:pt>
                <c:pt idx="3003">
                  <c:v>4.4000000000000004</c:v>
                </c:pt>
                <c:pt idx="3004">
                  <c:v>4.8</c:v>
                </c:pt>
                <c:pt idx="3005">
                  <c:v>4.5</c:v>
                </c:pt>
                <c:pt idx="3006">
                  <c:v>4.4000000000000004</c:v>
                </c:pt>
                <c:pt idx="3007">
                  <c:v>4.3</c:v>
                </c:pt>
                <c:pt idx="3008">
                  <c:v>4.4000000000000004</c:v>
                </c:pt>
                <c:pt idx="3009">
                  <c:v>5.0999999999999996</c:v>
                </c:pt>
                <c:pt idx="3010">
                  <c:v>5.0999999999999996</c:v>
                </c:pt>
                <c:pt idx="3011">
                  <c:v>5.3</c:v>
                </c:pt>
                <c:pt idx="3012">
                  <c:v>5</c:v>
                </c:pt>
                <c:pt idx="3013">
                  <c:v>5.2</c:v>
                </c:pt>
                <c:pt idx="3014">
                  <c:v>5.0999999999999996</c:v>
                </c:pt>
                <c:pt idx="3015">
                  <c:v>1.4</c:v>
                </c:pt>
                <c:pt idx="3016">
                  <c:v>4.8</c:v>
                </c:pt>
                <c:pt idx="3017">
                  <c:v>5.2</c:v>
                </c:pt>
                <c:pt idx="3018">
                  <c:v>4.5</c:v>
                </c:pt>
                <c:pt idx="3019">
                  <c:v>5.4</c:v>
                </c:pt>
                <c:pt idx="3020">
                  <c:v>5.9</c:v>
                </c:pt>
                <c:pt idx="3021">
                  <c:v>5.9</c:v>
                </c:pt>
                <c:pt idx="3022">
                  <c:v>5.9</c:v>
                </c:pt>
                <c:pt idx="3023">
                  <c:v>5.8</c:v>
                </c:pt>
                <c:pt idx="3024">
                  <c:v>5.9</c:v>
                </c:pt>
                <c:pt idx="3025">
                  <c:v>5.6</c:v>
                </c:pt>
                <c:pt idx="3026">
                  <c:v>5.5</c:v>
                </c:pt>
                <c:pt idx="3027">
                  <c:v>5.2</c:v>
                </c:pt>
                <c:pt idx="3028">
                  <c:v>5.9</c:v>
                </c:pt>
                <c:pt idx="3029">
                  <c:v>6.1</c:v>
                </c:pt>
                <c:pt idx="3030">
                  <c:v>0.8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0.1</c:v>
                </c:pt>
                <c:pt idx="3037">
                  <c:v>0</c:v>
                </c:pt>
                <c:pt idx="3038">
                  <c:v>0.1</c:v>
                </c:pt>
                <c:pt idx="3039">
                  <c:v>0</c:v>
                </c:pt>
                <c:pt idx="3040">
                  <c:v>1.1000000000000001</c:v>
                </c:pt>
                <c:pt idx="3041">
                  <c:v>5.7</c:v>
                </c:pt>
                <c:pt idx="3042">
                  <c:v>5.7</c:v>
                </c:pt>
                <c:pt idx="3043">
                  <c:v>5.4</c:v>
                </c:pt>
                <c:pt idx="3044">
                  <c:v>5.4</c:v>
                </c:pt>
                <c:pt idx="3045">
                  <c:v>5.2</c:v>
                </c:pt>
                <c:pt idx="3046">
                  <c:v>5.3</c:v>
                </c:pt>
                <c:pt idx="3047">
                  <c:v>5.3</c:v>
                </c:pt>
                <c:pt idx="3048">
                  <c:v>5.2</c:v>
                </c:pt>
                <c:pt idx="3049">
                  <c:v>5.3</c:v>
                </c:pt>
                <c:pt idx="3050">
                  <c:v>5.6</c:v>
                </c:pt>
                <c:pt idx="3051">
                  <c:v>4.5999999999999996</c:v>
                </c:pt>
                <c:pt idx="3052">
                  <c:v>5.2</c:v>
                </c:pt>
                <c:pt idx="3053">
                  <c:v>5.2</c:v>
                </c:pt>
                <c:pt idx="3054">
                  <c:v>5.2</c:v>
                </c:pt>
                <c:pt idx="3055">
                  <c:v>5.3</c:v>
                </c:pt>
                <c:pt idx="3056">
                  <c:v>5.2</c:v>
                </c:pt>
                <c:pt idx="3057">
                  <c:v>4.8</c:v>
                </c:pt>
                <c:pt idx="3058">
                  <c:v>4.5999999999999996</c:v>
                </c:pt>
                <c:pt idx="3059">
                  <c:v>5.3</c:v>
                </c:pt>
                <c:pt idx="3060">
                  <c:v>0.8</c:v>
                </c:pt>
                <c:pt idx="3061">
                  <c:v>0</c:v>
                </c:pt>
                <c:pt idx="3062">
                  <c:v>0.1</c:v>
                </c:pt>
                <c:pt idx="3063">
                  <c:v>0</c:v>
                </c:pt>
                <c:pt idx="3064">
                  <c:v>0</c:v>
                </c:pt>
                <c:pt idx="3065">
                  <c:v>0.2</c:v>
                </c:pt>
                <c:pt idx="3066">
                  <c:v>0</c:v>
                </c:pt>
                <c:pt idx="3067">
                  <c:v>0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0</c:v>
                </c:pt>
                <c:pt idx="3072">
                  <c:v>0</c:v>
                </c:pt>
                <c:pt idx="3073">
                  <c:v>0</c:v>
                </c:pt>
                <c:pt idx="3074">
                  <c:v>0</c:v>
                </c:pt>
                <c:pt idx="3075">
                  <c:v>0.2</c:v>
                </c:pt>
                <c:pt idx="3076">
                  <c:v>0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0</c:v>
                </c:pt>
                <c:pt idx="3081">
                  <c:v>0</c:v>
                </c:pt>
                <c:pt idx="3082">
                  <c:v>0</c:v>
                </c:pt>
                <c:pt idx="3083">
                  <c:v>0.1</c:v>
                </c:pt>
                <c:pt idx="3084">
                  <c:v>0</c:v>
                </c:pt>
                <c:pt idx="3085">
                  <c:v>0</c:v>
                </c:pt>
                <c:pt idx="3086">
                  <c:v>0</c:v>
                </c:pt>
                <c:pt idx="3087">
                  <c:v>0.6</c:v>
                </c:pt>
                <c:pt idx="3088">
                  <c:v>4.8</c:v>
                </c:pt>
                <c:pt idx="3089">
                  <c:v>4.7</c:v>
                </c:pt>
                <c:pt idx="3090">
                  <c:v>4.7</c:v>
                </c:pt>
                <c:pt idx="3091">
                  <c:v>4.5999999999999996</c:v>
                </c:pt>
                <c:pt idx="3092">
                  <c:v>4.4000000000000004</c:v>
                </c:pt>
                <c:pt idx="3093">
                  <c:v>4.5999999999999996</c:v>
                </c:pt>
                <c:pt idx="3094">
                  <c:v>0.3</c:v>
                </c:pt>
                <c:pt idx="3095">
                  <c:v>0</c:v>
                </c:pt>
                <c:pt idx="3096">
                  <c:v>0.1</c:v>
                </c:pt>
                <c:pt idx="3097">
                  <c:v>0</c:v>
                </c:pt>
                <c:pt idx="3098">
                  <c:v>0</c:v>
                </c:pt>
                <c:pt idx="3099">
                  <c:v>0</c:v>
                </c:pt>
                <c:pt idx="3100">
                  <c:v>0</c:v>
                </c:pt>
                <c:pt idx="3101">
                  <c:v>0</c:v>
                </c:pt>
                <c:pt idx="3102">
                  <c:v>0</c:v>
                </c:pt>
                <c:pt idx="3103">
                  <c:v>0</c:v>
                </c:pt>
                <c:pt idx="3104">
                  <c:v>0</c:v>
                </c:pt>
                <c:pt idx="3105">
                  <c:v>0</c:v>
                </c:pt>
                <c:pt idx="3106">
                  <c:v>0</c:v>
                </c:pt>
                <c:pt idx="3107">
                  <c:v>0</c:v>
                </c:pt>
                <c:pt idx="3108">
                  <c:v>0</c:v>
                </c:pt>
                <c:pt idx="3109">
                  <c:v>2.2999999999999998</c:v>
                </c:pt>
                <c:pt idx="3110">
                  <c:v>5.3</c:v>
                </c:pt>
                <c:pt idx="3111">
                  <c:v>4.9000000000000004</c:v>
                </c:pt>
                <c:pt idx="3112">
                  <c:v>5.4</c:v>
                </c:pt>
                <c:pt idx="3113">
                  <c:v>5.7</c:v>
                </c:pt>
                <c:pt idx="3114">
                  <c:v>5.4</c:v>
                </c:pt>
                <c:pt idx="3115">
                  <c:v>5</c:v>
                </c:pt>
                <c:pt idx="3116">
                  <c:v>5</c:v>
                </c:pt>
                <c:pt idx="3117">
                  <c:v>4.7</c:v>
                </c:pt>
                <c:pt idx="3118">
                  <c:v>4.8</c:v>
                </c:pt>
                <c:pt idx="3119">
                  <c:v>4.5999999999999996</c:v>
                </c:pt>
                <c:pt idx="3120">
                  <c:v>1.8</c:v>
                </c:pt>
                <c:pt idx="3121">
                  <c:v>0</c:v>
                </c:pt>
                <c:pt idx="3122">
                  <c:v>0</c:v>
                </c:pt>
                <c:pt idx="3123">
                  <c:v>0</c:v>
                </c:pt>
                <c:pt idx="3124">
                  <c:v>0</c:v>
                </c:pt>
                <c:pt idx="3125">
                  <c:v>0</c:v>
                </c:pt>
                <c:pt idx="3126">
                  <c:v>0</c:v>
                </c:pt>
                <c:pt idx="3127">
                  <c:v>0</c:v>
                </c:pt>
                <c:pt idx="3128">
                  <c:v>0</c:v>
                </c:pt>
                <c:pt idx="3129">
                  <c:v>0</c:v>
                </c:pt>
                <c:pt idx="3130">
                  <c:v>0</c:v>
                </c:pt>
                <c:pt idx="3131">
                  <c:v>0</c:v>
                </c:pt>
                <c:pt idx="3132">
                  <c:v>0</c:v>
                </c:pt>
                <c:pt idx="3133">
                  <c:v>0</c:v>
                </c:pt>
                <c:pt idx="3134">
                  <c:v>0</c:v>
                </c:pt>
                <c:pt idx="3135">
                  <c:v>0.1</c:v>
                </c:pt>
                <c:pt idx="3136">
                  <c:v>0</c:v>
                </c:pt>
                <c:pt idx="3137">
                  <c:v>0</c:v>
                </c:pt>
                <c:pt idx="3138">
                  <c:v>0</c:v>
                </c:pt>
                <c:pt idx="3139">
                  <c:v>0</c:v>
                </c:pt>
                <c:pt idx="3140">
                  <c:v>0</c:v>
                </c:pt>
                <c:pt idx="3141">
                  <c:v>0</c:v>
                </c:pt>
                <c:pt idx="3142">
                  <c:v>0</c:v>
                </c:pt>
                <c:pt idx="3143">
                  <c:v>0</c:v>
                </c:pt>
                <c:pt idx="3144">
                  <c:v>0</c:v>
                </c:pt>
                <c:pt idx="3145">
                  <c:v>0</c:v>
                </c:pt>
                <c:pt idx="3146">
                  <c:v>0</c:v>
                </c:pt>
                <c:pt idx="3147">
                  <c:v>0</c:v>
                </c:pt>
                <c:pt idx="3148">
                  <c:v>0</c:v>
                </c:pt>
                <c:pt idx="3149">
                  <c:v>0</c:v>
                </c:pt>
                <c:pt idx="3150">
                  <c:v>0</c:v>
                </c:pt>
                <c:pt idx="3151">
                  <c:v>0</c:v>
                </c:pt>
                <c:pt idx="3152">
                  <c:v>0</c:v>
                </c:pt>
                <c:pt idx="3153">
                  <c:v>0</c:v>
                </c:pt>
                <c:pt idx="3154">
                  <c:v>0</c:v>
                </c:pt>
                <c:pt idx="3155">
                  <c:v>2.4</c:v>
                </c:pt>
                <c:pt idx="3156">
                  <c:v>4.5999999999999996</c:v>
                </c:pt>
                <c:pt idx="3157">
                  <c:v>4.8</c:v>
                </c:pt>
                <c:pt idx="3158">
                  <c:v>4.5999999999999996</c:v>
                </c:pt>
                <c:pt idx="3159">
                  <c:v>4.5999999999999996</c:v>
                </c:pt>
                <c:pt idx="3160">
                  <c:v>4.5999999999999996</c:v>
                </c:pt>
                <c:pt idx="3161">
                  <c:v>4.5</c:v>
                </c:pt>
                <c:pt idx="3162">
                  <c:v>4.2</c:v>
                </c:pt>
                <c:pt idx="3163">
                  <c:v>4.2</c:v>
                </c:pt>
                <c:pt idx="3164">
                  <c:v>4.3</c:v>
                </c:pt>
                <c:pt idx="3165">
                  <c:v>4.3</c:v>
                </c:pt>
                <c:pt idx="3166">
                  <c:v>4.2</c:v>
                </c:pt>
                <c:pt idx="3167">
                  <c:v>4.2</c:v>
                </c:pt>
                <c:pt idx="3168">
                  <c:v>4.0999999999999996</c:v>
                </c:pt>
                <c:pt idx="3169">
                  <c:v>4.3</c:v>
                </c:pt>
                <c:pt idx="3170">
                  <c:v>4.2</c:v>
                </c:pt>
                <c:pt idx="3171">
                  <c:v>4.4000000000000004</c:v>
                </c:pt>
                <c:pt idx="3172">
                  <c:v>4.3</c:v>
                </c:pt>
                <c:pt idx="3173">
                  <c:v>4.0999999999999996</c:v>
                </c:pt>
                <c:pt idx="3174">
                  <c:v>4.3</c:v>
                </c:pt>
                <c:pt idx="3175">
                  <c:v>4.4000000000000004</c:v>
                </c:pt>
                <c:pt idx="3176">
                  <c:v>4.2</c:v>
                </c:pt>
                <c:pt idx="3177">
                  <c:v>4.2</c:v>
                </c:pt>
                <c:pt idx="3178">
                  <c:v>4.4000000000000004</c:v>
                </c:pt>
                <c:pt idx="3179">
                  <c:v>4.4000000000000004</c:v>
                </c:pt>
                <c:pt idx="3180">
                  <c:v>4.3</c:v>
                </c:pt>
                <c:pt idx="3181">
                  <c:v>4.3</c:v>
                </c:pt>
                <c:pt idx="3182">
                  <c:v>4.2</c:v>
                </c:pt>
                <c:pt idx="3183">
                  <c:v>4.2</c:v>
                </c:pt>
                <c:pt idx="3184">
                  <c:v>4.0999999999999996</c:v>
                </c:pt>
                <c:pt idx="3185">
                  <c:v>4.0999999999999996</c:v>
                </c:pt>
                <c:pt idx="3186">
                  <c:v>4.4000000000000004</c:v>
                </c:pt>
                <c:pt idx="3187">
                  <c:v>4.0999999999999996</c:v>
                </c:pt>
                <c:pt idx="3188">
                  <c:v>3.5</c:v>
                </c:pt>
                <c:pt idx="3189">
                  <c:v>3.8</c:v>
                </c:pt>
                <c:pt idx="3190">
                  <c:v>4.0999999999999996</c:v>
                </c:pt>
                <c:pt idx="3191">
                  <c:v>4.0999999999999996</c:v>
                </c:pt>
                <c:pt idx="3192">
                  <c:v>4.5</c:v>
                </c:pt>
                <c:pt idx="3193">
                  <c:v>4.4000000000000004</c:v>
                </c:pt>
                <c:pt idx="3194">
                  <c:v>4.9000000000000004</c:v>
                </c:pt>
                <c:pt idx="3195">
                  <c:v>4.5</c:v>
                </c:pt>
                <c:pt idx="3196">
                  <c:v>4.7</c:v>
                </c:pt>
                <c:pt idx="3197">
                  <c:v>4.8</c:v>
                </c:pt>
                <c:pt idx="3198">
                  <c:v>4.8</c:v>
                </c:pt>
                <c:pt idx="3199">
                  <c:v>4.4000000000000004</c:v>
                </c:pt>
                <c:pt idx="3200">
                  <c:v>4.4000000000000004</c:v>
                </c:pt>
                <c:pt idx="3201">
                  <c:v>4.7</c:v>
                </c:pt>
                <c:pt idx="3202">
                  <c:v>4.7</c:v>
                </c:pt>
                <c:pt idx="3203">
                  <c:v>4.8</c:v>
                </c:pt>
                <c:pt idx="3204">
                  <c:v>5</c:v>
                </c:pt>
                <c:pt idx="3205">
                  <c:v>4.8</c:v>
                </c:pt>
                <c:pt idx="3206">
                  <c:v>4.5999999999999996</c:v>
                </c:pt>
                <c:pt idx="3207">
                  <c:v>4.7</c:v>
                </c:pt>
                <c:pt idx="3208">
                  <c:v>4.5999999999999996</c:v>
                </c:pt>
                <c:pt idx="3209">
                  <c:v>4.7</c:v>
                </c:pt>
                <c:pt idx="3210">
                  <c:v>4.5</c:v>
                </c:pt>
                <c:pt idx="3211">
                  <c:v>4.5999999999999996</c:v>
                </c:pt>
                <c:pt idx="3212">
                  <c:v>4.5999999999999996</c:v>
                </c:pt>
                <c:pt idx="3213">
                  <c:v>4.8</c:v>
                </c:pt>
                <c:pt idx="3214">
                  <c:v>4.9000000000000004</c:v>
                </c:pt>
                <c:pt idx="3215">
                  <c:v>5.0999999999999996</c:v>
                </c:pt>
                <c:pt idx="3216">
                  <c:v>5.2</c:v>
                </c:pt>
                <c:pt idx="3217">
                  <c:v>4.9000000000000004</c:v>
                </c:pt>
                <c:pt idx="3218">
                  <c:v>5.0999999999999996</c:v>
                </c:pt>
                <c:pt idx="3219">
                  <c:v>5.0999999999999996</c:v>
                </c:pt>
                <c:pt idx="3220">
                  <c:v>4.9000000000000004</c:v>
                </c:pt>
                <c:pt idx="3221">
                  <c:v>4.9000000000000004</c:v>
                </c:pt>
                <c:pt idx="3222">
                  <c:v>5.2</c:v>
                </c:pt>
                <c:pt idx="3223">
                  <c:v>4.9000000000000004</c:v>
                </c:pt>
                <c:pt idx="3224">
                  <c:v>5.0999999999999996</c:v>
                </c:pt>
                <c:pt idx="3225">
                  <c:v>5.2</c:v>
                </c:pt>
                <c:pt idx="3226">
                  <c:v>5.3</c:v>
                </c:pt>
                <c:pt idx="3227">
                  <c:v>5.3</c:v>
                </c:pt>
                <c:pt idx="3228">
                  <c:v>5.2</c:v>
                </c:pt>
                <c:pt idx="3229">
                  <c:v>5.0999999999999996</c:v>
                </c:pt>
                <c:pt idx="3230">
                  <c:v>4.8</c:v>
                </c:pt>
                <c:pt idx="3231">
                  <c:v>4.7</c:v>
                </c:pt>
                <c:pt idx="3232">
                  <c:v>4.7</c:v>
                </c:pt>
                <c:pt idx="3233">
                  <c:v>4.8</c:v>
                </c:pt>
                <c:pt idx="3234">
                  <c:v>4.9000000000000004</c:v>
                </c:pt>
                <c:pt idx="3235">
                  <c:v>5.0999999999999996</c:v>
                </c:pt>
                <c:pt idx="3236">
                  <c:v>5.0999999999999996</c:v>
                </c:pt>
                <c:pt idx="3237">
                  <c:v>5.0999999999999996</c:v>
                </c:pt>
                <c:pt idx="3238">
                  <c:v>5.2</c:v>
                </c:pt>
                <c:pt idx="3239">
                  <c:v>5.0999999999999996</c:v>
                </c:pt>
                <c:pt idx="3240">
                  <c:v>5.0999999999999996</c:v>
                </c:pt>
                <c:pt idx="3241">
                  <c:v>5.0999999999999996</c:v>
                </c:pt>
                <c:pt idx="3242">
                  <c:v>5.0999999999999996</c:v>
                </c:pt>
                <c:pt idx="3243">
                  <c:v>5.3</c:v>
                </c:pt>
                <c:pt idx="3244">
                  <c:v>5.2</c:v>
                </c:pt>
                <c:pt idx="3245">
                  <c:v>5.0999999999999996</c:v>
                </c:pt>
                <c:pt idx="3246">
                  <c:v>5</c:v>
                </c:pt>
                <c:pt idx="3247">
                  <c:v>5.0999999999999996</c:v>
                </c:pt>
                <c:pt idx="3248">
                  <c:v>5.3</c:v>
                </c:pt>
                <c:pt idx="3249">
                  <c:v>5.2</c:v>
                </c:pt>
                <c:pt idx="3250">
                  <c:v>5.2</c:v>
                </c:pt>
                <c:pt idx="3251">
                  <c:v>5.2</c:v>
                </c:pt>
                <c:pt idx="3252">
                  <c:v>5.0999999999999996</c:v>
                </c:pt>
                <c:pt idx="3253">
                  <c:v>5.2</c:v>
                </c:pt>
                <c:pt idx="3254">
                  <c:v>5.0999999999999996</c:v>
                </c:pt>
                <c:pt idx="3255">
                  <c:v>5</c:v>
                </c:pt>
                <c:pt idx="3256">
                  <c:v>5.5</c:v>
                </c:pt>
                <c:pt idx="3257">
                  <c:v>5.4</c:v>
                </c:pt>
                <c:pt idx="3258">
                  <c:v>5.4</c:v>
                </c:pt>
                <c:pt idx="3259">
                  <c:v>5.3</c:v>
                </c:pt>
                <c:pt idx="3260">
                  <c:v>5.2</c:v>
                </c:pt>
                <c:pt idx="3261">
                  <c:v>5.0999999999999996</c:v>
                </c:pt>
                <c:pt idx="3262">
                  <c:v>5.2</c:v>
                </c:pt>
                <c:pt idx="3263">
                  <c:v>5</c:v>
                </c:pt>
                <c:pt idx="3264">
                  <c:v>5</c:v>
                </c:pt>
                <c:pt idx="3265">
                  <c:v>5</c:v>
                </c:pt>
                <c:pt idx="3266">
                  <c:v>5.2</c:v>
                </c:pt>
                <c:pt idx="3267">
                  <c:v>5.2</c:v>
                </c:pt>
                <c:pt idx="3268">
                  <c:v>5.0999999999999996</c:v>
                </c:pt>
                <c:pt idx="3269">
                  <c:v>5</c:v>
                </c:pt>
                <c:pt idx="3270">
                  <c:v>5.0999999999999996</c:v>
                </c:pt>
                <c:pt idx="3271">
                  <c:v>5</c:v>
                </c:pt>
                <c:pt idx="3272">
                  <c:v>5</c:v>
                </c:pt>
                <c:pt idx="3273">
                  <c:v>5</c:v>
                </c:pt>
                <c:pt idx="3274">
                  <c:v>5</c:v>
                </c:pt>
                <c:pt idx="3275">
                  <c:v>5</c:v>
                </c:pt>
                <c:pt idx="3276">
                  <c:v>5.0999999999999996</c:v>
                </c:pt>
                <c:pt idx="3277">
                  <c:v>5.0999999999999996</c:v>
                </c:pt>
                <c:pt idx="3278">
                  <c:v>5</c:v>
                </c:pt>
                <c:pt idx="3279">
                  <c:v>5</c:v>
                </c:pt>
                <c:pt idx="3280">
                  <c:v>5</c:v>
                </c:pt>
                <c:pt idx="3281">
                  <c:v>5</c:v>
                </c:pt>
                <c:pt idx="3282">
                  <c:v>4.9000000000000004</c:v>
                </c:pt>
                <c:pt idx="3283">
                  <c:v>5.2</c:v>
                </c:pt>
                <c:pt idx="3284">
                  <c:v>5.2</c:v>
                </c:pt>
                <c:pt idx="3285">
                  <c:v>5.5</c:v>
                </c:pt>
                <c:pt idx="3286">
                  <c:v>5.6</c:v>
                </c:pt>
                <c:pt idx="3287">
                  <c:v>6</c:v>
                </c:pt>
                <c:pt idx="3288">
                  <c:v>6.3</c:v>
                </c:pt>
                <c:pt idx="3289">
                  <c:v>6.3</c:v>
                </c:pt>
                <c:pt idx="3290">
                  <c:v>6.5</c:v>
                </c:pt>
                <c:pt idx="3291">
                  <c:v>6.7</c:v>
                </c:pt>
                <c:pt idx="3292">
                  <c:v>6.7</c:v>
                </c:pt>
                <c:pt idx="3293">
                  <c:v>6.6</c:v>
                </c:pt>
                <c:pt idx="3294">
                  <c:v>6.6</c:v>
                </c:pt>
                <c:pt idx="3295">
                  <c:v>6.7</c:v>
                </c:pt>
                <c:pt idx="3296">
                  <c:v>6.7</c:v>
                </c:pt>
                <c:pt idx="3297">
                  <c:v>6.5</c:v>
                </c:pt>
                <c:pt idx="3298">
                  <c:v>6.5</c:v>
                </c:pt>
                <c:pt idx="3299">
                  <c:v>6.4</c:v>
                </c:pt>
                <c:pt idx="3300">
                  <c:v>6.3</c:v>
                </c:pt>
                <c:pt idx="3301">
                  <c:v>6.2</c:v>
                </c:pt>
                <c:pt idx="3302">
                  <c:v>6.4</c:v>
                </c:pt>
                <c:pt idx="3303">
                  <c:v>6.2</c:v>
                </c:pt>
                <c:pt idx="3304">
                  <c:v>6.4</c:v>
                </c:pt>
                <c:pt idx="3305">
                  <c:v>6.4</c:v>
                </c:pt>
                <c:pt idx="3306">
                  <c:v>6.4</c:v>
                </c:pt>
                <c:pt idx="3307">
                  <c:v>6.3</c:v>
                </c:pt>
                <c:pt idx="3308">
                  <c:v>6.4</c:v>
                </c:pt>
                <c:pt idx="3309">
                  <c:v>6.6</c:v>
                </c:pt>
                <c:pt idx="3310">
                  <c:v>6.4</c:v>
                </c:pt>
                <c:pt idx="3311">
                  <c:v>6.4</c:v>
                </c:pt>
                <c:pt idx="3312">
                  <c:v>6.1</c:v>
                </c:pt>
                <c:pt idx="3313">
                  <c:v>6.4</c:v>
                </c:pt>
                <c:pt idx="3314">
                  <c:v>6.5</c:v>
                </c:pt>
                <c:pt idx="3315">
                  <c:v>6.3</c:v>
                </c:pt>
                <c:pt idx="3316">
                  <c:v>6</c:v>
                </c:pt>
                <c:pt idx="3317">
                  <c:v>6</c:v>
                </c:pt>
                <c:pt idx="3318">
                  <c:v>6.2</c:v>
                </c:pt>
                <c:pt idx="3319">
                  <c:v>6</c:v>
                </c:pt>
                <c:pt idx="3320">
                  <c:v>5.9</c:v>
                </c:pt>
                <c:pt idx="3321">
                  <c:v>6.1</c:v>
                </c:pt>
                <c:pt idx="3322">
                  <c:v>2</c:v>
                </c:pt>
                <c:pt idx="3323">
                  <c:v>0</c:v>
                </c:pt>
                <c:pt idx="3324">
                  <c:v>0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0.1</c:v>
                </c:pt>
                <c:pt idx="3330">
                  <c:v>0</c:v>
                </c:pt>
                <c:pt idx="3331">
                  <c:v>0</c:v>
                </c:pt>
                <c:pt idx="3332">
                  <c:v>0</c:v>
                </c:pt>
                <c:pt idx="3333">
                  <c:v>0</c:v>
                </c:pt>
                <c:pt idx="3334">
                  <c:v>0</c:v>
                </c:pt>
                <c:pt idx="3335">
                  <c:v>0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0</c:v>
                </c:pt>
                <c:pt idx="3343">
                  <c:v>0</c:v>
                </c:pt>
                <c:pt idx="3344">
                  <c:v>0</c:v>
                </c:pt>
                <c:pt idx="3345">
                  <c:v>6.1</c:v>
                </c:pt>
                <c:pt idx="3346">
                  <c:v>6.5</c:v>
                </c:pt>
                <c:pt idx="3347">
                  <c:v>6.2</c:v>
                </c:pt>
                <c:pt idx="3348">
                  <c:v>6.5</c:v>
                </c:pt>
                <c:pt idx="3349">
                  <c:v>6.8</c:v>
                </c:pt>
                <c:pt idx="3350">
                  <c:v>7.1</c:v>
                </c:pt>
                <c:pt idx="3351">
                  <c:v>7.1</c:v>
                </c:pt>
                <c:pt idx="3352">
                  <c:v>7.2</c:v>
                </c:pt>
                <c:pt idx="3353">
                  <c:v>7.2</c:v>
                </c:pt>
                <c:pt idx="3354">
                  <c:v>7.1</c:v>
                </c:pt>
                <c:pt idx="3355">
                  <c:v>7</c:v>
                </c:pt>
                <c:pt idx="3356">
                  <c:v>6.8</c:v>
                </c:pt>
                <c:pt idx="3357">
                  <c:v>7.2</c:v>
                </c:pt>
                <c:pt idx="3358">
                  <c:v>6.8</c:v>
                </c:pt>
                <c:pt idx="3359">
                  <c:v>7.2</c:v>
                </c:pt>
                <c:pt idx="3360">
                  <c:v>6.9</c:v>
                </c:pt>
                <c:pt idx="3361">
                  <c:v>7.2</c:v>
                </c:pt>
                <c:pt idx="3362">
                  <c:v>7</c:v>
                </c:pt>
                <c:pt idx="3363">
                  <c:v>7.2</c:v>
                </c:pt>
                <c:pt idx="3364">
                  <c:v>7.2</c:v>
                </c:pt>
                <c:pt idx="3365">
                  <c:v>1.9</c:v>
                </c:pt>
                <c:pt idx="3366">
                  <c:v>0</c:v>
                </c:pt>
                <c:pt idx="3367">
                  <c:v>0</c:v>
                </c:pt>
                <c:pt idx="3368">
                  <c:v>0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0</c:v>
                </c:pt>
                <c:pt idx="3373">
                  <c:v>0.1</c:v>
                </c:pt>
                <c:pt idx="3374">
                  <c:v>0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0</c:v>
                </c:pt>
                <c:pt idx="3382">
                  <c:v>0</c:v>
                </c:pt>
                <c:pt idx="3383">
                  <c:v>0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0</c:v>
                </c:pt>
                <c:pt idx="3389">
                  <c:v>0</c:v>
                </c:pt>
                <c:pt idx="3390">
                  <c:v>0</c:v>
                </c:pt>
                <c:pt idx="3391">
                  <c:v>0</c:v>
                </c:pt>
                <c:pt idx="3392">
                  <c:v>0</c:v>
                </c:pt>
                <c:pt idx="3393">
                  <c:v>0</c:v>
                </c:pt>
                <c:pt idx="3394">
                  <c:v>0</c:v>
                </c:pt>
                <c:pt idx="3395">
                  <c:v>4.5</c:v>
                </c:pt>
                <c:pt idx="3396">
                  <c:v>6.8</c:v>
                </c:pt>
                <c:pt idx="3397">
                  <c:v>6.8</c:v>
                </c:pt>
                <c:pt idx="3398">
                  <c:v>6.6</c:v>
                </c:pt>
                <c:pt idx="3399">
                  <c:v>6.4</c:v>
                </c:pt>
                <c:pt idx="3400">
                  <c:v>6.3</c:v>
                </c:pt>
                <c:pt idx="3401">
                  <c:v>6.2</c:v>
                </c:pt>
                <c:pt idx="3402">
                  <c:v>6.3</c:v>
                </c:pt>
                <c:pt idx="3403">
                  <c:v>6.6</c:v>
                </c:pt>
                <c:pt idx="3404">
                  <c:v>6.4</c:v>
                </c:pt>
                <c:pt idx="3405">
                  <c:v>6.4</c:v>
                </c:pt>
                <c:pt idx="3406">
                  <c:v>6.3</c:v>
                </c:pt>
                <c:pt idx="3407">
                  <c:v>6.6</c:v>
                </c:pt>
                <c:pt idx="3408">
                  <c:v>6.2</c:v>
                </c:pt>
                <c:pt idx="3409">
                  <c:v>7</c:v>
                </c:pt>
                <c:pt idx="3410">
                  <c:v>7.1</c:v>
                </c:pt>
                <c:pt idx="3411">
                  <c:v>7.1</c:v>
                </c:pt>
                <c:pt idx="3412">
                  <c:v>7.2</c:v>
                </c:pt>
                <c:pt idx="3413">
                  <c:v>7.3</c:v>
                </c:pt>
                <c:pt idx="3414">
                  <c:v>7.2</c:v>
                </c:pt>
                <c:pt idx="3415">
                  <c:v>6.6</c:v>
                </c:pt>
                <c:pt idx="3416">
                  <c:v>7.1</c:v>
                </c:pt>
                <c:pt idx="3417">
                  <c:v>6.6</c:v>
                </c:pt>
                <c:pt idx="3418">
                  <c:v>6.9</c:v>
                </c:pt>
                <c:pt idx="3419">
                  <c:v>6.8</c:v>
                </c:pt>
                <c:pt idx="3420">
                  <c:v>7</c:v>
                </c:pt>
                <c:pt idx="3421">
                  <c:v>7.2</c:v>
                </c:pt>
                <c:pt idx="3422">
                  <c:v>6.9</c:v>
                </c:pt>
                <c:pt idx="3423">
                  <c:v>6.7</c:v>
                </c:pt>
                <c:pt idx="3424">
                  <c:v>6.6</c:v>
                </c:pt>
                <c:pt idx="3425">
                  <c:v>6.8</c:v>
                </c:pt>
                <c:pt idx="3426">
                  <c:v>6.9</c:v>
                </c:pt>
                <c:pt idx="3427">
                  <c:v>6.8</c:v>
                </c:pt>
                <c:pt idx="3428">
                  <c:v>6.8</c:v>
                </c:pt>
                <c:pt idx="3429">
                  <c:v>6.7</c:v>
                </c:pt>
                <c:pt idx="3430">
                  <c:v>6.9</c:v>
                </c:pt>
                <c:pt idx="3431">
                  <c:v>6.9</c:v>
                </c:pt>
                <c:pt idx="3432">
                  <c:v>7</c:v>
                </c:pt>
                <c:pt idx="3433">
                  <c:v>6.9</c:v>
                </c:pt>
                <c:pt idx="3434">
                  <c:v>7</c:v>
                </c:pt>
                <c:pt idx="3435">
                  <c:v>6.9</c:v>
                </c:pt>
                <c:pt idx="3436">
                  <c:v>6.9</c:v>
                </c:pt>
                <c:pt idx="3437">
                  <c:v>6.5</c:v>
                </c:pt>
                <c:pt idx="3438">
                  <c:v>6.6</c:v>
                </c:pt>
                <c:pt idx="3439">
                  <c:v>6.2</c:v>
                </c:pt>
                <c:pt idx="3440">
                  <c:v>0</c:v>
                </c:pt>
                <c:pt idx="3441">
                  <c:v>0</c:v>
                </c:pt>
                <c:pt idx="3442">
                  <c:v>0.1</c:v>
                </c:pt>
                <c:pt idx="3443">
                  <c:v>0.1</c:v>
                </c:pt>
                <c:pt idx="3444">
                  <c:v>0</c:v>
                </c:pt>
                <c:pt idx="3445">
                  <c:v>0</c:v>
                </c:pt>
                <c:pt idx="3446">
                  <c:v>0</c:v>
                </c:pt>
                <c:pt idx="3447">
                  <c:v>0</c:v>
                </c:pt>
                <c:pt idx="3448">
                  <c:v>5.4</c:v>
                </c:pt>
                <c:pt idx="3449">
                  <c:v>7.3</c:v>
                </c:pt>
                <c:pt idx="3450">
                  <c:v>7.2</c:v>
                </c:pt>
                <c:pt idx="3451">
                  <c:v>6.6</c:v>
                </c:pt>
                <c:pt idx="3452">
                  <c:v>6.8</c:v>
                </c:pt>
                <c:pt idx="3453">
                  <c:v>6.7</c:v>
                </c:pt>
                <c:pt idx="3454">
                  <c:v>6.8</c:v>
                </c:pt>
                <c:pt idx="3455">
                  <c:v>7</c:v>
                </c:pt>
                <c:pt idx="3456">
                  <c:v>7.3</c:v>
                </c:pt>
                <c:pt idx="3457">
                  <c:v>6.9</c:v>
                </c:pt>
                <c:pt idx="3458">
                  <c:v>7</c:v>
                </c:pt>
                <c:pt idx="3459">
                  <c:v>7.2</c:v>
                </c:pt>
                <c:pt idx="3460">
                  <c:v>7.3</c:v>
                </c:pt>
                <c:pt idx="3461">
                  <c:v>7</c:v>
                </c:pt>
                <c:pt idx="3462">
                  <c:v>6.9</c:v>
                </c:pt>
                <c:pt idx="3463">
                  <c:v>6.9</c:v>
                </c:pt>
                <c:pt idx="3464">
                  <c:v>6.6</c:v>
                </c:pt>
                <c:pt idx="3465">
                  <c:v>6.6</c:v>
                </c:pt>
                <c:pt idx="3466">
                  <c:v>6.6</c:v>
                </c:pt>
                <c:pt idx="3467">
                  <c:v>6.7</c:v>
                </c:pt>
                <c:pt idx="3468">
                  <c:v>6.6</c:v>
                </c:pt>
                <c:pt idx="3469">
                  <c:v>6.9</c:v>
                </c:pt>
                <c:pt idx="3470">
                  <c:v>6.7</c:v>
                </c:pt>
                <c:pt idx="3471">
                  <c:v>6.3</c:v>
                </c:pt>
                <c:pt idx="3472">
                  <c:v>6.8</c:v>
                </c:pt>
                <c:pt idx="3473">
                  <c:v>7.1</c:v>
                </c:pt>
                <c:pt idx="3474">
                  <c:v>7.6</c:v>
                </c:pt>
                <c:pt idx="3475">
                  <c:v>6.8</c:v>
                </c:pt>
                <c:pt idx="3476">
                  <c:v>7.2</c:v>
                </c:pt>
                <c:pt idx="3477">
                  <c:v>6.9</c:v>
                </c:pt>
                <c:pt idx="3478">
                  <c:v>6.9</c:v>
                </c:pt>
                <c:pt idx="3479">
                  <c:v>7.4</c:v>
                </c:pt>
                <c:pt idx="3480">
                  <c:v>7.2</c:v>
                </c:pt>
                <c:pt idx="3481">
                  <c:v>7.1</c:v>
                </c:pt>
                <c:pt idx="3482">
                  <c:v>7.3</c:v>
                </c:pt>
                <c:pt idx="3483">
                  <c:v>7.5</c:v>
                </c:pt>
                <c:pt idx="3484">
                  <c:v>7.4</c:v>
                </c:pt>
                <c:pt idx="3485">
                  <c:v>7.4</c:v>
                </c:pt>
                <c:pt idx="3486">
                  <c:v>7</c:v>
                </c:pt>
                <c:pt idx="3487">
                  <c:v>7.3</c:v>
                </c:pt>
                <c:pt idx="3488">
                  <c:v>6.9</c:v>
                </c:pt>
                <c:pt idx="3489">
                  <c:v>6.9</c:v>
                </c:pt>
                <c:pt idx="3490">
                  <c:v>7</c:v>
                </c:pt>
                <c:pt idx="3491">
                  <c:v>7.2</c:v>
                </c:pt>
                <c:pt idx="3492">
                  <c:v>7.2</c:v>
                </c:pt>
                <c:pt idx="3493">
                  <c:v>6.7</c:v>
                </c:pt>
                <c:pt idx="3494">
                  <c:v>7.5</c:v>
                </c:pt>
                <c:pt idx="3495">
                  <c:v>7.3</c:v>
                </c:pt>
                <c:pt idx="3496">
                  <c:v>7.2</c:v>
                </c:pt>
                <c:pt idx="3497">
                  <c:v>7.3</c:v>
                </c:pt>
                <c:pt idx="3498">
                  <c:v>7.2</c:v>
                </c:pt>
                <c:pt idx="3499">
                  <c:v>6.9</c:v>
                </c:pt>
                <c:pt idx="3500">
                  <c:v>7.1</c:v>
                </c:pt>
                <c:pt idx="3501">
                  <c:v>6.9</c:v>
                </c:pt>
                <c:pt idx="3502">
                  <c:v>6.8</c:v>
                </c:pt>
                <c:pt idx="3503">
                  <c:v>6.7</c:v>
                </c:pt>
                <c:pt idx="3504">
                  <c:v>6.5</c:v>
                </c:pt>
                <c:pt idx="3505">
                  <c:v>7</c:v>
                </c:pt>
                <c:pt idx="3506">
                  <c:v>7.1</c:v>
                </c:pt>
                <c:pt idx="3507">
                  <c:v>7.1</c:v>
                </c:pt>
                <c:pt idx="3508">
                  <c:v>7.1</c:v>
                </c:pt>
                <c:pt idx="3509">
                  <c:v>7.3</c:v>
                </c:pt>
                <c:pt idx="3510">
                  <c:v>7.8</c:v>
                </c:pt>
                <c:pt idx="3511">
                  <c:v>7.6</c:v>
                </c:pt>
                <c:pt idx="3512">
                  <c:v>7.6</c:v>
                </c:pt>
                <c:pt idx="3513">
                  <c:v>7.4</c:v>
                </c:pt>
                <c:pt idx="3514">
                  <c:v>7.2</c:v>
                </c:pt>
                <c:pt idx="3515">
                  <c:v>7.5</c:v>
                </c:pt>
                <c:pt idx="3516">
                  <c:v>7.4</c:v>
                </c:pt>
                <c:pt idx="3517">
                  <c:v>7.3</c:v>
                </c:pt>
                <c:pt idx="3518">
                  <c:v>7</c:v>
                </c:pt>
                <c:pt idx="3519">
                  <c:v>7</c:v>
                </c:pt>
                <c:pt idx="3520">
                  <c:v>7.6</c:v>
                </c:pt>
                <c:pt idx="3521">
                  <c:v>7.5</c:v>
                </c:pt>
                <c:pt idx="3522">
                  <c:v>7.5</c:v>
                </c:pt>
                <c:pt idx="3523">
                  <c:v>7.4</c:v>
                </c:pt>
                <c:pt idx="3524">
                  <c:v>7.6</c:v>
                </c:pt>
                <c:pt idx="3525">
                  <c:v>7.3</c:v>
                </c:pt>
                <c:pt idx="3526">
                  <c:v>7.3</c:v>
                </c:pt>
                <c:pt idx="3527">
                  <c:v>7.5</c:v>
                </c:pt>
                <c:pt idx="3528">
                  <c:v>7.3</c:v>
                </c:pt>
                <c:pt idx="3529">
                  <c:v>7.5</c:v>
                </c:pt>
                <c:pt idx="3530">
                  <c:v>7.2</c:v>
                </c:pt>
                <c:pt idx="3531">
                  <c:v>7.1</c:v>
                </c:pt>
                <c:pt idx="3532">
                  <c:v>7.3</c:v>
                </c:pt>
                <c:pt idx="3533">
                  <c:v>7.4</c:v>
                </c:pt>
                <c:pt idx="3534">
                  <c:v>7.1</c:v>
                </c:pt>
                <c:pt idx="3535">
                  <c:v>7.4</c:v>
                </c:pt>
                <c:pt idx="3536">
                  <c:v>7.3</c:v>
                </c:pt>
                <c:pt idx="3537">
                  <c:v>8.3000000000000007</c:v>
                </c:pt>
                <c:pt idx="3538">
                  <c:v>7.8</c:v>
                </c:pt>
                <c:pt idx="3539">
                  <c:v>7.2</c:v>
                </c:pt>
                <c:pt idx="3540">
                  <c:v>7.1</c:v>
                </c:pt>
                <c:pt idx="3541">
                  <c:v>7.5</c:v>
                </c:pt>
                <c:pt idx="3542">
                  <c:v>6.6</c:v>
                </c:pt>
                <c:pt idx="3543">
                  <c:v>7.7</c:v>
                </c:pt>
                <c:pt idx="3544">
                  <c:v>8.1999999999999993</c:v>
                </c:pt>
                <c:pt idx="3545">
                  <c:v>7.9</c:v>
                </c:pt>
                <c:pt idx="3546">
                  <c:v>8.1999999999999993</c:v>
                </c:pt>
                <c:pt idx="3547">
                  <c:v>8.1999999999999993</c:v>
                </c:pt>
                <c:pt idx="3548">
                  <c:v>7.9</c:v>
                </c:pt>
                <c:pt idx="3549">
                  <c:v>8</c:v>
                </c:pt>
                <c:pt idx="3550">
                  <c:v>7.9</c:v>
                </c:pt>
                <c:pt idx="3551">
                  <c:v>7.7</c:v>
                </c:pt>
                <c:pt idx="3552">
                  <c:v>7.6</c:v>
                </c:pt>
                <c:pt idx="3553">
                  <c:v>7.6</c:v>
                </c:pt>
                <c:pt idx="3554">
                  <c:v>7.8</c:v>
                </c:pt>
                <c:pt idx="3555">
                  <c:v>7.7</c:v>
                </c:pt>
                <c:pt idx="3556">
                  <c:v>7.6</c:v>
                </c:pt>
                <c:pt idx="3557">
                  <c:v>7.9</c:v>
                </c:pt>
                <c:pt idx="3558">
                  <c:v>8.1</c:v>
                </c:pt>
                <c:pt idx="3559">
                  <c:v>7.9</c:v>
                </c:pt>
                <c:pt idx="3560">
                  <c:v>7.6</c:v>
                </c:pt>
                <c:pt idx="3561">
                  <c:v>7.8</c:v>
                </c:pt>
                <c:pt idx="3562">
                  <c:v>7.7</c:v>
                </c:pt>
                <c:pt idx="3563">
                  <c:v>7.1</c:v>
                </c:pt>
                <c:pt idx="3564">
                  <c:v>7.8</c:v>
                </c:pt>
                <c:pt idx="3565">
                  <c:v>7.8</c:v>
                </c:pt>
                <c:pt idx="3566">
                  <c:v>7.6</c:v>
                </c:pt>
                <c:pt idx="3567">
                  <c:v>7.2</c:v>
                </c:pt>
                <c:pt idx="3568">
                  <c:v>7</c:v>
                </c:pt>
                <c:pt idx="3569">
                  <c:v>7.5</c:v>
                </c:pt>
                <c:pt idx="3570">
                  <c:v>7.9</c:v>
                </c:pt>
                <c:pt idx="3571">
                  <c:v>7.7</c:v>
                </c:pt>
                <c:pt idx="3572">
                  <c:v>7.8</c:v>
                </c:pt>
                <c:pt idx="3573">
                  <c:v>8.1</c:v>
                </c:pt>
                <c:pt idx="3574">
                  <c:v>7.6</c:v>
                </c:pt>
                <c:pt idx="3575">
                  <c:v>7.5</c:v>
                </c:pt>
                <c:pt idx="3576">
                  <c:v>7.7</c:v>
                </c:pt>
                <c:pt idx="3577">
                  <c:v>7.6</c:v>
                </c:pt>
                <c:pt idx="3578">
                  <c:v>7.8</c:v>
                </c:pt>
                <c:pt idx="3579">
                  <c:v>7.7</c:v>
                </c:pt>
                <c:pt idx="3580">
                  <c:v>7.7</c:v>
                </c:pt>
                <c:pt idx="3581">
                  <c:v>7.6</c:v>
                </c:pt>
                <c:pt idx="3582">
                  <c:v>7.9</c:v>
                </c:pt>
                <c:pt idx="3583">
                  <c:v>8.1999999999999993</c:v>
                </c:pt>
                <c:pt idx="3584">
                  <c:v>8.1999999999999993</c:v>
                </c:pt>
                <c:pt idx="3585">
                  <c:v>8</c:v>
                </c:pt>
                <c:pt idx="3586">
                  <c:v>7.5</c:v>
                </c:pt>
                <c:pt idx="3587">
                  <c:v>7.3</c:v>
                </c:pt>
                <c:pt idx="3588">
                  <c:v>7.7</c:v>
                </c:pt>
                <c:pt idx="3589">
                  <c:v>7.5</c:v>
                </c:pt>
                <c:pt idx="3590">
                  <c:v>7.6</c:v>
                </c:pt>
                <c:pt idx="3591">
                  <c:v>7.3</c:v>
                </c:pt>
                <c:pt idx="3592">
                  <c:v>7.5</c:v>
                </c:pt>
                <c:pt idx="3593">
                  <c:v>6.9</c:v>
                </c:pt>
                <c:pt idx="3594">
                  <c:v>7.4</c:v>
                </c:pt>
                <c:pt idx="3595">
                  <c:v>7.3</c:v>
                </c:pt>
                <c:pt idx="3596">
                  <c:v>7.1</c:v>
                </c:pt>
                <c:pt idx="3597">
                  <c:v>7.1</c:v>
                </c:pt>
                <c:pt idx="3598">
                  <c:v>7.2</c:v>
                </c:pt>
                <c:pt idx="3599">
                  <c:v>7.2</c:v>
                </c:pt>
                <c:pt idx="3600">
                  <c:v>6.9</c:v>
                </c:pt>
                <c:pt idx="3601">
                  <c:v>7.1</c:v>
                </c:pt>
                <c:pt idx="3602">
                  <c:v>7.4</c:v>
                </c:pt>
                <c:pt idx="3603">
                  <c:v>7.5</c:v>
                </c:pt>
                <c:pt idx="3604">
                  <c:v>7.5</c:v>
                </c:pt>
                <c:pt idx="3605">
                  <c:v>7.4</c:v>
                </c:pt>
                <c:pt idx="3606">
                  <c:v>7.1</c:v>
                </c:pt>
                <c:pt idx="3607">
                  <c:v>7.2</c:v>
                </c:pt>
                <c:pt idx="3608">
                  <c:v>7.5</c:v>
                </c:pt>
                <c:pt idx="3609">
                  <c:v>7.4</c:v>
                </c:pt>
                <c:pt idx="3610">
                  <c:v>7.5</c:v>
                </c:pt>
                <c:pt idx="3611">
                  <c:v>7.6</c:v>
                </c:pt>
                <c:pt idx="3612">
                  <c:v>7.4</c:v>
                </c:pt>
                <c:pt idx="3613">
                  <c:v>7.3</c:v>
                </c:pt>
                <c:pt idx="3614">
                  <c:v>7.4</c:v>
                </c:pt>
                <c:pt idx="3615">
                  <c:v>7.1</c:v>
                </c:pt>
                <c:pt idx="3616">
                  <c:v>6.9</c:v>
                </c:pt>
                <c:pt idx="3617">
                  <c:v>7</c:v>
                </c:pt>
                <c:pt idx="3618">
                  <c:v>7.2</c:v>
                </c:pt>
                <c:pt idx="3619">
                  <c:v>7.1</c:v>
                </c:pt>
                <c:pt idx="3620">
                  <c:v>7.1</c:v>
                </c:pt>
                <c:pt idx="3621">
                  <c:v>7.1</c:v>
                </c:pt>
                <c:pt idx="3622">
                  <c:v>7.2</c:v>
                </c:pt>
                <c:pt idx="3623">
                  <c:v>7.2</c:v>
                </c:pt>
                <c:pt idx="3624">
                  <c:v>7.2</c:v>
                </c:pt>
                <c:pt idx="3625">
                  <c:v>7.2</c:v>
                </c:pt>
                <c:pt idx="3626">
                  <c:v>7.4</c:v>
                </c:pt>
                <c:pt idx="3627">
                  <c:v>7.5</c:v>
                </c:pt>
                <c:pt idx="3628">
                  <c:v>7.5</c:v>
                </c:pt>
                <c:pt idx="3629">
                  <c:v>7.9</c:v>
                </c:pt>
                <c:pt idx="3630">
                  <c:v>7.1</c:v>
                </c:pt>
                <c:pt idx="3631">
                  <c:v>7.3</c:v>
                </c:pt>
                <c:pt idx="3632">
                  <c:v>7.4</c:v>
                </c:pt>
                <c:pt idx="3633">
                  <c:v>7.2</c:v>
                </c:pt>
                <c:pt idx="3634">
                  <c:v>7.1</c:v>
                </c:pt>
                <c:pt idx="3635">
                  <c:v>7.1</c:v>
                </c:pt>
                <c:pt idx="3636">
                  <c:v>6.9</c:v>
                </c:pt>
                <c:pt idx="3637">
                  <c:v>6.8</c:v>
                </c:pt>
                <c:pt idx="3638">
                  <c:v>6.8</c:v>
                </c:pt>
                <c:pt idx="3639">
                  <c:v>6.8</c:v>
                </c:pt>
                <c:pt idx="3640">
                  <c:v>6.7</c:v>
                </c:pt>
                <c:pt idx="3641">
                  <c:v>6.8</c:v>
                </c:pt>
                <c:pt idx="3642">
                  <c:v>6.8</c:v>
                </c:pt>
                <c:pt idx="3643">
                  <c:v>7</c:v>
                </c:pt>
                <c:pt idx="3644">
                  <c:v>7.4</c:v>
                </c:pt>
                <c:pt idx="3645">
                  <c:v>7.4</c:v>
                </c:pt>
                <c:pt idx="3646">
                  <c:v>7.3</c:v>
                </c:pt>
                <c:pt idx="3647">
                  <c:v>7.4</c:v>
                </c:pt>
                <c:pt idx="3648">
                  <c:v>7.2</c:v>
                </c:pt>
                <c:pt idx="3649">
                  <c:v>7.1</c:v>
                </c:pt>
                <c:pt idx="3650">
                  <c:v>7.1</c:v>
                </c:pt>
                <c:pt idx="3651">
                  <c:v>7.2</c:v>
                </c:pt>
                <c:pt idx="3652">
                  <c:v>7.2</c:v>
                </c:pt>
                <c:pt idx="3653">
                  <c:v>7.2</c:v>
                </c:pt>
                <c:pt idx="3654">
                  <c:v>7.1</c:v>
                </c:pt>
                <c:pt idx="3655">
                  <c:v>6.8</c:v>
                </c:pt>
                <c:pt idx="3656">
                  <c:v>6.9</c:v>
                </c:pt>
                <c:pt idx="3657">
                  <c:v>6.8</c:v>
                </c:pt>
                <c:pt idx="3658">
                  <c:v>6.6</c:v>
                </c:pt>
                <c:pt idx="3659">
                  <c:v>6.4</c:v>
                </c:pt>
                <c:pt idx="3660">
                  <c:v>6.5</c:v>
                </c:pt>
                <c:pt idx="3661">
                  <c:v>6.4</c:v>
                </c:pt>
                <c:pt idx="3662">
                  <c:v>6.4</c:v>
                </c:pt>
                <c:pt idx="3663">
                  <c:v>6.5</c:v>
                </c:pt>
                <c:pt idx="3664">
                  <c:v>6.4</c:v>
                </c:pt>
                <c:pt idx="3665">
                  <c:v>6.2</c:v>
                </c:pt>
                <c:pt idx="3666">
                  <c:v>6.3</c:v>
                </c:pt>
                <c:pt idx="3667">
                  <c:v>6.3</c:v>
                </c:pt>
                <c:pt idx="3668">
                  <c:v>6.4</c:v>
                </c:pt>
                <c:pt idx="3669">
                  <c:v>6.6</c:v>
                </c:pt>
                <c:pt idx="3670">
                  <c:v>6.6</c:v>
                </c:pt>
                <c:pt idx="3671">
                  <c:v>6.4</c:v>
                </c:pt>
                <c:pt idx="3672">
                  <c:v>6.5</c:v>
                </c:pt>
                <c:pt idx="3673">
                  <c:v>6.6</c:v>
                </c:pt>
                <c:pt idx="3674">
                  <c:v>6.5</c:v>
                </c:pt>
                <c:pt idx="3675">
                  <c:v>6.8</c:v>
                </c:pt>
                <c:pt idx="3676">
                  <c:v>6.7</c:v>
                </c:pt>
                <c:pt idx="3677">
                  <c:v>6.7</c:v>
                </c:pt>
                <c:pt idx="3678">
                  <c:v>6.7</c:v>
                </c:pt>
                <c:pt idx="3679">
                  <c:v>6.9</c:v>
                </c:pt>
                <c:pt idx="3680">
                  <c:v>6.8</c:v>
                </c:pt>
                <c:pt idx="3681">
                  <c:v>6.8</c:v>
                </c:pt>
                <c:pt idx="3682">
                  <c:v>6.6</c:v>
                </c:pt>
                <c:pt idx="3683">
                  <c:v>6.7</c:v>
                </c:pt>
                <c:pt idx="3684">
                  <c:v>6.6</c:v>
                </c:pt>
                <c:pt idx="3685">
                  <c:v>6.3</c:v>
                </c:pt>
                <c:pt idx="3686">
                  <c:v>6.3</c:v>
                </c:pt>
                <c:pt idx="3687">
                  <c:v>6.4</c:v>
                </c:pt>
                <c:pt idx="3688">
                  <c:v>6.4</c:v>
                </c:pt>
                <c:pt idx="3689">
                  <c:v>6.3</c:v>
                </c:pt>
                <c:pt idx="3690">
                  <c:v>6.4</c:v>
                </c:pt>
                <c:pt idx="3691">
                  <c:v>6.5</c:v>
                </c:pt>
                <c:pt idx="3692">
                  <c:v>6.3</c:v>
                </c:pt>
                <c:pt idx="3693">
                  <c:v>6.5</c:v>
                </c:pt>
                <c:pt idx="3694">
                  <c:v>6.3</c:v>
                </c:pt>
                <c:pt idx="3695">
                  <c:v>6.3</c:v>
                </c:pt>
                <c:pt idx="3696">
                  <c:v>6.3</c:v>
                </c:pt>
                <c:pt idx="3697">
                  <c:v>6.1</c:v>
                </c:pt>
                <c:pt idx="3698">
                  <c:v>6.4</c:v>
                </c:pt>
                <c:pt idx="3699">
                  <c:v>6.3</c:v>
                </c:pt>
                <c:pt idx="3700">
                  <c:v>6.2</c:v>
                </c:pt>
                <c:pt idx="3701">
                  <c:v>6.3</c:v>
                </c:pt>
                <c:pt idx="3702">
                  <c:v>6.4</c:v>
                </c:pt>
                <c:pt idx="3703">
                  <c:v>6.4</c:v>
                </c:pt>
                <c:pt idx="3704">
                  <c:v>6.5</c:v>
                </c:pt>
                <c:pt idx="3705">
                  <c:v>6.5</c:v>
                </c:pt>
                <c:pt idx="3706">
                  <c:v>6.3</c:v>
                </c:pt>
                <c:pt idx="3707">
                  <c:v>6.4</c:v>
                </c:pt>
                <c:pt idx="3708">
                  <c:v>7.2</c:v>
                </c:pt>
                <c:pt idx="3709">
                  <c:v>7</c:v>
                </c:pt>
                <c:pt idx="3710">
                  <c:v>7.2</c:v>
                </c:pt>
                <c:pt idx="3711">
                  <c:v>7.3</c:v>
                </c:pt>
                <c:pt idx="3712">
                  <c:v>7.2</c:v>
                </c:pt>
                <c:pt idx="3713">
                  <c:v>6.9</c:v>
                </c:pt>
                <c:pt idx="3714">
                  <c:v>6.8</c:v>
                </c:pt>
                <c:pt idx="3715">
                  <c:v>6.6</c:v>
                </c:pt>
                <c:pt idx="3716">
                  <c:v>6.5</c:v>
                </c:pt>
                <c:pt idx="3717">
                  <c:v>6.2</c:v>
                </c:pt>
                <c:pt idx="3718">
                  <c:v>6.3</c:v>
                </c:pt>
                <c:pt idx="3719">
                  <c:v>6.4</c:v>
                </c:pt>
                <c:pt idx="3720">
                  <c:v>6.3</c:v>
                </c:pt>
                <c:pt idx="3721">
                  <c:v>6.4</c:v>
                </c:pt>
                <c:pt idx="3722">
                  <c:v>6.6</c:v>
                </c:pt>
                <c:pt idx="3723">
                  <c:v>6.3</c:v>
                </c:pt>
                <c:pt idx="3724">
                  <c:v>6.9</c:v>
                </c:pt>
                <c:pt idx="3725">
                  <c:v>6.5</c:v>
                </c:pt>
                <c:pt idx="3726">
                  <c:v>6.3</c:v>
                </c:pt>
                <c:pt idx="3727">
                  <c:v>6.4</c:v>
                </c:pt>
                <c:pt idx="3728">
                  <c:v>6.3</c:v>
                </c:pt>
                <c:pt idx="3729">
                  <c:v>6.4</c:v>
                </c:pt>
                <c:pt idx="3730">
                  <c:v>6.4</c:v>
                </c:pt>
                <c:pt idx="3731">
                  <c:v>6.6</c:v>
                </c:pt>
                <c:pt idx="3732">
                  <c:v>6.6</c:v>
                </c:pt>
                <c:pt idx="3733">
                  <c:v>6.4</c:v>
                </c:pt>
                <c:pt idx="3734">
                  <c:v>6.6</c:v>
                </c:pt>
                <c:pt idx="3735">
                  <c:v>6.7</c:v>
                </c:pt>
                <c:pt idx="3736">
                  <c:v>6.8</c:v>
                </c:pt>
                <c:pt idx="3737">
                  <c:v>6.8</c:v>
                </c:pt>
                <c:pt idx="3738">
                  <c:v>6.9</c:v>
                </c:pt>
                <c:pt idx="3739">
                  <c:v>6.9</c:v>
                </c:pt>
                <c:pt idx="3740">
                  <c:v>7</c:v>
                </c:pt>
                <c:pt idx="3741">
                  <c:v>7.1</c:v>
                </c:pt>
                <c:pt idx="3742">
                  <c:v>6.7</c:v>
                </c:pt>
                <c:pt idx="3743">
                  <c:v>6.8</c:v>
                </c:pt>
                <c:pt idx="3744">
                  <c:v>6.7</c:v>
                </c:pt>
                <c:pt idx="3745">
                  <c:v>6.8</c:v>
                </c:pt>
                <c:pt idx="3746">
                  <c:v>6.9</c:v>
                </c:pt>
                <c:pt idx="3747">
                  <c:v>6.8</c:v>
                </c:pt>
                <c:pt idx="3748">
                  <c:v>6.9</c:v>
                </c:pt>
                <c:pt idx="3749">
                  <c:v>6.9</c:v>
                </c:pt>
                <c:pt idx="3750">
                  <c:v>6.8</c:v>
                </c:pt>
                <c:pt idx="3751">
                  <c:v>6.9</c:v>
                </c:pt>
                <c:pt idx="3752">
                  <c:v>6.9</c:v>
                </c:pt>
                <c:pt idx="3753">
                  <c:v>6.9</c:v>
                </c:pt>
                <c:pt idx="3754">
                  <c:v>6.5</c:v>
                </c:pt>
                <c:pt idx="3755">
                  <c:v>6.8</c:v>
                </c:pt>
                <c:pt idx="3756">
                  <c:v>7</c:v>
                </c:pt>
                <c:pt idx="3757">
                  <c:v>6.9</c:v>
                </c:pt>
                <c:pt idx="3758">
                  <c:v>6.9</c:v>
                </c:pt>
                <c:pt idx="3759">
                  <c:v>7</c:v>
                </c:pt>
                <c:pt idx="3760">
                  <c:v>7</c:v>
                </c:pt>
                <c:pt idx="3761">
                  <c:v>7</c:v>
                </c:pt>
                <c:pt idx="3762">
                  <c:v>6.9</c:v>
                </c:pt>
                <c:pt idx="3763">
                  <c:v>7</c:v>
                </c:pt>
                <c:pt idx="3764">
                  <c:v>7.1</c:v>
                </c:pt>
                <c:pt idx="3765">
                  <c:v>7.1</c:v>
                </c:pt>
                <c:pt idx="3766">
                  <c:v>6.9</c:v>
                </c:pt>
                <c:pt idx="3767">
                  <c:v>7</c:v>
                </c:pt>
                <c:pt idx="3768">
                  <c:v>7</c:v>
                </c:pt>
                <c:pt idx="3769">
                  <c:v>7</c:v>
                </c:pt>
                <c:pt idx="3770">
                  <c:v>6.9</c:v>
                </c:pt>
                <c:pt idx="3771">
                  <c:v>6.9</c:v>
                </c:pt>
                <c:pt idx="3772">
                  <c:v>7.2</c:v>
                </c:pt>
                <c:pt idx="3773">
                  <c:v>7.3</c:v>
                </c:pt>
                <c:pt idx="3774">
                  <c:v>7.2</c:v>
                </c:pt>
                <c:pt idx="3775">
                  <c:v>7</c:v>
                </c:pt>
                <c:pt idx="3776">
                  <c:v>6.8</c:v>
                </c:pt>
                <c:pt idx="3777">
                  <c:v>6.9</c:v>
                </c:pt>
                <c:pt idx="3778">
                  <c:v>6.6</c:v>
                </c:pt>
                <c:pt idx="3779">
                  <c:v>7.2</c:v>
                </c:pt>
                <c:pt idx="3780">
                  <c:v>7</c:v>
                </c:pt>
                <c:pt idx="3781">
                  <c:v>6.8</c:v>
                </c:pt>
                <c:pt idx="3782">
                  <c:v>6.8</c:v>
                </c:pt>
                <c:pt idx="3783">
                  <c:v>6.8</c:v>
                </c:pt>
                <c:pt idx="3784">
                  <c:v>7.1</c:v>
                </c:pt>
                <c:pt idx="3785">
                  <c:v>7.1</c:v>
                </c:pt>
                <c:pt idx="3786">
                  <c:v>7</c:v>
                </c:pt>
                <c:pt idx="3787">
                  <c:v>6.4</c:v>
                </c:pt>
                <c:pt idx="3788">
                  <c:v>6.7</c:v>
                </c:pt>
                <c:pt idx="3789">
                  <c:v>6.4</c:v>
                </c:pt>
                <c:pt idx="3790">
                  <c:v>6.5</c:v>
                </c:pt>
                <c:pt idx="3791">
                  <c:v>6.6</c:v>
                </c:pt>
                <c:pt idx="3792">
                  <c:v>6.7</c:v>
                </c:pt>
                <c:pt idx="3793">
                  <c:v>6.7</c:v>
                </c:pt>
                <c:pt idx="3794">
                  <c:v>6.7</c:v>
                </c:pt>
                <c:pt idx="3795">
                  <c:v>6.9</c:v>
                </c:pt>
                <c:pt idx="3796">
                  <c:v>7</c:v>
                </c:pt>
                <c:pt idx="3797">
                  <c:v>6.7</c:v>
                </c:pt>
                <c:pt idx="3798">
                  <c:v>6.6</c:v>
                </c:pt>
                <c:pt idx="3799">
                  <c:v>6.9</c:v>
                </c:pt>
                <c:pt idx="3800">
                  <c:v>7.7</c:v>
                </c:pt>
                <c:pt idx="3801">
                  <c:v>7.1</c:v>
                </c:pt>
                <c:pt idx="3802">
                  <c:v>7.2</c:v>
                </c:pt>
                <c:pt idx="3803">
                  <c:v>7.4</c:v>
                </c:pt>
                <c:pt idx="3804">
                  <c:v>7.2</c:v>
                </c:pt>
                <c:pt idx="3805">
                  <c:v>6.8</c:v>
                </c:pt>
                <c:pt idx="3806">
                  <c:v>6.9</c:v>
                </c:pt>
                <c:pt idx="3807">
                  <c:v>6.9</c:v>
                </c:pt>
                <c:pt idx="3808">
                  <c:v>7</c:v>
                </c:pt>
                <c:pt idx="3809">
                  <c:v>7.5</c:v>
                </c:pt>
                <c:pt idx="3810">
                  <c:v>7.6</c:v>
                </c:pt>
                <c:pt idx="3811">
                  <c:v>7.4</c:v>
                </c:pt>
                <c:pt idx="3812">
                  <c:v>7.3</c:v>
                </c:pt>
                <c:pt idx="3813">
                  <c:v>7.7</c:v>
                </c:pt>
                <c:pt idx="3814">
                  <c:v>7.8</c:v>
                </c:pt>
                <c:pt idx="3815">
                  <c:v>7.4</c:v>
                </c:pt>
                <c:pt idx="3816">
                  <c:v>7.4</c:v>
                </c:pt>
                <c:pt idx="3817">
                  <c:v>7.5</c:v>
                </c:pt>
                <c:pt idx="3818">
                  <c:v>7.6</c:v>
                </c:pt>
                <c:pt idx="3819">
                  <c:v>7.7</c:v>
                </c:pt>
                <c:pt idx="3820">
                  <c:v>7.7</c:v>
                </c:pt>
                <c:pt idx="3821">
                  <c:v>7.9</c:v>
                </c:pt>
                <c:pt idx="3822">
                  <c:v>7.7</c:v>
                </c:pt>
                <c:pt idx="3823">
                  <c:v>7.6</c:v>
                </c:pt>
                <c:pt idx="3824">
                  <c:v>7.5</c:v>
                </c:pt>
                <c:pt idx="3825">
                  <c:v>7.3</c:v>
                </c:pt>
                <c:pt idx="3826">
                  <c:v>7.1</c:v>
                </c:pt>
                <c:pt idx="3827">
                  <c:v>6.8</c:v>
                </c:pt>
                <c:pt idx="3828">
                  <c:v>6.7</c:v>
                </c:pt>
                <c:pt idx="3829">
                  <c:v>6.9</c:v>
                </c:pt>
                <c:pt idx="3830">
                  <c:v>7</c:v>
                </c:pt>
                <c:pt idx="3831">
                  <c:v>7</c:v>
                </c:pt>
                <c:pt idx="3832">
                  <c:v>7.2</c:v>
                </c:pt>
                <c:pt idx="3833">
                  <c:v>7.1</c:v>
                </c:pt>
                <c:pt idx="3834">
                  <c:v>7.4</c:v>
                </c:pt>
                <c:pt idx="3835">
                  <c:v>7.7</c:v>
                </c:pt>
                <c:pt idx="3836">
                  <c:v>7.6</c:v>
                </c:pt>
                <c:pt idx="3837">
                  <c:v>7.7</c:v>
                </c:pt>
                <c:pt idx="3838">
                  <c:v>7.7</c:v>
                </c:pt>
                <c:pt idx="3839">
                  <c:v>7.6</c:v>
                </c:pt>
                <c:pt idx="3840">
                  <c:v>7.5</c:v>
                </c:pt>
                <c:pt idx="3841">
                  <c:v>7.4</c:v>
                </c:pt>
                <c:pt idx="3842">
                  <c:v>7.2</c:v>
                </c:pt>
                <c:pt idx="3843">
                  <c:v>7.2</c:v>
                </c:pt>
                <c:pt idx="3844">
                  <c:v>7.3</c:v>
                </c:pt>
                <c:pt idx="3845">
                  <c:v>7.2</c:v>
                </c:pt>
                <c:pt idx="3846">
                  <c:v>7.5</c:v>
                </c:pt>
                <c:pt idx="3847">
                  <c:v>7.4</c:v>
                </c:pt>
                <c:pt idx="3848">
                  <c:v>6.9</c:v>
                </c:pt>
                <c:pt idx="3849">
                  <c:v>7</c:v>
                </c:pt>
                <c:pt idx="3850">
                  <c:v>7.6</c:v>
                </c:pt>
                <c:pt idx="3851">
                  <c:v>7.6</c:v>
                </c:pt>
                <c:pt idx="3852">
                  <c:v>7.8</c:v>
                </c:pt>
                <c:pt idx="3853">
                  <c:v>8.1</c:v>
                </c:pt>
                <c:pt idx="3854">
                  <c:v>8.1999999999999993</c:v>
                </c:pt>
                <c:pt idx="3855">
                  <c:v>7.8</c:v>
                </c:pt>
                <c:pt idx="3856">
                  <c:v>7.4</c:v>
                </c:pt>
                <c:pt idx="3857">
                  <c:v>7.4</c:v>
                </c:pt>
                <c:pt idx="3858">
                  <c:v>7.5</c:v>
                </c:pt>
                <c:pt idx="3859">
                  <c:v>7.2</c:v>
                </c:pt>
                <c:pt idx="3860">
                  <c:v>7.2</c:v>
                </c:pt>
                <c:pt idx="3861">
                  <c:v>7.4</c:v>
                </c:pt>
                <c:pt idx="3862">
                  <c:v>7.4</c:v>
                </c:pt>
                <c:pt idx="3863">
                  <c:v>7.2</c:v>
                </c:pt>
                <c:pt idx="3864">
                  <c:v>7.5</c:v>
                </c:pt>
                <c:pt idx="3865">
                  <c:v>7.6</c:v>
                </c:pt>
                <c:pt idx="3866">
                  <c:v>7.7</c:v>
                </c:pt>
                <c:pt idx="3867">
                  <c:v>7.6</c:v>
                </c:pt>
                <c:pt idx="3868">
                  <c:v>7.7</c:v>
                </c:pt>
                <c:pt idx="3869">
                  <c:v>7.6</c:v>
                </c:pt>
                <c:pt idx="3870">
                  <c:v>7.6</c:v>
                </c:pt>
                <c:pt idx="3871">
                  <c:v>7.5</c:v>
                </c:pt>
                <c:pt idx="3872">
                  <c:v>7.6</c:v>
                </c:pt>
                <c:pt idx="3873">
                  <c:v>7.6</c:v>
                </c:pt>
                <c:pt idx="3874">
                  <c:v>7.6</c:v>
                </c:pt>
                <c:pt idx="3875">
                  <c:v>7.4</c:v>
                </c:pt>
                <c:pt idx="3876">
                  <c:v>7.5</c:v>
                </c:pt>
                <c:pt idx="3877">
                  <c:v>7.5</c:v>
                </c:pt>
                <c:pt idx="3878">
                  <c:v>7.4</c:v>
                </c:pt>
                <c:pt idx="3879">
                  <c:v>7.3</c:v>
                </c:pt>
                <c:pt idx="3880">
                  <c:v>7.3</c:v>
                </c:pt>
                <c:pt idx="3881">
                  <c:v>7.4</c:v>
                </c:pt>
                <c:pt idx="3882">
                  <c:v>7.5</c:v>
                </c:pt>
                <c:pt idx="3883">
                  <c:v>7.4</c:v>
                </c:pt>
                <c:pt idx="3884">
                  <c:v>7.4</c:v>
                </c:pt>
                <c:pt idx="3885">
                  <c:v>7.5</c:v>
                </c:pt>
                <c:pt idx="3886">
                  <c:v>7.7</c:v>
                </c:pt>
                <c:pt idx="3887">
                  <c:v>7.8</c:v>
                </c:pt>
                <c:pt idx="3888">
                  <c:v>7.7</c:v>
                </c:pt>
                <c:pt idx="3889">
                  <c:v>7.9</c:v>
                </c:pt>
                <c:pt idx="3890">
                  <c:v>8</c:v>
                </c:pt>
                <c:pt idx="3891">
                  <c:v>8.1</c:v>
                </c:pt>
                <c:pt idx="3892">
                  <c:v>8.1</c:v>
                </c:pt>
                <c:pt idx="3893">
                  <c:v>7.9</c:v>
                </c:pt>
                <c:pt idx="3894">
                  <c:v>7.9</c:v>
                </c:pt>
                <c:pt idx="3895">
                  <c:v>7.5</c:v>
                </c:pt>
                <c:pt idx="3896">
                  <c:v>7.7</c:v>
                </c:pt>
                <c:pt idx="3897">
                  <c:v>7.4</c:v>
                </c:pt>
                <c:pt idx="3898">
                  <c:v>7.5</c:v>
                </c:pt>
                <c:pt idx="3899">
                  <c:v>7.5</c:v>
                </c:pt>
                <c:pt idx="3900">
                  <c:v>7.9</c:v>
                </c:pt>
                <c:pt idx="3901">
                  <c:v>7.7</c:v>
                </c:pt>
                <c:pt idx="3902">
                  <c:v>7.7</c:v>
                </c:pt>
                <c:pt idx="3903">
                  <c:v>7.7</c:v>
                </c:pt>
                <c:pt idx="3904">
                  <c:v>7.7</c:v>
                </c:pt>
                <c:pt idx="3905">
                  <c:v>7.5</c:v>
                </c:pt>
                <c:pt idx="3906">
                  <c:v>7.5</c:v>
                </c:pt>
                <c:pt idx="3907">
                  <c:v>7.5</c:v>
                </c:pt>
                <c:pt idx="3908">
                  <c:v>7.4</c:v>
                </c:pt>
                <c:pt idx="3909">
                  <c:v>7.7</c:v>
                </c:pt>
                <c:pt idx="3910">
                  <c:v>7.6</c:v>
                </c:pt>
                <c:pt idx="3911">
                  <c:v>7.2</c:v>
                </c:pt>
                <c:pt idx="3912">
                  <c:v>7.3</c:v>
                </c:pt>
                <c:pt idx="3913">
                  <c:v>7.7</c:v>
                </c:pt>
                <c:pt idx="3914">
                  <c:v>7.7</c:v>
                </c:pt>
                <c:pt idx="3915">
                  <c:v>7.9</c:v>
                </c:pt>
                <c:pt idx="3916">
                  <c:v>7.9</c:v>
                </c:pt>
                <c:pt idx="3917">
                  <c:v>8</c:v>
                </c:pt>
                <c:pt idx="3918">
                  <c:v>8</c:v>
                </c:pt>
                <c:pt idx="3919">
                  <c:v>8</c:v>
                </c:pt>
                <c:pt idx="3920">
                  <c:v>8.1</c:v>
                </c:pt>
                <c:pt idx="3921">
                  <c:v>8</c:v>
                </c:pt>
                <c:pt idx="3922">
                  <c:v>7.9</c:v>
                </c:pt>
                <c:pt idx="3923">
                  <c:v>7.8</c:v>
                </c:pt>
                <c:pt idx="3924">
                  <c:v>8</c:v>
                </c:pt>
                <c:pt idx="3925">
                  <c:v>7.9</c:v>
                </c:pt>
                <c:pt idx="3926">
                  <c:v>7.9</c:v>
                </c:pt>
                <c:pt idx="3927">
                  <c:v>7.8</c:v>
                </c:pt>
                <c:pt idx="3928">
                  <c:v>7.8</c:v>
                </c:pt>
                <c:pt idx="3929">
                  <c:v>7.9</c:v>
                </c:pt>
                <c:pt idx="3930">
                  <c:v>8.1999999999999993</c:v>
                </c:pt>
                <c:pt idx="3931">
                  <c:v>8.1</c:v>
                </c:pt>
                <c:pt idx="3932">
                  <c:v>8.1999999999999993</c:v>
                </c:pt>
                <c:pt idx="3933">
                  <c:v>8.1999999999999993</c:v>
                </c:pt>
                <c:pt idx="3934">
                  <c:v>8</c:v>
                </c:pt>
                <c:pt idx="3935">
                  <c:v>8.1</c:v>
                </c:pt>
                <c:pt idx="3936">
                  <c:v>7.8</c:v>
                </c:pt>
                <c:pt idx="3937">
                  <c:v>7.8</c:v>
                </c:pt>
                <c:pt idx="3938">
                  <c:v>7.7</c:v>
                </c:pt>
                <c:pt idx="3939">
                  <c:v>7.7</c:v>
                </c:pt>
                <c:pt idx="3940">
                  <c:v>7.8</c:v>
                </c:pt>
                <c:pt idx="3941">
                  <c:v>7.8</c:v>
                </c:pt>
                <c:pt idx="3942">
                  <c:v>8.3000000000000007</c:v>
                </c:pt>
                <c:pt idx="3943">
                  <c:v>9</c:v>
                </c:pt>
                <c:pt idx="3944">
                  <c:v>8.1999999999999993</c:v>
                </c:pt>
                <c:pt idx="3945">
                  <c:v>8.1999999999999993</c:v>
                </c:pt>
                <c:pt idx="3946">
                  <c:v>7.7</c:v>
                </c:pt>
                <c:pt idx="3947">
                  <c:v>7.8</c:v>
                </c:pt>
                <c:pt idx="3948">
                  <c:v>8.1</c:v>
                </c:pt>
                <c:pt idx="3949">
                  <c:v>8.1999999999999993</c:v>
                </c:pt>
                <c:pt idx="3950">
                  <c:v>8.1</c:v>
                </c:pt>
                <c:pt idx="3951">
                  <c:v>8.1999999999999993</c:v>
                </c:pt>
                <c:pt idx="3952">
                  <c:v>8.1</c:v>
                </c:pt>
                <c:pt idx="3953">
                  <c:v>8.1</c:v>
                </c:pt>
                <c:pt idx="3954">
                  <c:v>8.1999999999999993</c:v>
                </c:pt>
                <c:pt idx="3955">
                  <c:v>8.1999999999999993</c:v>
                </c:pt>
                <c:pt idx="3956">
                  <c:v>7.9</c:v>
                </c:pt>
                <c:pt idx="3957">
                  <c:v>8.1</c:v>
                </c:pt>
                <c:pt idx="3958">
                  <c:v>8.1999999999999993</c:v>
                </c:pt>
                <c:pt idx="3959">
                  <c:v>8.1999999999999993</c:v>
                </c:pt>
                <c:pt idx="3960">
                  <c:v>8.4</c:v>
                </c:pt>
                <c:pt idx="3961">
                  <c:v>8.4</c:v>
                </c:pt>
                <c:pt idx="3962">
                  <c:v>8</c:v>
                </c:pt>
                <c:pt idx="3963">
                  <c:v>7.8</c:v>
                </c:pt>
                <c:pt idx="3964">
                  <c:v>7.7</c:v>
                </c:pt>
                <c:pt idx="3965">
                  <c:v>7.7</c:v>
                </c:pt>
                <c:pt idx="3966">
                  <c:v>7.8</c:v>
                </c:pt>
                <c:pt idx="3967">
                  <c:v>7.7</c:v>
                </c:pt>
                <c:pt idx="3968">
                  <c:v>7.7</c:v>
                </c:pt>
                <c:pt idx="3969">
                  <c:v>7.7</c:v>
                </c:pt>
                <c:pt idx="3970">
                  <c:v>7.8</c:v>
                </c:pt>
                <c:pt idx="3971">
                  <c:v>7.8</c:v>
                </c:pt>
                <c:pt idx="3972">
                  <c:v>7.7</c:v>
                </c:pt>
                <c:pt idx="3973">
                  <c:v>7.9</c:v>
                </c:pt>
                <c:pt idx="3974">
                  <c:v>8.1</c:v>
                </c:pt>
                <c:pt idx="3975">
                  <c:v>8</c:v>
                </c:pt>
                <c:pt idx="3976">
                  <c:v>7.9</c:v>
                </c:pt>
                <c:pt idx="3977">
                  <c:v>8.1</c:v>
                </c:pt>
                <c:pt idx="3978">
                  <c:v>8</c:v>
                </c:pt>
                <c:pt idx="3979">
                  <c:v>8.3000000000000007</c:v>
                </c:pt>
                <c:pt idx="3980">
                  <c:v>8.4</c:v>
                </c:pt>
                <c:pt idx="3981">
                  <c:v>8</c:v>
                </c:pt>
                <c:pt idx="3982">
                  <c:v>8.3000000000000007</c:v>
                </c:pt>
                <c:pt idx="3983">
                  <c:v>8.8000000000000007</c:v>
                </c:pt>
                <c:pt idx="3984">
                  <c:v>8.3000000000000007</c:v>
                </c:pt>
                <c:pt idx="3985">
                  <c:v>7.9</c:v>
                </c:pt>
                <c:pt idx="3986">
                  <c:v>7.8</c:v>
                </c:pt>
                <c:pt idx="3987">
                  <c:v>7.8</c:v>
                </c:pt>
                <c:pt idx="3988">
                  <c:v>8.1</c:v>
                </c:pt>
                <c:pt idx="3989">
                  <c:v>8.1999999999999993</c:v>
                </c:pt>
                <c:pt idx="3990">
                  <c:v>8.1</c:v>
                </c:pt>
                <c:pt idx="3991">
                  <c:v>7.9</c:v>
                </c:pt>
                <c:pt idx="3992">
                  <c:v>7.5</c:v>
                </c:pt>
                <c:pt idx="3993">
                  <c:v>7.6</c:v>
                </c:pt>
                <c:pt idx="3994">
                  <c:v>7.6</c:v>
                </c:pt>
                <c:pt idx="3995">
                  <c:v>7.7</c:v>
                </c:pt>
                <c:pt idx="3996">
                  <c:v>7.6</c:v>
                </c:pt>
                <c:pt idx="3997">
                  <c:v>7.7</c:v>
                </c:pt>
                <c:pt idx="3998">
                  <c:v>7.7</c:v>
                </c:pt>
                <c:pt idx="3999">
                  <c:v>8.1</c:v>
                </c:pt>
                <c:pt idx="4000">
                  <c:v>7.9</c:v>
                </c:pt>
                <c:pt idx="4001">
                  <c:v>7.9</c:v>
                </c:pt>
                <c:pt idx="4002">
                  <c:v>8.1999999999999993</c:v>
                </c:pt>
                <c:pt idx="4003">
                  <c:v>8.6</c:v>
                </c:pt>
                <c:pt idx="4004">
                  <c:v>8.5</c:v>
                </c:pt>
                <c:pt idx="4005">
                  <c:v>8.4</c:v>
                </c:pt>
                <c:pt idx="4006">
                  <c:v>8.5</c:v>
                </c:pt>
                <c:pt idx="4007">
                  <c:v>7.9</c:v>
                </c:pt>
                <c:pt idx="4008">
                  <c:v>8</c:v>
                </c:pt>
                <c:pt idx="4009">
                  <c:v>7.9</c:v>
                </c:pt>
                <c:pt idx="4010">
                  <c:v>7.8</c:v>
                </c:pt>
                <c:pt idx="4011">
                  <c:v>8</c:v>
                </c:pt>
                <c:pt idx="4012">
                  <c:v>8.3000000000000007</c:v>
                </c:pt>
                <c:pt idx="4013">
                  <c:v>8.4</c:v>
                </c:pt>
                <c:pt idx="4014">
                  <c:v>8.3000000000000007</c:v>
                </c:pt>
                <c:pt idx="4015">
                  <c:v>8.5</c:v>
                </c:pt>
                <c:pt idx="4016">
                  <c:v>8.5</c:v>
                </c:pt>
                <c:pt idx="4017">
                  <c:v>8.3000000000000007</c:v>
                </c:pt>
                <c:pt idx="4018">
                  <c:v>8.1999999999999993</c:v>
                </c:pt>
                <c:pt idx="4019">
                  <c:v>8</c:v>
                </c:pt>
                <c:pt idx="4020">
                  <c:v>8</c:v>
                </c:pt>
                <c:pt idx="4021">
                  <c:v>8.1</c:v>
                </c:pt>
                <c:pt idx="4022">
                  <c:v>8.5</c:v>
                </c:pt>
                <c:pt idx="4023">
                  <c:v>8.3000000000000007</c:v>
                </c:pt>
                <c:pt idx="4024">
                  <c:v>8.1999999999999993</c:v>
                </c:pt>
                <c:pt idx="4025">
                  <c:v>8.3000000000000007</c:v>
                </c:pt>
                <c:pt idx="4026">
                  <c:v>8</c:v>
                </c:pt>
                <c:pt idx="4027">
                  <c:v>8.1</c:v>
                </c:pt>
                <c:pt idx="4028">
                  <c:v>8.1</c:v>
                </c:pt>
                <c:pt idx="4029">
                  <c:v>7.7</c:v>
                </c:pt>
                <c:pt idx="4030">
                  <c:v>7.4</c:v>
                </c:pt>
                <c:pt idx="4031">
                  <c:v>7.7</c:v>
                </c:pt>
                <c:pt idx="4032">
                  <c:v>7.7</c:v>
                </c:pt>
                <c:pt idx="4033">
                  <c:v>7.6</c:v>
                </c:pt>
                <c:pt idx="4034">
                  <c:v>7.6</c:v>
                </c:pt>
                <c:pt idx="4035">
                  <c:v>7.6</c:v>
                </c:pt>
                <c:pt idx="4036">
                  <c:v>7.6</c:v>
                </c:pt>
                <c:pt idx="4037">
                  <c:v>7.6</c:v>
                </c:pt>
                <c:pt idx="4038">
                  <c:v>7.6</c:v>
                </c:pt>
                <c:pt idx="4039">
                  <c:v>8.3000000000000007</c:v>
                </c:pt>
                <c:pt idx="4040">
                  <c:v>8.4</c:v>
                </c:pt>
                <c:pt idx="4041">
                  <c:v>8.3000000000000007</c:v>
                </c:pt>
                <c:pt idx="4042">
                  <c:v>8.3000000000000007</c:v>
                </c:pt>
                <c:pt idx="4043">
                  <c:v>8.4</c:v>
                </c:pt>
                <c:pt idx="4044">
                  <c:v>8.6</c:v>
                </c:pt>
                <c:pt idx="4045">
                  <c:v>1.9</c:v>
                </c:pt>
                <c:pt idx="4046">
                  <c:v>0</c:v>
                </c:pt>
                <c:pt idx="4047">
                  <c:v>0</c:v>
                </c:pt>
                <c:pt idx="4048">
                  <c:v>0</c:v>
                </c:pt>
                <c:pt idx="4049">
                  <c:v>0</c:v>
                </c:pt>
                <c:pt idx="4050">
                  <c:v>0</c:v>
                </c:pt>
                <c:pt idx="4051">
                  <c:v>0</c:v>
                </c:pt>
                <c:pt idx="4052">
                  <c:v>0</c:v>
                </c:pt>
                <c:pt idx="4053">
                  <c:v>0</c:v>
                </c:pt>
                <c:pt idx="4054">
                  <c:v>0</c:v>
                </c:pt>
                <c:pt idx="4055">
                  <c:v>0</c:v>
                </c:pt>
                <c:pt idx="4056">
                  <c:v>0</c:v>
                </c:pt>
                <c:pt idx="4057">
                  <c:v>2.5</c:v>
                </c:pt>
                <c:pt idx="4058">
                  <c:v>8</c:v>
                </c:pt>
                <c:pt idx="4059">
                  <c:v>8.3000000000000007</c:v>
                </c:pt>
                <c:pt idx="4060">
                  <c:v>8.3000000000000007</c:v>
                </c:pt>
                <c:pt idx="4061">
                  <c:v>8.1999999999999993</c:v>
                </c:pt>
                <c:pt idx="4062">
                  <c:v>8</c:v>
                </c:pt>
                <c:pt idx="4063">
                  <c:v>7.9</c:v>
                </c:pt>
                <c:pt idx="4064">
                  <c:v>7.9</c:v>
                </c:pt>
                <c:pt idx="4065">
                  <c:v>7.9</c:v>
                </c:pt>
                <c:pt idx="4066">
                  <c:v>7.9</c:v>
                </c:pt>
                <c:pt idx="4067">
                  <c:v>7.9</c:v>
                </c:pt>
                <c:pt idx="4068">
                  <c:v>7.5</c:v>
                </c:pt>
                <c:pt idx="4069">
                  <c:v>7.7</c:v>
                </c:pt>
                <c:pt idx="4070">
                  <c:v>7.7</c:v>
                </c:pt>
                <c:pt idx="4071">
                  <c:v>7.7</c:v>
                </c:pt>
                <c:pt idx="4072">
                  <c:v>7.7</c:v>
                </c:pt>
                <c:pt idx="4073">
                  <c:v>7.6</c:v>
                </c:pt>
                <c:pt idx="4074">
                  <c:v>7.5</c:v>
                </c:pt>
                <c:pt idx="4075">
                  <c:v>7.8</c:v>
                </c:pt>
                <c:pt idx="4076">
                  <c:v>7.9</c:v>
                </c:pt>
                <c:pt idx="4077">
                  <c:v>7.7</c:v>
                </c:pt>
                <c:pt idx="4078">
                  <c:v>7.6</c:v>
                </c:pt>
                <c:pt idx="4079">
                  <c:v>7.4</c:v>
                </c:pt>
                <c:pt idx="4080">
                  <c:v>7.7</c:v>
                </c:pt>
                <c:pt idx="4081">
                  <c:v>7.6</c:v>
                </c:pt>
                <c:pt idx="4082">
                  <c:v>7.6</c:v>
                </c:pt>
                <c:pt idx="4083">
                  <c:v>7.6</c:v>
                </c:pt>
                <c:pt idx="4084">
                  <c:v>7.8</c:v>
                </c:pt>
                <c:pt idx="4085">
                  <c:v>8.3000000000000007</c:v>
                </c:pt>
                <c:pt idx="4086">
                  <c:v>8.4</c:v>
                </c:pt>
                <c:pt idx="4087">
                  <c:v>8.1999999999999993</c:v>
                </c:pt>
                <c:pt idx="4088">
                  <c:v>8</c:v>
                </c:pt>
                <c:pt idx="4089">
                  <c:v>8.1999999999999993</c:v>
                </c:pt>
                <c:pt idx="4090">
                  <c:v>8.1999999999999993</c:v>
                </c:pt>
                <c:pt idx="4091">
                  <c:v>8.1999999999999993</c:v>
                </c:pt>
                <c:pt idx="4092">
                  <c:v>8.1999999999999993</c:v>
                </c:pt>
                <c:pt idx="4093">
                  <c:v>8.1999999999999993</c:v>
                </c:pt>
                <c:pt idx="4094">
                  <c:v>8.1999999999999993</c:v>
                </c:pt>
                <c:pt idx="4095">
                  <c:v>8.5</c:v>
                </c:pt>
                <c:pt idx="4096">
                  <c:v>8</c:v>
                </c:pt>
                <c:pt idx="4097">
                  <c:v>7.7</c:v>
                </c:pt>
                <c:pt idx="4098">
                  <c:v>8.1999999999999993</c:v>
                </c:pt>
                <c:pt idx="4099">
                  <c:v>8</c:v>
                </c:pt>
                <c:pt idx="4100">
                  <c:v>8.1999999999999993</c:v>
                </c:pt>
                <c:pt idx="4101">
                  <c:v>8</c:v>
                </c:pt>
                <c:pt idx="4102">
                  <c:v>8.1</c:v>
                </c:pt>
                <c:pt idx="4103">
                  <c:v>8.1</c:v>
                </c:pt>
                <c:pt idx="4104">
                  <c:v>8</c:v>
                </c:pt>
                <c:pt idx="4105">
                  <c:v>7.7</c:v>
                </c:pt>
                <c:pt idx="4106">
                  <c:v>7.8</c:v>
                </c:pt>
                <c:pt idx="4107">
                  <c:v>7.8</c:v>
                </c:pt>
                <c:pt idx="4108">
                  <c:v>7.9</c:v>
                </c:pt>
                <c:pt idx="4109">
                  <c:v>8</c:v>
                </c:pt>
                <c:pt idx="4110">
                  <c:v>7.7</c:v>
                </c:pt>
                <c:pt idx="4111">
                  <c:v>7.9</c:v>
                </c:pt>
                <c:pt idx="4112">
                  <c:v>7.8</c:v>
                </c:pt>
                <c:pt idx="4113">
                  <c:v>7.9</c:v>
                </c:pt>
                <c:pt idx="4114">
                  <c:v>7.9</c:v>
                </c:pt>
                <c:pt idx="4115">
                  <c:v>7.9</c:v>
                </c:pt>
                <c:pt idx="4116">
                  <c:v>7.6</c:v>
                </c:pt>
                <c:pt idx="4117">
                  <c:v>7.5</c:v>
                </c:pt>
                <c:pt idx="4118">
                  <c:v>7.5</c:v>
                </c:pt>
                <c:pt idx="4119">
                  <c:v>7.5</c:v>
                </c:pt>
                <c:pt idx="4120">
                  <c:v>7.6</c:v>
                </c:pt>
                <c:pt idx="4121">
                  <c:v>7.8</c:v>
                </c:pt>
                <c:pt idx="4122">
                  <c:v>7.8</c:v>
                </c:pt>
                <c:pt idx="4123">
                  <c:v>7.4</c:v>
                </c:pt>
                <c:pt idx="4124">
                  <c:v>7.5</c:v>
                </c:pt>
                <c:pt idx="4125">
                  <c:v>7.5</c:v>
                </c:pt>
                <c:pt idx="4126">
                  <c:v>7.4</c:v>
                </c:pt>
                <c:pt idx="4127">
                  <c:v>7.5</c:v>
                </c:pt>
                <c:pt idx="4128">
                  <c:v>7.6</c:v>
                </c:pt>
                <c:pt idx="4129">
                  <c:v>7.7</c:v>
                </c:pt>
                <c:pt idx="4130">
                  <c:v>7.6</c:v>
                </c:pt>
                <c:pt idx="4131">
                  <c:v>7.4</c:v>
                </c:pt>
                <c:pt idx="4132">
                  <c:v>7.5</c:v>
                </c:pt>
                <c:pt idx="4133">
                  <c:v>7.5</c:v>
                </c:pt>
                <c:pt idx="4134">
                  <c:v>7.6</c:v>
                </c:pt>
                <c:pt idx="4135">
                  <c:v>7.7</c:v>
                </c:pt>
                <c:pt idx="4136">
                  <c:v>7.5</c:v>
                </c:pt>
                <c:pt idx="4137">
                  <c:v>7.6</c:v>
                </c:pt>
                <c:pt idx="4138">
                  <c:v>7.6</c:v>
                </c:pt>
                <c:pt idx="4139">
                  <c:v>7.7</c:v>
                </c:pt>
                <c:pt idx="4140">
                  <c:v>7.8</c:v>
                </c:pt>
                <c:pt idx="4141">
                  <c:v>7.8</c:v>
                </c:pt>
                <c:pt idx="4142">
                  <c:v>7.8</c:v>
                </c:pt>
                <c:pt idx="4143">
                  <c:v>7.6</c:v>
                </c:pt>
                <c:pt idx="4144">
                  <c:v>7.4</c:v>
                </c:pt>
                <c:pt idx="4145">
                  <c:v>7.5</c:v>
                </c:pt>
                <c:pt idx="4146">
                  <c:v>7.5</c:v>
                </c:pt>
                <c:pt idx="4147">
                  <c:v>7.6</c:v>
                </c:pt>
                <c:pt idx="4148">
                  <c:v>7.6</c:v>
                </c:pt>
                <c:pt idx="4149">
                  <c:v>7.7</c:v>
                </c:pt>
                <c:pt idx="4150">
                  <c:v>7.4</c:v>
                </c:pt>
                <c:pt idx="4151">
                  <c:v>7.4</c:v>
                </c:pt>
                <c:pt idx="4152">
                  <c:v>7.3</c:v>
                </c:pt>
                <c:pt idx="4153">
                  <c:v>7.2</c:v>
                </c:pt>
                <c:pt idx="4154">
                  <c:v>7.4</c:v>
                </c:pt>
                <c:pt idx="4155">
                  <c:v>7.6</c:v>
                </c:pt>
                <c:pt idx="4156">
                  <c:v>7.7</c:v>
                </c:pt>
                <c:pt idx="4157">
                  <c:v>7.7</c:v>
                </c:pt>
                <c:pt idx="4158">
                  <c:v>7.8</c:v>
                </c:pt>
                <c:pt idx="4159">
                  <c:v>7.5</c:v>
                </c:pt>
                <c:pt idx="4160">
                  <c:v>7.9</c:v>
                </c:pt>
                <c:pt idx="4161">
                  <c:v>8.1999999999999993</c:v>
                </c:pt>
                <c:pt idx="4162">
                  <c:v>8</c:v>
                </c:pt>
                <c:pt idx="4163">
                  <c:v>7.5</c:v>
                </c:pt>
                <c:pt idx="4164">
                  <c:v>7.6</c:v>
                </c:pt>
                <c:pt idx="4165">
                  <c:v>7.9</c:v>
                </c:pt>
                <c:pt idx="4166">
                  <c:v>7.5</c:v>
                </c:pt>
                <c:pt idx="4167">
                  <c:v>7.5</c:v>
                </c:pt>
                <c:pt idx="4168">
                  <c:v>7.7</c:v>
                </c:pt>
                <c:pt idx="4169">
                  <c:v>7.6</c:v>
                </c:pt>
                <c:pt idx="4170">
                  <c:v>7.6</c:v>
                </c:pt>
                <c:pt idx="4171">
                  <c:v>7.7</c:v>
                </c:pt>
                <c:pt idx="4172">
                  <c:v>7.7</c:v>
                </c:pt>
                <c:pt idx="4173">
                  <c:v>7.7</c:v>
                </c:pt>
                <c:pt idx="4174">
                  <c:v>7.6</c:v>
                </c:pt>
                <c:pt idx="4175">
                  <c:v>7.5</c:v>
                </c:pt>
                <c:pt idx="4176">
                  <c:v>7.5</c:v>
                </c:pt>
                <c:pt idx="4177">
                  <c:v>7.4</c:v>
                </c:pt>
                <c:pt idx="4178">
                  <c:v>7.6</c:v>
                </c:pt>
                <c:pt idx="4179">
                  <c:v>7.7</c:v>
                </c:pt>
                <c:pt idx="4180">
                  <c:v>7.8</c:v>
                </c:pt>
                <c:pt idx="4181">
                  <c:v>7.8</c:v>
                </c:pt>
                <c:pt idx="4182">
                  <c:v>7.7</c:v>
                </c:pt>
                <c:pt idx="4183">
                  <c:v>7.8</c:v>
                </c:pt>
                <c:pt idx="4184">
                  <c:v>7.9</c:v>
                </c:pt>
                <c:pt idx="4185">
                  <c:v>7.8</c:v>
                </c:pt>
                <c:pt idx="4186">
                  <c:v>7.7</c:v>
                </c:pt>
                <c:pt idx="4187">
                  <c:v>7.8</c:v>
                </c:pt>
                <c:pt idx="4188">
                  <c:v>7.8</c:v>
                </c:pt>
                <c:pt idx="4189">
                  <c:v>7.8</c:v>
                </c:pt>
                <c:pt idx="4190">
                  <c:v>7.8</c:v>
                </c:pt>
                <c:pt idx="4191">
                  <c:v>7.9</c:v>
                </c:pt>
                <c:pt idx="4192">
                  <c:v>8</c:v>
                </c:pt>
                <c:pt idx="4193">
                  <c:v>8</c:v>
                </c:pt>
                <c:pt idx="4194">
                  <c:v>8</c:v>
                </c:pt>
                <c:pt idx="4195">
                  <c:v>7.7</c:v>
                </c:pt>
                <c:pt idx="4196">
                  <c:v>7.7</c:v>
                </c:pt>
                <c:pt idx="4197">
                  <c:v>7.7</c:v>
                </c:pt>
                <c:pt idx="4198">
                  <c:v>7.6</c:v>
                </c:pt>
                <c:pt idx="4199">
                  <c:v>7.9</c:v>
                </c:pt>
                <c:pt idx="4200">
                  <c:v>7.7</c:v>
                </c:pt>
                <c:pt idx="4201">
                  <c:v>7.6</c:v>
                </c:pt>
                <c:pt idx="4202">
                  <c:v>7.5</c:v>
                </c:pt>
                <c:pt idx="4203">
                  <c:v>7.7</c:v>
                </c:pt>
                <c:pt idx="4204">
                  <c:v>7.6</c:v>
                </c:pt>
                <c:pt idx="4205">
                  <c:v>7.6</c:v>
                </c:pt>
                <c:pt idx="4206">
                  <c:v>7.7</c:v>
                </c:pt>
                <c:pt idx="4207">
                  <c:v>7.6</c:v>
                </c:pt>
                <c:pt idx="4208">
                  <c:v>7.5</c:v>
                </c:pt>
                <c:pt idx="4209">
                  <c:v>7.4</c:v>
                </c:pt>
                <c:pt idx="4210">
                  <c:v>7.3</c:v>
                </c:pt>
                <c:pt idx="4211">
                  <c:v>7.5</c:v>
                </c:pt>
                <c:pt idx="4212">
                  <c:v>7.5</c:v>
                </c:pt>
                <c:pt idx="4213">
                  <c:v>7.6</c:v>
                </c:pt>
                <c:pt idx="4214">
                  <c:v>7.5</c:v>
                </c:pt>
                <c:pt idx="4215">
                  <c:v>7.4</c:v>
                </c:pt>
                <c:pt idx="4216">
                  <c:v>7.5</c:v>
                </c:pt>
                <c:pt idx="4217">
                  <c:v>7.3</c:v>
                </c:pt>
                <c:pt idx="4218">
                  <c:v>7.4</c:v>
                </c:pt>
                <c:pt idx="4219">
                  <c:v>7.4</c:v>
                </c:pt>
                <c:pt idx="4220">
                  <c:v>7.3</c:v>
                </c:pt>
                <c:pt idx="4221">
                  <c:v>7.4</c:v>
                </c:pt>
                <c:pt idx="4222">
                  <c:v>7.5</c:v>
                </c:pt>
                <c:pt idx="4223">
                  <c:v>7.3</c:v>
                </c:pt>
                <c:pt idx="4224">
                  <c:v>7.4</c:v>
                </c:pt>
                <c:pt idx="4225">
                  <c:v>7.3</c:v>
                </c:pt>
                <c:pt idx="4226">
                  <c:v>7.5</c:v>
                </c:pt>
                <c:pt idx="4227">
                  <c:v>7.7</c:v>
                </c:pt>
                <c:pt idx="4228">
                  <c:v>7.5</c:v>
                </c:pt>
                <c:pt idx="4229">
                  <c:v>7.6</c:v>
                </c:pt>
                <c:pt idx="4230">
                  <c:v>7.7</c:v>
                </c:pt>
                <c:pt idx="4231">
                  <c:v>7.6</c:v>
                </c:pt>
                <c:pt idx="4232">
                  <c:v>7.7</c:v>
                </c:pt>
                <c:pt idx="4233">
                  <c:v>7.8</c:v>
                </c:pt>
                <c:pt idx="4234">
                  <c:v>7.8</c:v>
                </c:pt>
                <c:pt idx="4235">
                  <c:v>7.6</c:v>
                </c:pt>
                <c:pt idx="4236">
                  <c:v>7.8</c:v>
                </c:pt>
                <c:pt idx="4237">
                  <c:v>7.6</c:v>
                </c:pt>
                <c:pt idx="4238">
                  <c:v>7.7</c:v>
                </c:pt>
                <c:pt idx="4239">
                  <c:v>7.8</c:v>
                </c:pt>
                <c:pt idx="4240">
                  <c:v>7.7</c:v>
                </c:pt>
                <c:pt idx="4241">
                  <c:v>7.7</c:v>
                </c:pt>
                <c:pt idx="4242">
                  <c:v>7.8</c:v>
                </c:pt>
                <c:pt idx="4243">
                  <c:v>7.5</c:v>
                </c:pt>
                <c:pt idx="4244">
                  <c:v>7.6</c:v>
                </c:pt>
                <c:pt idx="4245">
                  <c:v>7.5</c:v>
                </c:pt>
                <c:pt idx="4246">
                  <c:v>7.7</c:v>
                </c:pt>
                <c:pt idx="4247">
                  <c:v>7.7</c:v>
                </c:pt>
                <c:pt idx="4248">
                  <c:v>7.7</c:v>
                </c:pt>
                <c:pt idx="4249">
                  <c:v>7.9</c:v>
                </c:pt>
                <c:pt idx="4250">
                  <c:v>8</c:v>
                </c:pt>
                <c:pt idx="4251">
                  <c:v>7.9</c:v>
                </c:pt>
                <c:pt idx="4252">
                  <c:v>7.8</c:v>
                </c:pt>
                <c:pt idx="4253">
                  <c:v>7.8</c:v>
                </c:pt>
                <c:pt idx="4254">
                  <c:v>7.9</c:v>
                </c:pt>
                <c:pt idx="4255">
                  <c:v>7.9</c:v>
                </c:pt>
                <c:pt idx="4256">
                  <c:v>7.8</c:v>
                </c:pt>
                <c:pt idx="4257">
                  <c:v>8</c:v>
                </c:pt>
                <c:pt idx="4258">
                  <c:v>7.9</c:v>
                </c:pt>
                <c:pt idx="4259">
                  <c:v>8.1</c:v>
                </c:pt>
                <c:pt idx="4260">
                  <c:v>7.7</c:v>
                </c:pt>
                <c:pt idx="4261">
                  <c:v>7.6</c:v>
                </c:pt>
                <c:pt idx="4262">
                  <c:v>7.7</c:v>
                </c:pt>
                <c:pt idx="4263">
                  <c:v>7.9</c:v>
                </c:pt>
                <c:pt idx="4264">
                  <c:v>7.9</c:v>
                </c:pt>
                <c:pt idx="4265">
                  <c:v>7.8</c:v>
                </c:pt>
                <c:pt idx="4266">
                  <c:v>8</c:v>
                </c:pt>
                <c:pt idx="4267">
                  <c:v>8</c:v>
                </c:pt>
                <c:pt idx="4268">
                  <c:v>7.8</c:v>
                </c:pt>
                <c:pt idx="4269">
                  <c:v>7.7</c:v>
                </c:pt>
                <c:pt idx="4270">
                  <c:v>7.9</c:v>
                </c:pt>
                <c:pt idx="4271">
                  <c:v>7.8</c:v>
                </c:pt>
                <c:pt idx="4272">
                  <c:v>7.7</c:v>
                </c:pt>
                <c:pt idx="4273">
                  <c:v>8.1999999999999993</c:v>
                </c:pt>
                <c:pt idx="4274">
                  <c:v>8.4</c:v>
                </c:pt>
                <c:pt idx="4275">
                  <c:v>7.9</c:v>
                </c:pt>
                <c:pt idx="4276">
                  <c:v>7.8</c:v>
                </c:pt>
                <c:pt idx="4277">
                  <c:v>8.4</c:v>
                </c:pt>
                <c:pt idx="4278">
                  <c:v>8.4</c:v>
                </c:pt>
                <c:pt idx="4279">
                  <c:v>8.3000000000000007</c:v>
                </c:pt>
                <c:pt idx="4280">
                  <c:v>8.3000000000000007</c:v>
                </c:pt>
                <c:pt idx="4281">
                  <c:v>8.3000000000000007</c:v>
                </c:pt>
                <c:pt idx="4282">
                  <c:v>8.4</c:v>
                </c:pt>
                <c:pt idx="4283">
                  <c:v>8.6999999999999993</c:v>
                </c:pt>
                <c:pt idx="4284">
                  <c:v>8.6</c:v>
                </c:pt>
                <c:pt idx="4285">
                  <c:v>8.5</c:v>
                </c:pt>
                <c:pt idx="4286">
                  <c:v>8.1999999999999993</c:v>
                </c:pt>
                <c:pt idx="4287">
                  <c:v>8.6</c:v>
                </c:pt>
                <c:pt idx="4288">
                  <c:v>8.6999999999999993</c:v>
                </c:pt>
                <c:pt idx="4289">
                  <c:v>8.3000000000000007</c:v>
                </c:pt>
                <c:pt idx="4290">
                  <c:v>8.1</c:v>
                </c:pt>
                <c:pt idx="4291">
                  <c:v>8.5</c:v>
                </c:pt>
                <c:pt idx="4292">
                  <c:v>8.5</c:v>
                </c:pt>
                <c:pt idx="4293">
                  <c:v>8.6</c:v>
                </c:pt>
                <c:pt idx="4294">
                  <c:v>8.8000000000000007</c:v>
                </c:pt>
                <c:pt idx="4295">
                  <c:v>8.9</c:v>
                </c:pt>
                <c:pt idx="4296">
                  <c:v>9</c:v>
                </c:pt>
                <c:pt idx="4297">
                  <c:v>9</c:v>
                </c:pt>
                <c:pt idx="4298">
                  <c:v>8.9</c:v>
                </c:pt>
                <c:pt idx="4299">
                  <c:v>8.8000000000000007</c:v>
                </c:pt>
                <c:pt idx="4300">
                  <c:v>9</c:v>
                </c:pt>
                <c:pt idx="4301">
                  <c:v>8.9</c:v>
                </c:pt>
                <c:pt idx="4302">
                  <c:v>8.5</c:v>
                </c:pt>
                <c:pt idx="4303">
                  <c:v>8.6999999999999993</c:v>
                </c:pt>
                <c:pt idx="4304">
                  <c:v>8.9</c:v>
                </c:pt>
                <c:pt idx="4305">
                  <c:v>8.6999999999999993</c:v>
                </c:pt>
                <c:pt idx="4306">
                  <c:v>8.6999999999999993</c:v>
                </c:pt>
                <c:pt idx="4307">
                  <c:v>8.6</c:v>
                </c:pt>
                <c:pt idx="4308">
                  <c:v>8.6</c:v>
                </c:pt>
                <c:pt idx="4309">
                  <c:v>8.8000000000000007</c:v>
                </c:pt>
                <c:pt idx="4310">
                  <c:v>8.6999999999999993</c:v>
                </c:pt>
                <c:pt idx="4311">
                  <c:v>8.8000000000000007</c:v>
                </c:pt>
                <c:pt idx="4312">
                  <c:v>8.9</c:v>
                </c:pt>
                <c:pt idx="4313">
                  <c:v>8.8000000000000007</c:v>
                </c:pt>
                <c:pt idx="4314">
                  <c:v>8.8000000000000007</c:v>
                </c:pt>
                <c:pt idx="4315">
                  <c:v>8.8000000000000007</c:v>
                </c:pt>
                <c:pt idx="4316">
                  <c:v>8.9</c:v>
                </c:pt>
                <c:pt idx="4317">
                  <c:v>8.9</c:v>
                </c:pt>
                <c:pt idx="4318">
                  <c:v>8.6999999999999993</c:v>
                </c:pt>
                <c:pt idx="4319">
                  <c:v>8.8000000000000007</c:v>
                </c:pt>
                <c:pt idx="4320">
                  <c:v>8.6</c:v>
                </c:pt>
                <c:pt idx="4321">
                  <c:v>8.6999999999999993</c:v>
                </c:pt>
                <c:pt idx="4322">
                  <c:v>8.6999999999999993</c:v>
                </c:pt>
                <c:pt idx="4323">
                  <c:v>8.9</c:v>
                </c:pt>
                <c:pt idx="4324">
                  <c:v>8.8000000000000007</c:v>
                </c:pt>
                <c:pt idx="4325">
                  <c:v>8.6999999999999993</c:v>
                </c:pt>
                <c:pt idx="4326">
                  <c:v>8.8000000000000007</c:v>
                </c:pt>
                <c:pt idx="4327">
                  <c:v>8.8000000000000007</c:v>
                </c:pt>
                <c:pt idx="4328">
                  <c:v>9</c:v>
                </c:pt>
                <c:pt idx="4329">
                  <c:v>9.1</c:v>
                </c:pt>
                <c:pt idx="4330">
                  <c:v>8.8000000000000007</c:v>
                </c:pt>
                <c:pt idx="4331">
                  <c:v>8.8000000000000007</c:v>
                </c:pt>
                <c:pt idx="4332">
                  <c:v>8.6999999999999993</c:v>
                </c:pt>
                <c:pt idx="4333">
                  <c:v>8.6999999999999993</c:v>
                </c:pt>
                <c:pt idx="4334">
                  <c:v>8.6999999999999993</c:v>
                </c:pt>
                <c:pt idx="4335">
                  <c:v>8.8000000000000007</c:v>
                </c:pt>
                <c:pt idx="4336">
                  <c:v>8.5</c:v>
                </c:pt>
                <c:pt idx="4337">
                  <c:v>8.4</c:v>
                </c:pt>
                <c:pt idx="4338">
                  <c:v>8.3000000000000007</c:v>
                </c:pt>
                <c:pt idx="4339">
                  <c:v>8.5</c:v>
                </c:pt>
                <c:pt idx="4340">
                  <c:v>8.6999999999999993</c:v>
                </c:pt>
                <c:pt idx="4341">
                  <c:v>8.6999999999999993</c:v>
                </c:pt>
                <c:pt idx="4342">
                  <c:v>8.6999999999999993</c:v>
                </c:pt>
                <c:pt idx="4343">
                  <c:v>8.8000000000000007</c:v>
                </c:pt>
                <c:pt idx="4344">
                  <c:v>8.6999999999999993</c:v>
                </c:pt>
                <c:pt idx="4345">
                  <c:v>8.4</c:v>
                </c:pt>
                <c:pt idx="4346">
                  <c:v>8.6999999999999993</c:v>
                </c:pt>
                <c:pt idx="4347">
                  <c:v>8.6</c:v>
                </c:pt>
                <c:pt idx="4348">
                  <c:v>8.8000000000000007</c:v>
                </c:pt>
                <c:pt idx="4349">
                  <c:v>8.6999999999999993</c:v>
                </c:pt>
                <c:pt idx="4350">
                  <c:v>8.9</c:v>
                </c:pt>
                <c:pt idx="4351">
                  <c:v>8.6999999999999993</c:v>
                </c:pt>
                <c:pt idx="4352">
                  <c:v>8.6999999999999993</c:v>
                </c:pt>
                <c:pt idx="4353">
                  <c:v>8.9</c:v>
                </c:pt>
                <c:pt idx="4354">
                  <c:v>8.6999999999999993</c:v>
                </c:pt>
                <c:pt idx="4355">
                  <c:v>8.6</c:v>
                </c:pt>
                <c:pt idx="4356">
                  <c:v>8.5</c:v>
                </c:pt>
                <c:pt idx="4357">
                  <c:v>8.6999999999999993</c:v>
                </c:pt>
                <c:pt idx="4358">
                  <c:v>8.5</c:v>
                </c:pt>
                <c:pt idx="4359">
                  <c:v>8.6</c:v>
                </c:pt>
                <c:pt idx="4360">
                  <c:v>8.6</c:v>
                </c:pt>
                <c:pt idx="4361">
                  <c:v>8.5</c:v>
                </c:pt>
                <c:pt idx="4362">
                  <c:v>8.6999999999999993</c:v>
                </c:pt>
                <c:pt idx="4363">
                  <c:v>8.8000000000000007</c:v>
                </c:pt>
                <c:pt idx="4364">
                  <c:v>8.6</c:v>
                </c:pt>
                <c:pt idx="4365">
                  <c:v>8.5</c:v>
                </c:pt>
                <c:pt idx="4366">
                  <c:v>8.6999999999999993</c:v>
                </c:pt>
                <c:pt idx="4367">
                  <c:v>8.6</c:v>
                </c:pt>
                <c:pt idx="4368">
                  <c:v>8.6999999999999993</c:v>
                </c:pt>
                <c:pt idx="4369">
                  <c:v>8.6</c:v>
                </c:pt>
                <c:pt idx="4370">
                  <c:v>8.5</c:v>
                </c:pt>
                <c:pt idx="4371">
                  <c:v>8.6</c:v>
                </c:pt>
                <c:pt idx="4372">
                  <c:v>8.5</c:v>
                </c:pt>
                <c:pt idx="4373">
                  <c:v>8.4</c:v>
                </c:pt>
                <c:pt idx="4374">
                  <c:v>8.5</c:v>
                </c:pt>
                <c:pt idx="4375">
                  <c:v>8.8000000000000007</c:v>
                </c:pt>
                <c:pt idx="4376">
                  <c:v>8.8000000000000007</c:v>
                </c:pt>
                <c:pt idx="4377">
                  <c:v>8.6999999999999993</c:v>
                </c:pt>
                <c:pt idx="4378">
                  <c:v>8.6999999999999993</c:v>
                </c:pt>
                <c:pt idx="4379">
                  <c:v>8.8000000000000007</c:v>
                </c:pt>
                <c:pt idx="4380">
                  <c:v>8.6999999999999993</c:v>
                </c:pt>
                <c:pt idx="4381">
                  <c:v>8.8000000000000007</c:v>
                </c:pt>
                <c:pt idx="4382">
                  <c:v>8.8000000000000007</c:v>
                </c:pt>
                <c:pt idx="4383">
                  <c:v>8.9</c:v>
                </c:pt>
                <c:pt idx="4384">
                  <c:v>9</c:v>
                </c:pt>
                <c:pt idx="4385">
                  <c:v>9</c:v>
                </c:pt>
                <c:pt idx="4386">
                  <c:v>8.8000000000000007</c:v>
                </c:pt>
                <c:pt idx="4387">
                  <c:v>8.8000000000000007</c:v>
                </c:pt>
                <c:pt idx="4388">
                  <c:v>8.9</c:v>
                </c:pt>
                <c:pt idx="4389">
                  <c:v>8.8000000000000007</c:v>
                </c:pt>
                <c:pt idx="4390">
                  <c:v>8.5</c:v>
                </c:pt>
                <c:pt idx="4391">
                  <c:v>8.5</c:v>
                </c:pt>
                <c:pt idx="4392">
                  <c:v>8.4</c:v>
                </c:pt>
                <c:pt idx="4393">
                  <c:v>8.3000000000000007</c:v>
                </c:pt>
                <c:pt idx="4394">
                  <c:v>8.4</c:v>
                </c:pt>
                <c:pt idx="4395">
                  <c:v>8.4</c:v>
                </c:pt>
                <c:pt idx="4396">
                  <c:v>8.4</c:v>
                </c:pt>
                <c:pt idx="4397">
                  <c:v>8.6999999999999993</c:v>
                </c:pt>
                <c:pt idx="4398">
                  <c:v>8.6999999999999993</c:v>
                </c:pt>
                <c:pt idx="4399">
                  <c:v>8.6999999999999993</c:v>
                </c:pt>
                <c:pt idx="4400">
                  <c:v>8.6</c:v>
                </c:pt>
                <c:pt idx="4401">
                  <c:v>8.6999999999999993</c:v>
                </c:pt>
                <c:pt idx="4402">
                  <c:v>8.6999999999999993</c:v>
                </c:pt>
                <c:pt idx="4403">
                  <c:v>8.9</c:v>
                </c:pt>
                <c:pt idx="4404">
                  <c:v>8.9</c:v>
                </c:pt>
                <c:pt idx="4405">
                  <c:v>8.9</c:v>
                </c:pt>
                <c:pt idx="4406">
                  <c:v>8.6</c:v>
                </c:pt>
                <c:pt idx="4407">
                  <c:v>8.8000000000000007</c:v>
                </c:pt>
                <c:pt idx="4408">
                  <c:v>8.9</c:v>
                </c:pt>
                <c:pt idx="4409">
                  <c:v>8.6</c:v>
                </c:pt>
                <c:pt idx="4410">
                  <c:v>8.5</c:v>
                </c:pt>
                <c:pt idx="4411">
                  <c:v>8.4</c:v>
                </c:pt>
                <c:pt idx="4412">
                  <c:v>8.3000000000000007</c:v>
                </c:pt>
                <c:pt idx="4413">
                  <c:v>8.3000000000000007</c:v>
                </c:pt>
                <c:pt idx="4414">
                  <c:v>8.3000000000000007</c:v>
                </c:pt>
                <c:pt idx="4415">
                  <c:v>8.6</c:v>
                </c:pt>
                <c:pt idx="4416">
                  <c:v>8.4</c:v>
                </c:pt>
                <c:pt idx="4417">
                  <c:v>8.5</c:v>
                </c:pt>
                <c:pt idx="4418">
                  <c:v>8.4</c:v>
                </c:pt>
                <c:pt idx="4419">
                  <c:v>8.1999999999999993</c:v>
                </c:pt>
                <c:pt idx="4420">
                  <c:v>8.1999999999999993</c:v>
                </c:pt>
                <c:pt idx="4421">
                  <c:v>8.1999999999999993</c:v>
                </c:pt>
                <c:pt idx="4422">
                  <c:v>8.3000000000000007</c:v>
                </c:pt>
                <c:pt idx="4423">
                  <c:v>8.3000000000000007</c:v>
                </c:pt>
                <c:pt idx="4424">
                  <c:v>8.5</c:v>
                </c:pt>
                <c:pt idx="4425">
                  <c:v>8.5</c:v>
                </c:pt>
                <c:pt idx="4426">
                  <c:v>8.6</c:v>
                </c:pt>
                <c:pt idx="4427">
                  <c:v>8.8000000000000007</c:v>
                </c:pt>
                <c:pt idx="4428">
                  <c:v>8.8000000000000007</c:v>
                </c:pt>
                <c:pt idx="4429">
                  <c:v>8.8000000000000007</c:v>
                </c:pt>
                <c:pt idx="4430">
                  <c:v>8.9</c:v>
                </c:pt>
                <c:pt idx="4431">
                  <c:v>8.6</c:v>
                </c:pt>
                <c:pt idx="4432">
                  <c:v>8.6999999999999993</c:v>
                </c:pt>
                <c:pt idx="4433">
                  <c:v>8.6999999999999993</c:v>
                </c:pt>
                <c:pt idx="4434">
                  <c:v>8.8000000000000007</c:v>
                </c:pt>
                <c:pt idx="4435">
                  <c:v>8.6</c:v>
                </c:pt>
                <c:pt idx="4436">
                  <c:v>8.6999999999999993</c:v>
                </c:pt>
                <c:pt idx="4437">
                  <c:v>8.6999999999999993</c:v>
                </c:pt>
                <c:pt idx="4438">
                  <c:v>8.6999999999999993</c:v>
                </c:pt>
                <c:pt idx="4439">
                  <c:v>8.6999999999999993</c:v>
                </c:pt>
                <c:pt idx="4440">
                  <c:v>8.6999999999999993</c:v>
                </c:pt>
                <c:pt idx="4441">
                  <c:v>8.6</c:v>
                </c:pt>
                <c:pt idx="4442">
                  <c:v>8.4</c:v>
                </c:pt>
                <c:pt idx="4443">
                  <c:v>8.4</c:v>
                </c:pt>
                <c:pt idx="4444">
                  <c:v>8.3000000000000007</c:v>
                </c:pt>
                <c:pt idx="4445">
                  <c:v>8.3000000000000007</c:v>
                </c:pt>
                <c:pt idx="4446">
                  <c:v>8.3000000000000007</c:v>
                </c:pt>
                <c:pt idx="4447">
                  <c:v>8.3000000000000007</c:v>
                </c:pt>
                <c:pt idx="4448">
                  <c:v>8.3000000000000007</c:v>
                </c:pt>
                <c:pt idx="4449">
                  <c:v>8.6999999999999993</c:v>
                </c:pt>
                <c:pt idx="4450">
                  <c:v>8.6</c:v>
                </c:pt>
                <c:pt idx="4451">
                  <c:v>8.6</c:v>
                </c:pt>
                <c:pt idx="4452">
                  <c:v>8.5</c:v>
                </c:pt>
                <c:pt idx="4453">
                  <c:v>8.6</c:v>
                </c:pt>
                <c:pt idx="4454">
                  <c:v>8.6</c:v>
                </c:pt>
                <c:pt idx="4455">
                  <c:v>8.6</c:v>
                </c:pt>
                <c:pt idx="4456">
                  <c:v>8.5</c:v>
                </c:pt>
                <c:pt idx="4457">
                  <c:v>8.5</c:v>
                </c:pt>
                <c:pt idx="4458">
                  <c:v>8.4</c:v>
                </c:pt>
                <c:pt idx="4459">
                  <c:v>8.4</c:v>
                </c:pt>
                <c:pt idx="4460">
                  <c:v>8.5</c:v>
                </c:pt>
                <c:pt idx="4461">
                  <c:v>8.5</c:v>
                </c:pt>
                <c:pt idx="4462">
                  <c:v>8.5</c:v>
                </c:pt>
                <c:pt idx="4463">
                  <c:v>8.5</c:v>
                </c:pt>
                <c:pt idx="4464">
                  <c:v>8.4</c:v>
                </c:pt>
                <c:pt idx="4465">
                  <c:v>8.4</c:v>
                </c:pt>
                <c:pt idx="4466">
                  <c:v>8.4</c:v>
                </c:pt>
                <c:pt idx="4467">
                  <c:v>8.5</c:v>
                </c:pt>
                <c:pt idx="4468">
                  <c:v>8.4</c:v>
                </c:pt>
                <c:pt idx="4469">
                  <c:v>8.5</c:v>
                </c:pt>
                <c:pt idx="4470">
                  <c:v>8.6</c:v>
                </c:pt>
                <c:pt idx="4471">
                  <c:v>8.5</c:v>
                </c:pt>
                <c:pt idx="4472">
                  <c:v>8.6</c:v>
                </c:pt>
                <c:pt idx="4473">
                  <c:v>8.8000000000000007</c:v>
                </c:pt>
                <c:pt idx="4474">
                  <c:v>8.6</c:v>
                </c:pt>
                <c:pt idx="4475">
                  <c:v>8.6999999999999993</c:v>
                </c:pt>
                <c:pt idx="4476">
                  <c:v>8.8000000000000007</c:v>
                </c:pt>
                <c:pt idx="4477">
                  <c:v>8.9</c:v>
                </c:pt>
                <c:pt idx="4478">
                  <c:v>8.6999999999999993</c:v>
                </c:pt>
                <c:pt idx="4479">
                  <c:v>8.8000000000000007</c:v>
                </c:pt>
                <c:pt idx="4480">
                  <c:v>8.6999999999999993</c:v>
                </c:pt>
                <c:pt idx="4481">
                  <c:v>8.6</c:v>
                </c:pt>
                <c:pt idx="4482">
                  <c:v>8.9</c:v>
                </c:pt>
                <c:pt idx="4483">
                  <c:v>9.3000000000000007</c:v>
                </c:pt>
                <c:pt idx="4484">
                  <c:v>9.1999999999999993</c:v>
                </c:pt>
                <c:pt idx="4485">
                  <c:v>1.6</c:v>
                </c:pt>
                <c:pt idx="4486">
                  <c:v>0.1</c:v>
                </c:pt>
                <c:pt idx="4487">
                  <c:v>0</c:v>
                </c:pt>
                <c:pt idx="4488">
                  <c:v>0.1</c:v>
                </c:pt>
                <c:pt idx="4489">
                  <c:v>0</c:v>
                </c:pt>
                <c:pt idx="4490">
                  <c:v>0</c:v>
                </c:pt>
                <c:pt idx="4491">
                  <c:v>0</c:v>
                </c:pt>
                <c:pt idx="4492">
                  <c:v>0</c:v>
                </c:pt>
                <c:pt idx="4493">
                  <c:v>0</c:v>
                </c:pt>
                <c:pt idx="4494">
                  <c:v>0</c:v>
                </c:pt>
                <c:pt idx="4495">
                  <c:v>0</c:v>
                </c:pt>
                <c:pt idx="4496">
                  <c:v>0</c:v>
                </c:pt>
                <c:pt idx="4497">
                  <c:v>0.2</c:v>
                </c:pt>
                <c:pt idx="4498">
                  <c:v>9.5</c:v>
                </c:pt>
                <c:pt idx="4499">
                  <c:v>9.6999999999999993</c:v>
                </c:pt>
                <c:pt idx="4500">
                  <c:v>9.8000000000000007</c:v>
                </c:pt>
                <c:pt idx="4501">
                  <c:v>9.6999999999999993</c:v>
                </c:pt>
                <c:pt idx="4502">
                  <c:v>9.3000000000000007</c:v>
                </c:pt>
                <c:pt idx="4503">
                  <c:v>9.4</c:v>
                </c:pt>
                <c:pt idx="4504">
                  <c:v>9.6</c:v>
                </c:pt>
                <c:pt idx="4505">
                  <c:v>9.1999999999999993</c:v>
                </c:pt>
                <c:pt idx="4506">
                  <c:v>9.5</c:v>
                </c:pt>
                <c:pt idx="4507">
                  <c:v>9.1999999999999993</c:v>
                </c:pt>
                <c:pt idx="4508">
                  <c:v>9.5</c:v>
                </c:pt>
                <c:pt idx="4509">
                  <c:v>9.6999999999999993</c:v>
                </c:pt>
                <c:pt idx="4510">
                  <c:v>9.4</c:v>
                </c:pt>
                <c:pt idx="4511">
                  <c:v>9.6999999999999993</c:v>
                </c:pt>
                <c:pt idx="4512">
                  <c:v>9.8000000000000007</c:v>
                </c:pt>
                <c:pt idx="4513">
                  <c:v>9.5</c:v>
                </c:pt>
                <c:pt idx="4514">
                  <c:v>9.6999999999999993</c:v>
                </c:pt>
                <c:pt idx="4515">
                  <c:v>9.6999999999999993</c:v>
                </c:pt>
                <c:pt idx="4516">
                  <c:v>9.6999999999999993</c:v>
                </c:pt>
                <c:pt idx="4517">
                  <c:v>9.6999999999999993</c:v>
                </c:pt>
                <c:pt idx="4518">
                  <c:v>9.6999999999999993</c:v>
                </c:pt>
                <c:pt idx="4519">
                  <c:v>9.6999999999999993</c:v>
                </c:pt>
                <c:pt idx="4520">
                  <c:v>9.6999999999999993</c:v>
                </c:pt>
                <c:pt idx="4521">
                  <c:v>9.8000000000000007</c:v>
                </c:pt>
                <c:pt idx="4522">
                  <c:v>9.6999999999999993</c:v>
                </c:pt>
                <c:pt idx="4523">
                  <c:v>9.6999999999999993</c:v>
                </c:pt>
                <c:pt idx="4524">
                  <c:v>9.4</c:v>
                </c:pt>
                <c:pt idx="4525">
                  <c:v>9.6</c:v>
                </c:pt>
                <c:pt idx="4526">
                  <c:v>9.6</c:v>
                </c:pt>
                <c:pt idx="4527">
                  <c:v>9.6999999999999993</c:v>
                </c:pt>
                <c:pt idx="4528">
                  <c:v>9.6</c:v>
                </c:pt>
                <c:pt idx="4529">
                  <c:v>9.5</c:v>
                </c:pt>
                <c:pt idx="4530">
                  <c:v>9.4</c:v>
                </c:pt>
                <c:pt idx="4531">
                  <c:v>9.5</c:v>
                </c:pt>
                <c:pt idx="4532">
                  <c:v>9.4</c:v>
                </c:pt>
                <c:pt idx="4533">
                  <c:v>9.5</c:v>
                </c:pt>
                <c:pt idx="4534">
                  <c:v>9.4</c:v>
                </c:pt>
                <c:pt idx="4535">
                  <c:v>9.5</c:v>
                </c:pt>
                <c:pt idx="4536">
                  <c:v>9.6999999999999993</c:v>
                </c:pt>
                <c:pt idx="4537">
                  <c:v>9.6</c:v>
                </c:pt>
                <c:pt idx="4538">
                  <c:v>9.5</c:v>
                </c:pt>
                <c:pt idx="4539">
                  <c:v>9.5</c:v>
                </c:pt>
                <c:pt idx="4540">
                  <c:v>9.3000000000000007</c:v>
                </c:pt>
                <c:pt idx="4541">
                  <c:v>8.9</c:v>
                </c:pt>
                <c:pt idx="4542">
                  <c:v>9.3000000000000007</c:v>
                </c:pt>
                <c:pt idx="4543">
                  <c:v>9.6999999999999993</c:v>
                </c:pt>
                <c:pt idx="4544">
                  <c:v>9.4</c:v>
                </c:pt>
                <c:pt idx="4545">
                  <c:v>9.5</c:v>
                </c:pt>
                <c:pt idx="4546">
                  <c:v>9.8000000000000007</c:v>
                </c:pt>
                <c:pt idx="4547">
                  <c:v>9.6999999999999993</c:v>
                </c:pt>
                <c:pt idx="4548">
                  <c:v>9.6999999999999993</c:v>
                </c:pt>
                <c:pt idx="4549">
                  <c:v>9.9</c:v>
                </c:pt>
                <c:pt idx="4550">
                  <c:v>10</c:v>
                </c:pt>
                <c:pt idx="4551">
                  <c:v>9.8000000000000007</c:v>
                </c:pt>
                <c:pt idx="4552">
                  <c:v>9.8000000000000007</c:v>
                </c:pt>
                <c:pt idx="4553">
                  <c:v>9.8000000000000007</c:v>
                </c:pt>
                <c:pt idx="4554">
                  <c:v>9.6</c:v>
                </c:pt>
                <c:pt idx="4555">
                  <c:v>9.6999999999999993</c:v>
                </c:pt>
                <c:pt idx="4556">
                  <c:v>9.9</c:v>
                </c:pt>
                <c:pt idx="4557">
                  <c:v>10</c:v>
                </c:pt>
                <c:pt idx="4558">
                  <c:v>9.6999999999999993</c:v>
                </c:pt>
                <c:pt idx="4559">
                  <c:v>9.8000000000000007</c:v>
                </c:pt>
                <c:pt idx="4560">
                  <c:v>9.6999999999999993</c:v>
                </c:pt>
                <c:pt idx="4561">
                  <c:v>9.8000000000000007</c:v>
                </c:pt>
                <c:pt idx="4562">
                  <c:v>9.8000000000000007</c:v>
                </c:pt>
                <c:pt idx="4563">
                  <c:v>9.8000000000000007</c:v>
                </c:pt>
                <c:pt idx="4564">
                  <c:v>9.8000000000000007</c:v>
                </c:pt>
                <c:pt idx="4565">
                  <c:v>9.8000000000000007</c:v>
                </c:pt>
                <c:pt idx="4566">
                  <c:v>9.9</c:v>
                </c:pt>
                <c:pt idx="4567">
                  <c:v>9.9</c:v>
                </c:pt>
                <c:pt idx="4568">
                  <c:v>9.9</c:v>
                </c:pt>
                <c:pt idx="4569">
                  <c:v>10</c:v>
                </c:pt>
                <c:pt idx="4570">
                  <c:v>10</c:v>
                </c:pt>
                <c:pt idx="4571">
                  <c:v>9.9</c:v>
                </c:pt>
                <c:pt idx="4572">
                  <c:v>9.8000000000000007</c:v>
                </c:pt>
                <c:pt idx="4573">
                  <c:v>9.9</c:v>
                </c:pt>
                <c:pt idx="4574">
                  <c:v>9.8000000000000007</c:v>
                </c:pt>
                <c:pt idx="4575">
                  <c:v>10</c:v>
                </c:pt>
                <c:pt idx="4576">
                  <c:v>9.9</c:v>
                </c:pt>
                <c:pt idx="4577">
                  <c:v>9.3000000000000007</c:v>
                </c:pt>
                <c:pt idx="4578">
                  <c:v>9.6</c:v>
                </c:pt>
                <c:pt idx="4579">
                  <c:v>9.6</c:v>
                </c:pt>
                <c:pt idx="4580">
                  <c:v>9.8000000000000007</c:v>
                </c:pt>
                <c:pt idx="4581">
                  <c:v>9.9</c:v>
                </c:pt>
                <c:pt idx="4582">
                  <c:v>10</c:v>
                </c:pt>
                <c:pt idx="4583">
                  <c:v>10</c:v>
                </c:pt>
                <c:pt idx="4584">
                  <c:v>10</c:v>
                </c:pt>
                <c:pt idx="4585">
                  <c:v>9.9</c:v>
                </c:pt>
                <c:pt idx="4586">
                  <c:v>9.8000000000000007</c:v>
                </c:pt>
                <c:pt idx="4587">
                  <c:v>9.8000000000000007</c:v>
                </c:pt>
                <c:pt idx="4588">
                  <c:v>9.9</c:v>
                </c:pt>
                <c:pt idx="4589">
                  <c:v>9.6999999999999993</c:v>
                </c:pt>
                <c:pt idx="4590">
                  <c:v>9.8000000000000007</c:v>
                </c:pt>
                <c:pt idx="4591">
                  <c:v>9.8000000000000007</c:v>
                </c:pt>
                <c:pt idx="4592">
                  <c:v>9.6999999999999993</c:v>
                </c:pt>
                <c:pt idx="4593">
                  <c:v>9.6</c:v>
                </c:pt>
                <c:pt idx="4594">
                  <c:v>9.6999999999999993</c:v>
                </c:pt>
                <c:pt idx="4595">
                  <c:v>9.6</c:v>
                </c:pt>
                <c:pt idx="4596">
                  <c:v>9.6999999999999993</c:v>
                </c:pt>
                <c:pt idx="4597">
                  <c:v>9.5</c:v>
                </c:pt>
                <c:pt idx="4598">
                  <c:v>9.5</c:v>
                </c:pt>
                <c:pt idx="4599">
                  <c:v>9.1999999999999993</c:v>
                </c:pt>
                <c:pt idx="4600">
                  <c:v>9.1999999999999993</c:v>
                </c:pt>
                <c:pt idx="4601">
                  <c:v>9.1</c:v>
                </c:pt>
                <c:pt idx="4602">
                  <c:v>9.1999999999999993</c:v>
                </c:pt>
                <c:pt idx="4603">
                  <c:v>9.4</c:v>
                </c:pt>
                <c:pt idx="4604">
                  <c:v>9.1999999999999993</c:v>
                </c:pt>
                <c:pt idx="4605">
                  <c:v>9.4</c:v>
                </c:pt>
                <c:pt idx="4606">
                  <c:v>9.3000000000000007</c:v>
                </c:pt>
                <c:pt idx="4607">
                  <c:v>9.3000000000000007</c:v>
                </c:pt>
                <c:pt idx="4608">
                  <c:v>9.3000000000000007</c:v>
                </c:pt>
                <c:pt idx="4609">
                  <c:v>9.5</c:v>
                </c:pt>
                <c:pt idx="4610">
                  <c:v>9.4</c:v>
                </c:pt>
                <c:pt idx="4611">
                  <c:v>9.5</c:v>
                </c:pt>
                <c:pt idx="4612">
                  <c:v>9.5</c:v>
                </c:pt>
                <c:pt idx="4613">
                  <c:v>9.4</c:v>
                </c:pt>
                <c:pt idx="4614">
                  <c:v>9.5</c:v>
                </c:pt>
                <c:pt idx="4615">
                  <c:v>2.6</c:v>
                </c:pt>
                <c:pt idx="4616">
                  <c:v>0</c:v>
                </c:pt>
                <c:pt idx="4617">
                  <c:v>0</c:v>
                </c:pt>
                <c:pt idx="4618">
                  <c:v>0</c:v>
                </c:pt>
                <c:pt idx="4619">
                  <c:v>0</c:v>
                </c:pt>
                <c:pt idx="4620">
                  <c:v>0</c:v>
                </c:pt>
                <c:pt idx="4621">
                  <c:v>0</c:v>
                </c:pt>
                <c:pt idx="4622">
                  <c:v>0</c:v>
                </c:pt>
                <c:pt idx="4623">
                  <c:v>0</c:v>
                </c:pt>
                <c:pt idx="4624">
                  <c:v>0</c:v>
                </c:pt>
                <c:pt idx="4625">
                  <c:v>0</c:v>
                </c:pt>
                <c:pt idx="4626">
                  <c:v>0</c:v>
                </c:pt>
                <c:pt idx="4627">
                  <c:v>0</c:v>
                </c:pt>
                <c:pt idx="4628">
                  <c:v>0</c:v>
                </c:pt>
                <c:pt idx="4629">
                  <c:v>0</c:v>
                </c:pt>
                <c:pt idx="4630">
                  <c:v>3.3</c:v>
                </c:pt>
                <c:pt idx="4631">
                  <c:v>10.3</c:v>
                </c:pt>
                <c:pt idx="4632">
                  <c:v>10.3</c:v>
                </c:pt>
                <c:pt idx="4633">
                  <c:v>10.1</c:v>
                </c:pt>
                <c:pt idx="4634">
                  <c:v>10</c:v>
                </c:pt>
                <c:pt idx="4635">
                  <c:v>10</c:v>
                </c:pt>
                <c:pt idx="4636">
                  <c:v>9.6999999999999993</c:v>
                </c:pt>
                <c:pt idx="4637">
                  <c:v>9.6999999999999993</c:v>
                </c:pt>
                <c:pt idx="4638">
                  <c:v>9.6</c:v>
                </c:pt>
                <c:pt idx="4639">
                  <c:v>9.4</c:v>
                </c:pt>
                <c:pt idx="4640">
                  <c:v>9.5</c:v>
                </c:pt>
                <c:pt idx="4641">
                  <c:v>9.6</c:v>
                </c:pt>
                <c:pt idx="4642">
                  <c:v>9.6999999999999993</c:v>
                </c:pt>
                <c:pt idx="4643">
                  <c:v>9.8000000000000007</c:v>
                </c:pt>
                <c:pt idx="4644">
                  <c:v>9.8000000000000007</c:v>
                </c:pt>
                <c:pt idx="4645">
                  <c:v>9.6999999999999993</c:v>
                </c:pt>
                <c:pt idx="4646">
                  <c:v>9.6999999999999993</c:v>
                </c:pt>
                <c:pt idx="4647">
                  <c:v>9.8000000000000007</c:v>
                </c:pt>
                <c:pt idx="4648">
                  <c:v>9.8000000000000007</c:v>
                </c:pt>
                <c:pt idx="4649">
                  <c:v>9.6999999999999993</c:v>
                </c:pt>
                <c:pt idx="4650">
                  <c:v>9.5</c:v>
                </c:pt>
                <c:pt idx="4651">
                  <c:v>9.1999999999999993</c:v>
                </c:pt>
                <c:pt idx="4652">
                  <c:v>9.3000000000000007</c:v>
                </c:pt>
                <c:pt idx="4653">
                  <c:v>9.5</c:v>
                </c:pt>
                <c:pt idx="4654">
                  <c:v>9.5</c:v>
                </c:pt>
                <c:pt idx="4655">
                  <c:v>9.4</c:v>
                </c:pt>
                <c:pt idx="4656">
                  <c:v>9.5</c:v>
                </c:pt>
                <c:pt idx="4657">
                  <c:v>9.6</c:v>
                </c:pt>
                <c:pt idx="4658">
                  <c:v>9.6</c:v>
                </c:pt>
                <c:pt idx="4659">
                  <c:v>9.6</c:v>
                </c:pt>
                <c:pt idx="4660">
                  <c:v>9.5</c:v>
                </c:pt>
                <c:pt idx="4661">
                  <c:v>9.6</c:v>
                </c:pt>
                <c:pt idx="4662">
                  <c:v>9.6</c:v>
                </c:pt>
                <c:pt idx="4663">
                  <c:v>9.5</c:v>
                </c:pt>
                <c:pt idx="4664">
                  <c:v>9.4</c:v>
                </c:pt>
                <c:pt idx="4665">
                  <c:v>9.3000000000000007</c:v>
                </c:pt>
                <c:pt idx="4666">
                  <c:v>9.3000000000000007</c:v>
                </c:pt>
                <c:pt idx="4667">
                  <c:v>9.5</c:v>
                </c:pt>
                <c:pt idx="4668">
                  <c:v>9.4</c:v>
                </c:pt>
                <c:pt idx="4669">
                  <c:v>9.5</c:v>
                </c:pt>
                <c:pt idx="4670">
                  <c:v>9.5</c:v>
                </c:pt>
                <c:pt idx="4671">
                  <c:v>9.5</c:v>
                </c:pt>
                <c:pt idx="4672">
                  <c:v>9.3000000000000007</c:v>
                </c:pt>
                <c:pt idx="4673">
                  <c:v>9.3000000000000007</c:v>
                </c:pt>
                <c:pt idx="4674">
                  <c:v>9.5</c:v>
                </c:pt>
                <c:pt idx="4675">
                  <c:v>9.4</c:v>
                </c:pt>
                <c:pt idx="4676">
                  <c:v>9.4</c:v>
                </c:pt>
                <c:pt idx="4677">
                  <c:v>9.4</c:v>
                </c:pt>
                <c:pt idx="4678">
                  <c:v>9.4</c:v>
                </c:pt>
                <c:pt idx="4679">
                  <c:v>9.3000000000000007</c:v>
                </c:pt>
                <c:pt idx="4680">
                  <c:v>9.1999999999999993</c:v>
                </c:pt>
                <c:pt idx="4681">
                  <c:v>9.1</c:v>
                </c:pt>
                <c:pt idx="4682">
                  <c:v>9.1999999999999993</c:v>
                </c:pt>
                <c:pt idx="4683">
                  <c:v>9.3000000000000007</c:v>
                </c:pt>
                <c:pt idx="4684">
                  <c:v>9.5</c:v>
                </c:pt>
                <c:pt idx="4685">
                  <c:v>9.4</c:v>
                </c:pt>
                <c:pt idx="4686">
                  <c:v>9.4</c:v>
                </c:pt>
                <c:pt idx="4687">
                  <c:v>9.1</c:v>
                </c:pt>
                <c:pt idx="4688">
                  <c:v>8.8000000000000007</c:v>
                </c:pt>
                <c:pt idx="4689">
                  <c:v>8.9</c:v>
                </c:pt>
                <c:pt idx="4690">
                  <c:v>9.5</c:v>
                </c:pt>
                <c:pt idx="4691">
                  <c:v>9.8000000000000007</c:v>
                </c:pt>
                <c:pt idx="4692">
                  <c:v>9.8000000000000007</c:v>
                </c:pt>
                <c:pt idx="4693">
                  <c:v>9.6999999999999993</c:v>
                </c:pt>
                <c:pt idx="4694">
                  <c:v>9.6999999999999993</c:v>
                </c:pt>
                <c:pt idx="4695">
                  <c:v>9.6999999999999993</c:v>
                </c:pt>
                <c:pt idx="4696">
                  <c:v>9.6</c:v>
                </c:pt>
                <c:pt idx="4697">
                  <c:v>9.6</c:v>
                </c:pt>
                <c:pt idx="4698">
                  <c:v>9.6</c:v>
                </c:pt>
                <c:pt idx="4699">
                  <c:v>9.8000000000000007</c:v>
                </c:pt>
                <c:pt idx="4700">
                  <c:v>9.6</c:v>
                </c:pt>
                <c:pt idx="4701">
                  <c:v>9.4</c:v>
                </c:pt>
                <c:pt idx="4702">
                  <c:v>9.6</c:v>
                </c:pt>
                <c:pt idx="4703">
                  <c:v>9.4</c:v>
                </c:pt>
                <c:pt idx="4704">
                  <c:v>9.4</c:v>
                </c:pt>
                <c:pt idx="4705">
                  <c:v>9.4</c:v>
                </c:pt>
                <c:pt idx="4706">
                  <c:v>9.4</c:v>
                </c:pt>
                <c:pt idx="4707">
                  <c:v>9.6</c:v>
                </c:pt>
                <c:pt idx="4708">
                  <c:v>9.6</c:v>
                </c:pt>
                <c:pt idx="4709">
                  <c:v>9.6</c:v>
                </c:pt>
                <c:pt idx="4710">
                  <c:v>9.8000000000000007</c:v>
                </c:pt>
                <c:pt idx="4711">
                  <c:v>9.9</c:v>
                </c:pt>
                <c:pt idx="4712">
                  <c:v>10</c:v>
                </c:pt>
                <c:pt idx="4713">
                  <c:v>9.8000000000000007</c:v>
                </c:pt>
                <c:pt idx="4714">
                  <c:v>9.4</c:v>
                </c:pt>
                <c:pt idx="4715">
                  <c:v>9.6999999999999993</c:v>
                </c:pt>
                <c:pt idx="4716">
                  <c:v>9.6</c:v>
                </c:pt>
                <c:pt idx="4717">
                  <c:v>9.4</c:v>
                </c:pt>
                <c:pt idx="4718">
                  <c:v>9.4</c:v>
                </c:pt>
                <c:pt idx="4719">
                  <c:v>9.4</c:v>
                </c:pt>
                <c:pt idx="4720">
                  <c:v>9.4</c:v>
                </c:pt>
                <c:pt idx="4721">
                  <c:v>9.4</c:v>
                </c:pt>
                <c:pt idx="4722">
                  <c:v>9.6</c:v>
                </c:pt>
                <c:pt idx="4723">
                  <c:v>9.6</c:v>
                </c:pt>
                <c:pt idx="4724">
                  <c:v>9.9</c:v>
                </c:pt>
                <c:pt idx="4725">
                  <c:v>9.6999999999999993</c:v>
                </c:pt>
                <c:pt idx="4726">
                  <c:v>9.3000000000000007</c:v>
                </c:pt>
                <c:pt idx="4727">
                  <c:v>9.5</c:v>
                </c:pt>
                <c:pt idx="4728">
                  <c:v>9.8000000000000007</c:v>
                </c:pt>
                <c:pt idx="4729">
                  <c:v>9.6999999999999993</c:v>
                </c:pt>
                <c:pt idx="4730">
                  <c:v>9.9</c:v>
                </c:pt>
                <c:pt idx="4731">
                  <c:v>9.9</c:v>
                </c:pt>
                <c:pt idx="4732">
                  <c:v>9.5</c:v>
                </c:pt>
                <c:pt idx="4733">
                  <c:v>10</c:v>
                </c:pt>
                <c:pt idx="4734">
                  <c:v>9.5</c:v>
                </c:pt>
                <c:pt idx="4735">
                  <c:v>9.5</c:v>
                </c:pt>
                <c:pt idx="4736">
                  <c:v>9.4</c:v>
                </c:pt>
                <c:pt idx="4737">
                  <c:v>9.3000000000000007</c:v>
                </c:pt>
                <c:pt idx="4738">
                  <c:v>9.1</c:v>
                </c:pt>
                <c:pt idx="4739">
                  <c:v>9</c:v>
                </c:pt>
                <c:pt idx="4740">
                  <c:v>8.8000000000000007</c:v>
                </c:pt>
                <c:pt idx="4741">
                  <c:v>8.8000000000000007</c:v>
                </c:pt>
                <c:pt idx="4742">
                  <c:v>8.6</c:v>
                </c:pt>
                <c:pt idx="4743">
                  <c:v>8.6999999999999993</c:v>
                </c:pt>
                <c:pt idx="4744">
                  <c:v>8.5</c:v>
                </c:pt>
                <c:pt idx="4745">
                  <c:v>8.6</c:v>
                </c:pt>
                <c:pt idx="4746">
                  <c:v>8.6999999999999993</c:v>
                </c:pt>
                <c:pt idx="4747">
                  <c:v>9.1</c:v>
                </c:pt>
                <c:pt idx="4748">
                  <c:v>9.1</c:v>
                </c:pt>
                <c:pt idx="4749">
                  <c:v>9</c:v>
                </c:pt>
                <c:pt idx="4750">
                  <c:v>8.9</c:v>
                </c:pt>
                <c:pt idx="4751">
                  <c:v>9</c:v>
                </c:pt>
                <c:pt idx="4752">
                  <c:v>9</c:v>
                </c:pt>
                <c:pt idx="4753">
                  <c:v>8.8000000000000007</c:v>
                </c:pt>
                <c:pt idx="4754">
                  <c:v>8.9</c:v>
                </c:pt>
                <c:pt idx="4755">
                  <c:v>8.8000000000000007</c:v>
                </c:pt>
                <c:pt idx="4756">
                  <c:v>8.6999999999999993</c:v>
                </c:pt>
                <c:pt idx="4757">
                  <c:v>8.6</c:v>
                </c:pt>
                <c:pt idx="4758">
                  <c:v>8.8000000000000007</c:v>
                </c:pt>
                <c:pt idx="4759">
                  <c:v>8.9</c:v>
                </c:pt>
                <c:pt idx="4760">
                  <c:v>9.1</c:v>
                </c:pt>
                <c:pt idx="4761">
                  <c:v>9</c:v>
                </c:pt>
                <c:pt idx="4762">
                  <c:v>8.9</c:v>
                </c:pt>
                <c:pt idx="4763">
                  <c:v>8.9</c:v>
                </c:pt>
                <c:pt idx="4764">
                  <c:v>9.1999999999999993</c:v>
                </c:pt>
                <c:pt idx="4765">
                  <c:v>8.9</c:v>
                </c:pt>
                <c:pt idx="4766">
                  <c:v>8.6999999999999993</c:v>
                </c:pt>
                <c:pt idx="4767">
                  <c:v>8.6999999999999993</c:v>
                </c:pt>
                <c:pt idx="4768">
                  <c:v>8.6999999999999993</c:v>
                </c:pt>
                <c:pt idx="4769">
                  <c:v>8.8000000000000007</c:v>
                </c:pt>
                <c:pt idx="4770">
                  <c:v>8.8000000000000007</c:v>
                </c:pt>
                <c:pt idx="4771">
                  <c:v>8.6999999999999993</c:v>
                </c:pt>
                <c:pt idx="4772">
                  <c:v>8.8000000000000007</c:v>
                </c:pt>
                <c:pt idx="4773">
                  <c:v>8.6999999999999993</c:v>
                </c:pt>
                <c:pt idx="4774">
                  <c:v>8.6999999999999993</c:v>
                </c:pt>
                <c:pt idx="4775">
                  <c:v>8.6999999999999993</c:v>
                </c:pt>
                <c:pt idx="4776">
                  <c:v>8.6999999999999993</c:v>
                </c:pt>
                <c:pt idx="4777">
                  <c:v>8.6999999999999993</c:v>
                </c:pt>
                <c:pt idx="4778">
                  <c:v>8.6</c:v>
                </c:pt>
                <c:pt idx="4779">
                  <c:v>8.5</c:v>
                </c:pt>
                <c:pt idx="4780">
                  <c:v>8.8000000000000007</c:v>
                </c:pt>
                <c:pt idx="4781">
                  <c:v>9.1</c:v>
                </c:pt>
                <c:pt idx="4782">
                  <c:v>9.1</c:v>
                </c:pt>
                <c:pt idx="4783">
                  <c:v>9.1999999999999993</c:v>
                </c:pt>
                <c:pt idx="4784">
                  <c:v>9.1</c:v>
                </c:pt>
                <c:pt idx="4785">
                  <c:v>9.3000000000000007</c:v>
                </c:pt>
                <c:pt idx="4786">
                  <c:v>9.3000000000000007</c:v>
                </c:pt>
                <c:pt idx="4787">
                  <c:v>9.4</c:v>
                </c:pt>
                <c:pt idx="4788">
                  <c:v>9.3000000000000007</c:v>
                </c:pt>
                <c:pt idx="4789">
                  <c:v>9.1</c:v>
                </c:pt>
                <c:pt idx="4790">
                  <c:v>9.3000000000000007</c:v>
                </c:pt>
                <c:pt idx="4791">
                  <c:v>9.1</c:v>
                </c:pt>
                <c:pt idx="4792">
                  <c:v>9</c:v>
                </c:pt>
                <c:pt idx="4793">
                  <c:v>9.1999999999999993</c:v>
                </c:pt>
                <c:pt idx="4794">
                  <c:v>9.1999999999999993</c:v>
                </c:pt>
                <c:pt idx="4795">
                  <c:v>9.1999999999999993</c:v>
                </c:pt>
                <c:pt idx="4796">
                  <c:v>9.1</c:v>
                </c:pt>
                <c:pt idx="4797">
                  <c:v>9.3000000000000007</c:v>
                </c:pt>
                <c:pt idx="4798">
                  <c:v>9</c:v>
                </c:pt>
                <c:pt idx="4799">
                  <c:v>9.1</c:v>
                </c:pt>
                <c:pt idx="4800">
                  <c:v>9</c:v>
                </c:pt>
                <c:pt idx="4801">
                  <c:v>9.4</c:v>
                </c:pt>
                <c:pt idx="4802">
                  <c:v>9.8000000000000007</c:v>
                </c:pt>
                <c:pt idx="4803">
                  <c:v>9.5</c:v>
                </c:pt>
                <c:pt idx="4804">
                  <c:v>9.3000000000000007</c:v>
                </c:pt>
                <c:pt idx="4805">
                  <c:v>9.1999999999999993</c:v>
                </c:pt>
                <c:pt idx="4806">
                  <c:v>9.4</c:v>
                </c:pt>
                <c:pt idx="4807">
                  <c:v>9.4</c:v>
                </c:pt>
                <c:pt idx="4808">
                  <c:v>9.5</c:v>
                </c:pt>
                <c:pt idx="4809">
                  <c:v>9.5</c:v>
                </c:pt>
                <c:pt idx="4810">
                  <c:v>9.1999999999999993</c:v>
                </c:pt>
                <c:pt idx="4811">
                  <c:v>9.1</c:v>
                </c:pt>
                <c:pt idx="4812">
                  <c:v>9</c:v>
                </c:pt>
                <c:pt idx="4813">
                  <c:v>8.9</c:v>
                </c:pt>
                <c:pt idx="4814">
                  <c:v>9.1999999999999993</c:v>
                </c:pt>
                <c:pt idx="4815">
                  <c:v>9.4</c:v>
                </c:pt>
                <c:pt idx="4816">
                  <c:v>9.5</c:v>
                </c:pt>
                <c:pt idx="4817">
                  <c:v>9.4</c:v>
                </c:pt>
                <c:pt idx="4818">
                  <c:v>9.1</c:v>
                </c:pt>
                <c:pt idx="4819">
                  <c:v>9</c:v>
                </c:pt>
                <c:pt idx="4820">
                  <c:v>9.1</c:v>
                </c:pt>
                <c:pt idx="4821">
                  <c:v>9.1999999999999993</c:v>
                </c:pt>
                <c:pt idx="4822">
                  <c:v>9.1</c:v>
                </c:pt>
                <c:pt idx="4823">
                  <c:v>9</c:v>
                </c:pt>
                <c:pt idx="4824">
                  <c:v>9.1</c:v>
                </c:pt>
                <c:pt idx="4825">
                  <c:v>9.4</c:v>
                </c:pt>
                <c:pt idx="4826">
                  <c:v>9.4</c:v>
                </c:pt>
                <c:pt idx="4827">
                  <c:v>9.4</c:v>
                </c:pt>
                <c:pt idx="4828">
                  <c:v>9.3000000000000007</c:v>
                </c:pt>
                <c:pt idx="4829">
                  <c:v>9</c:v>
                </c:pt>
                <c:pt idx="4830">
                  <c:v>9.1999999999999993</c:v>
                </c:pt>
                <c:pt idx="4831">
                  <c:v>9.3000000000000007</c:v>
                </c:pt>
                <c:pt idx="4832">
                  <c:v>9.5</c:v>
                </c:pt>
                <c:pt idx="4833">
                  <c:v>9.3000000000000007</c:v>
                </c:pt>
                <c:pt idx="4834">
                  <c:v>9.1999999999999993</c:v>
                </c:pt>
                <c:pt idx="4835">
                  <c:v>9.3000000000000007</c:v>
                </c:pt>
                <c:pt idx="4836">
                  <c:v>9.3000000000000007</c:v>
                </c:pt>
                <c:pt idx="4837">
                  <c:v>9.5</c:v>
                </c:pt>
                <c:pt idx="4838">
                  <c:v>9.4</c:v>
                </c:pt>
                <c:pt idx="4839">
                  <c:v>9.3000000000000007</c:v>
                </c:pt>
                <c:pt idx="4840">
                  <c:v>9.4</c:v>
                </c:pt>
                <c:pt idx="4841">
                  <c:v>9.6999999999999993</c:v>
                </c:pt>
                <c:pt idx="4842">
                  <c:v>9.6999999999999993</c:v>
                </c:pt>
                <c:pt idx="4843">
                  <c:v>9.8000000000000007</c:v>
                </c:pt>
                <c:pt idx="4844">
                  <c:v>9.6999999999999993</c:v>
                </c:pt>
                <c:pt idx="4845">
                  <c:v>9.5</c:v>
                </c:pt>
                <c:pt idx="4846">
                  <c:v>9.6999999999999993</c:v>
                </c:pt>
                <c:pt idx="4847">
                  <c:v>9.9</c:v>
                </c:pt>
                <c:pt idx="4848">
                  <c:v>9.9</c:v>
                </c:pt>
                <c:pt idx="4849">
                  <c:v>10</c:v>
                </c:pt>
                <c:pt idx="4850">
                  <c:v>10</c:v>
                </c:pt>
                <c:pt idx="4851">
                  <c:v>10.1</c:v>
                </c:pt>
                <c:pt idx="4852">
                  <c:v>9.9</c:v>
                </c:pt>
                <c:pt idx="4853">
                  <c:v>9.6</c:v>
                </c:pt>
                <c:pt idx="4854">
                  <c:v>9.5</c:v>
                </c:pt>
                <c:pt idx="4855">
                  <c:v>9.6</c:v>
                </c:pt>
                <c:pt idx="4856">
                  <c:v>9.4</c:v>
                </c:pt>
                <c:pt idx="4857">
                  <c:v>9.5</c:v>
                </c:pt>
                <c:pt idx="4858">
                  <c:v>9.6</c:v>
                </c:pt>
                <c:pt idx="4859">
                  <c:v>9.6</c:v>
                </c:pt>
                <c:pt idx="4860">
                  <c:v>9.4</c:v>
                </c:pt>
                <c:pt idx="4861">
                  <c:v>9.4</c:v>
                </c:pt>
                <c:pt idx="4862">
                  <c:v>9.5</c:v>
                </c:pt>
                <c:pt idx="4863">
                  <c:v>9.3000000000000007</c:v>
                </c:pt>
                <c:pt idx="4864">
                  <c:v>9.1</c:v>
                </c:pt>
                <c:pt idx="4865">
                  <c:v>8.9</c:v>
                </c:pt>
                <c:pt idx="4866">
                  <c:v>8.9</c:v>
                </c:pt>
                <c:pt idx="4867">
                  <c:v>8.9</c:v>
                </c:pt>
                <c:pt idx="4868">
                  <c:v>8.9</c:v>
                </c:pt>
                <c:pt idx="4869">
                  <c:v>8.9</c:v>
                </c:pt>
                <c:pt idx="4870">
                  <c:v>8.8000000000000007</c:v>
                </c:pt>
                <c:pt idx="4871">
                  <c:v>9</c:v>
                </c:pt>
                <c:pt idx="4872">
                  <c:v>9</c:v>
                </c:pt>
                <c:pt idx="4873">
                  <c:v>9.1</c:v>
                </c:pt>
                <c:pt idx="4874">
                  <c:v>9.1999999999999993</c:v>
                </c:pt>
                <c:pt idx="4875">
                  <c:v>9.1</c:v>
                </c:pt>
                <c:pt idx="4876">
                  <c:v>9.1999999999999993</c:v>
                </c:pt>
                <c:pt idx="4877">
                  <c:v>9.1999999999999993</c:v>
                </c:pt>
                <c:pt idx="4878">
                  <c:v>9.1</c:v>
                </c:pt>
                <c:pt idx="4879">
                  <c:v>9.3000000000000007</c:v>
                </c:pt>
                <c:pt idx="4880">
                  <c:v>9.5</c:v>
                </c:pt>
                <c:pt idx="4881">
                  <c:v>9.4</c:v>
                </c:pt>
                <c:pt idx="4882">
                  <c:v>9.4</c:v>
                </c:pt>
                <c:pt idx="4883">
                  <c:v>9.4</c:v>
                </c:pt>
                <c:pt idx="4884">
                  <c:v>9.6999999999999993</c:v>
                </c:pt>
                <c:pt idx="4885">
                  <c:v>9.5</c:v>
                </c:pt>
                <c:pt idx="4886">
                  <c:v>9.6</c:v>
                </c:pt>
                <c:pt idx="4887">
                  <c:v>9.6</c:v>
                </c:pt>
                <c:pt idx="4888">
                  <c:v>9.3000000000000007</c:v>
                </c:pt>
                <c:pt idx="4889">
                  <c:v>9.1</c:v>
                </c:pt>
                <c:pt idx="4890">
                  <c:v>8.8000000000000007</c:v>
                </c:pt>
                <c:pt idx="4891">
                  <c:v>8.6999999999999993</c:v>
                </c:pt>
                <c:pt idx="4892">
                  <c:v>8.9</c:v>
                </c:pt>
                <c:pt idx="4893">
                  <c:v>8.8000000000000007</c:v>
                </c:pt>
                <c:pt idx="4894">
                  <c:v>8.9</c:v>
                </c:pt>
                <c:pt idx="4895">
                  <c:v>9.1</c:v>
                </c:pt>
                <c:pt idx="4896">
                  <c:v>9.1</c:v>
                </c:pt>
                <c:pt idx="4897">
                  <c:v>9.1</c:v>
                </c:pt>
                <c:pt idx="4898">
                  <c:v>9.1999999999999993</c:v>
                </c:pt>
                <c:pt idx="4899">
                  <c:v>9.1999999999999993</c:v>
                </c:pt>
                <c:pt idx="4900">
                  <c:v>9.3000000000000007</c:v>
                </c:pt>
                <c:pt idx="4901">
                  <c:v>9.3000000000000007</c:v>
                </c:pt>
                <c:pt idx="4902">
                  <c:v>9.1999999999999993</c:v>
                </c:pt>
                <c:pt idx="4903">
                  <c:v>9.1999999999999993</c:v>
                </c:pt>
                <c:pt idx="4904">
                  <c:v>9.1999999999999993</c:v>
                </c:pt>
                <c:pt idx="4905">
                  <c:v>9.1</c:v>
                </c:pt>
                <c:pt idx="4906">
                  <c:v>9.1</c:v>
                </c:pt>
                <c:pt idx="4907">
                  <c:v>9.1</c:v>
                </c:pt>
                <c:pt idx="4908">
                  <c:v>9.1999999999999993</c:v>
                </c:pt>
                <c:pt idx="4909">
                  <c:v>9.4</c:v>
                </c:pt>
                <c:pt idx="4910">
                  <c:v>9.6</c:v>
                </c:pt>
                <c:pt idx="4911">
                  <c:v>9.5</c:v>
                </c:pt>
                <c:pt idx="4912">
                  <c:v>9.4</c:v>
                </c:pt>
                <c:pt idx="4913">
                  <c:v>9.3000000000000007</c:v>
                </c:pt>
                <c:pt idx="4914">
                  <c:v>9.1999999999999993</c:v>
                </c:pt>
                <c:pt idx="4915">
                  <c:v>9.1999999999999993</c:v>
                </c:pt>
                <c:pt idx="4916">
                  <c:v>9</c:v>
                </c:pt>
                <c:pt idx="4917">
                  <c:v>9</c:v>
                </c:pt>
                <c:pt idx="4918">
                  <c:v>9</c:v>
                </c:pt>
                <c:pt idx="4919">
                  <c:v>9.1</c:v>
                </c:pt>
                <c:pt idx="4920">
                  <c:v>9.4</c:v>
                </c:pt>
                <c:pt idx="4921">
                  <c:v>9.4</c:v>
                </c:pt>
                <c:pt idx="4922">
                  <c:v>9.4</c:v>
                </c:pt>
                <c:pt idx="4923">
                  <c:v>9.1999999999999993</c:v>
                </c:pt>
                <c:pt idx="4924">
                  <c:v>9.3000000000000007</c:v>
                </c:pt>
                <c:pt idx="4925">
                  <c:v>9.1999999999999993</c:v>
                </c:pt>
                <c:pt idx="4926">
                  <c:v>9.6999999999999993</c:v>
                </c:pt>
                <c:pt idx="4927">
                  <c:v>10</c:v>
                </c:pt>
                <c:pt idx="4928">
                  <c:v>9.9</c:v>
                </c:pt>
                <c:pt idx="4929">
                  <c:v>9.8000000000000007</c:v>
                </c:pt>
                <c:pt idx="4930">
                  <c:v>9.6</c:v>
                </c:pt>
                <c:pt idx="4931">
                  <c:v>9.6</c:v>
                </c:pt>
                <c:pt idx="4932">
                  <c:v>9.6</c:v>
                </c:pt>
                <c:pt idx="4933">
                  <c:v>9.6999999999999993</c:v>
                </c:pt>
                <c:pt idx="4934">
                  <c:v>9.6999999999999993</c:v>
                </c:pt>
                <c:pt idx="4935">
                  <c:v>9.8000000000000007</c:v>
                </c:pt>
                <c:pt idx="4936">
                  <c:v>9.6</c:v>
                </c:pt>
                <c:pt idx="4937">
                  <c:v>9.6</c:v>
                </c:pt>
                <c:pt idx="4938">
                  <c:v>9.6</c:v>
                </c:pt>
                <c:pt idx="4939">
                  <c:v>9.6999999999999993</c:v>
                </c:pt>
                <c:pt idx="4940">
                  <c:v>9.6</c:v>
                </c:pt>
                <c:pt idx="4941">
                  <c:v>9.5</c:v>
                </c:pt>
                <c:pt idx="4942">
                  <c:v>9.6</c:v>
                </c:pt>
                <c:pt idx="4943">
                  <c:v>9.6999999999999993</c:v>
                </c:pt>
                <c:pt idx="4944">
                  <c:v>9.6999999999999993</c:v>
                </c:pt>
                <c:pt idx="4945">
                  <c:v>9.4</c:v>
                </c:pt>
                <c:pt idx="4946">
                  <c:v>9.4</c:v>
                </c:pt>
                <c:pt idx="4947">
                  <c:v>9.5</c:v>
                </c:pt>
                <c:pt idx="4948">
                  <c:v>9.6</c:v>
                </c:pt>
                <c:pt idx="4949">
                  <c:v>9.6</c:v>
                </c:pt>
                <c:pt idx="4950">
                  <c:v>9.6999999999999993</c:v>
                </c:pt>
                <c:pt idx="4951">
                  <c:v>9.6</c:v>
                </c:pt>
                <c:pt idx="4952">
                  <c:v>9.6999999999999993</c:v>
                </c:pt>
                <c:pt idx="4953">
                  <c:v>9.6</c:v>
                </c:pt>
                <c:pt idx="4954">
                  <c:v>9.6</c:v>
                </c:pt>
                <c:pt idx="4955">
                  <c:v>9.8000000000000007</c:v>
                </c:pt>
                <c:pt idx="4956">
                  <c:v>9.9</c:v>
                </c:pt>
                <c:pt idx="4957">
                  <c:v>9.6999999999999993</c:v>
                </c:pt>
                <c:pt idx="4958">
                  <c:v>9.6</c:v>
                </c:pt>
                <c:pt idx="4959">
                  <c:v>9.5</c:v>
                </c:pt>
                <c:pt idx="4960">
                  <c:v>9.6999999999999993</c:v>
                </c:pt>
                <c:pt idx="4961">
                  <c:v>9.6999999999999993</c:v>
                </c:pt>
                <c:pt idx="4962">
                  <c:v>9.8000000000000007</c:v>
                </c:pt>
                <c:pt idx="4963">
                  <c:v>9.6</c:v>
                </c:pt>
                <c:pt idx="4964">
                  <c:v>9.6999999999999993</c:v>
                </c:pt>
                <c:pt idx="4965">
                  <c:v>9.6999999999999993</c:v>
                </c:pt>
                <c:pt idx="4966">
                  <c:v>9.6999999999999993</c:v>
                </c:pt>
                <c:pt idx="4967">
                  <c:v>9.5</c:v>
                </c:pt>
                <c:pt idx="4968">
                  <c:v>9.6</c:v>
                </c:pt>
                <c:pt idx="4969">
                  <c:v>9.6</c:v>
                </c:pt>
                <c:pt idx="4970">
                  <c:v>9.6</c:v>
                </c:pt>
                <c:pt idx="4971">
                  <c:v>9.6</c:v>
                </c:pt>
                <c:pt idx="4972">
                  <c:v>9.6</c:v>
                </c:pt>
                <c:pt idx="4973">
                  <c:v>9.6999999999999993</c:v>
                </c:pt>
                <c:pt idx="4974">
                  <c:v>9.9</c:v>
                </c:pt>
                <c:pt idx="4975">
                  <c:v>10</c:v>
                </c:pt>
                <c:pt idx="4976">
                  <c:v>9.9</c:v>
                </c:pt>
                <c:pt idx="4977">
                  <c:v>9.8000000000000007</c:v>
                </c:pt>
                <c:pt idx="4978">
                  <c:v>9.6999999999999993</c:v>
                </c:pt>
                <c:pt idx="4979">
                  <c:v>9.9</c:v>
                </c:pt>
                <c:pt idx="4980">
                  <c:v>10</c:v>
                </c:pt>
                <c:pt idx="4981">
                  <c:v>9.9</c:v>
                </c:pt>
                <c:pt idx="4982">
                  <c:v>10.1</c:v>
                </c:pt>
                <c:pt idx="4983">
                  <c:v>10.1</c:v>
                </c:pt>
                <c:pt idx="4984">
                  <c:v>10.1</c:v>
                </c:pt>
                <c:pt idx="4985">
                  <c:v>10.1</c:v>
                </c:pt>
                <c:pt idx="4986">
                  <c:v>9.8000000000000007</c:v>
                </c:pt>
                <c:pt idx="4987">
                  <c:v>10.199999999999999</c:v>
                </c:pt>
                <c:pt idx="4988">
                  <c:v>10.8</c:v>
                </c:pt>
                <c:pt idx="4989">
                  <c:v>10.8</c:v>
                </c:pt>
                <c:pt idx="4990">
                  <c:v>10.7</c:v>
                </c:pt>
                <c:pt idx="4991">
                  <c:v>10.6</c:v>
                </c:pt>
                <c:pt idx="4992">
                  <c:v>10.5</c:v>
                </c:pt>
                <c:pt idx="4993">
                  <c:v>10.7</c:v>
                </c:pt>
                <c:pt idx="4994">
                  <c:v>10.7</c:v>
                </c:pt>
                <c:pt idx="4995">
                  <c:v>10.7</c:v>
                </c:pt>
                <c:pt idx="4996">
                  <c:v>10.6</c:v>
                </c:pt>
                <c:pt idx="4997">
                  <c:v>10.5</c:v>
                </c:pt>
                <c:pt idx="4998">
                  <c:v>10.5</c:v>
                </c:pt>
                <c:pt idx="4999">
                  <c:v>10.3</c:v>
                </c:pt>
                <c:pt idx="5000">
                  <c:v>10.3</c:v>
                </c:pt>
                <c:pt idx="5001">
                  <c:v>10.3</c:v>
                </c:pt>
                <c:pt idx="5002">
                  <c:v>10.4</c:v>
                </c:pt>
                <c:pt idx="5003">
                  <c:v>10.6</c:v>
                </c:pt>
                <c:pt idx="5004">
                  <c:v>10.7</c:v>
                </c:pt>
                <c:pt idx="5005">
                  <c:v>10.7</c:v>
                </c:pt>
                <c:pt idx="5006">
                  <c:v>10.6</c:v>
                </c:pt>
                <c:pt idx="5007">
                  <c:v>10.5</c:v>
                </c:pt>
                <c:pt idx="5008">
                  <c:v>10.9</c:v>
                </c:pt>
                <c:pt idx="5009">
                  <c:v>10.6</c:v>
                </c:pt>
                <c:pt idx="5010">
                  <c:v>11</c:v>
                </c:pt>
                <c:pt idx="5011">
                  <c:v>10.9</c:v>
                </c:pt>
                <c:pt idx="5012">
                  <c:v>11.1</c:v>
                </c:pt>
                <c:pt idx="5013">
                  <c:v>10.6</c:v>
                </c:pt>
                <c:pt idx="5014">
                  <c:v>10.4</c:v>
                </c:pt>
                <c:pt idx="5015">
                  <c:v>10.4</c:v>
                </c:pt>
                <c:pt idx="5016">
                  <c:v>10.3</c:v>
                </c:pt>
                <c:pt idx="5017">
                  <c:v>10.1</c:v>
                </c:pt>
                <c:pt idx="5018">
                  <c:v>10.3</c:v>
                </c:pt>
                <c:pt idx="5019">
                  <c:v>10.3</c:v>
                </c:pt>
                <c:pt idx="5020">
                  <c:v>10.4</c:v>
                </c:pt>
                <c:pt idx="5021">
                  <c:v>10.3</c:v>
                </c:pt>
                <c:pt idx="5022">
                  <c:v>10.4</c:v>
                </c:pt>
                <c:pt idx="5023">
                  <c:v>10.199999999999999</c:v>
                </c:pt>
                <c:pt idx="5024">
                  <c:v>10.199999999999999</c:v>
                </c:pt>
                <c:pt idx="5025">
                  <c:v>10.1</c:v>
                </c:pt>
                <c:pt idx="5026">
                  <c:v>10.199999999999999</c:v>
                </c:pt>
                <c:pt idx="5027">
                  <c:v>9.8000000000000007</c:v>
                </c:pt>
                <c:pt idx="5028">
                  <c:v>10.3</c:v>
                </c:pt>
                <c:pt idx="5029">
                  <c:v>10.6</c:v>
                </c:pt>
                <c:pt idx="5030">
                  <c:v>10.8</c:v>
                </c:pt>
                <c:pt idx="5031">
                  <c:v>10.7</c:v>
                </c:pt>
                <c:pt idx="5032">
                  <c:v>10.7</c:v>
                </c:pt>
                <c:pt idx="5033">
                  <c:v>10.6</c:v>
                </c:pt>
                <c:pt idx="5034">
                  <c:v>10.6</c:v>
                </c:pt>
                <c:pt idx="5035">
                  <c:v>10.6</c:v>
                </c:pt>
                <c:pt idx="5036">
                  <c:v>10.7</c:v>
                </c:pt>
                <c:pt idx="5037">
                  <c:v>10.6</c:v>
                </c:pt>
                <c:pt idx="5038">
                  <c:v>10.5</c:v>
                </c:pt>
                <c:pt idx="5039">
                  <c:v>10.7</c:v>
                </c:pt>
                <c:pt idx="5040">
                  <c:v>10.6</c:v>
                </c:pt>
                <c:pt idx="5041">
                  <c:v>10.5</c:v>
                </c:pt>
                <c:pt idx="5042">
                  <c:v>10.8</c:v>
                </c:pt>
                <c:pt idx="5043">
                  <c:v>10.6</c:v>
                </c:pt>
                <c:pt idx="5044">
                  <c:v>10.3</c:v>
                </c:pt>
                <c:pt idx="5045">
                  <c:v>10.5</c:v>
                </c:pt>
                <c:pt idx="5046">
                  <c:v>10.5</c:v>
                </c:pt>
                <c:pt idx="5047">
                  <c:v>10.9</c:v>
                </c:pt>
                <c:pt idx="5048">
                  <c:v>10.3</c:v>
                </c:pt>
                <c:pt idx="5049">
                  <c:v>10.8</c:v>
                </c:pt>
                <c:pt idx="5050">
                  <c:v>11.1</c:v>
                </c:pt>
                <c:pt idx="5051">
                  <c:v>11.2</c:v>
                </c:pt>
                <c:pt idx="5052">
                  <c:v>11.1</c:v>
                </c:pt>
                <c:pt idx="5053">
                  <c:v>11</c:v>
                </c:pt>
                <c:pt idx="5054">
                  <c:v>11.1</c:v>
                </c:pt>
                <c:pt idx="5055">
                  <c:v>10.3</c:v>
                </c:pt>
                <c:pt idx="5056">
                  <c:v>10.4</c:v>
                </c:pt>
                <c:pt idx="5057">
                  <c:v>10.8</c:v>
                </c:pt>
                <c:pt idx="5058">
                  <c:v>11</c:v>
                </c:pt>
                <c:pt idx="5059">
                  <c:v>10.8</c:v>
                </c:pt>
                <c:pt idx="5060">
                  <c:v>10.8</c:v>
                </c:pt>
                <c:pt idx="5061">
                  <c:v>10.5</c:v>
                </c:pt>
                <c:pt idx="5062">
                  <c:v>10.199999999999999</c:v>
                </c:pt>
                <c:pt idx="5063">
                  <c:v>10.1</c:v>
                </c:pt>
                <c:pt idx="5064">
                  <c:v>10.3</c:v>
                </c:pt>
                <c:pt idx="5065">
                  <c:v>10.4</c:v>
                </c:pt>
                <c:pt idx="5066">
                  <c:v>10.5</c:v>
                </c:pt>
                <c:pt idx="5067">
                  <c:v>10.4</c:v>
                </c:pt>
                <c:pt idx="5068">
                  <c:v>10.3</c:v>
                </c:pt>
                <c:pt idx="5069">
                  <c:v>10.3</c:v>
                </c:pt>
                <c:pt idx="5070">
                  <c:v>10.4</c:v>
                </c:pt>
                <c:pt idx="5071">
                  <c:v>10.5</c:v>
                </c:pt>
                <c:pt idx="5072">
                  <c:v>10.5</c:v>
                </c:pt>
                <c:pt idx="5073">
                  <c:v>10.3</c:v>
                </c:pt>
                <c:pt idx="5074">
                  <c:v>10.4</c:v>
                </c:pt>
                <c:pt idx="5075">
                  <c:v>10.4</c:v>
                </c:pt>
                <c:pt idx="5076">
                  <c:v>10.3</c:v>
                </c:pt>
                <c:pt idx="5077">
                  <c:v>10.4</c:v>
                </c:pt>
                <c:pt idx="5078">
                  <c:v>10.3</c:v>
                </c:pt>
                <c:pt idx="5079">
                  <c:v>10.4</c:v>
                </c:pt>
                <c:pt idx="5080">
                  <c:v>10.7</c:v>
                </c:pt>
                <c:pt idx="5081">
                  <c:v>10.6</c:v>
                </c:pt>
                <c:pt idx="5082">
                  <c:v>10.6</c:v>
                </c:pt>
                <c:pt idx="5083">
                  <c:v>10.8</c:v>
                </c:pt>
                <c:pt idx="5084">
                  <c:v>10.9</c:v>
                </c:pt>
                <c:pt idx="5085">
                  <c:v>10.7</c:v>
                </c:pt>
                <c:pt idx="5086">
                  <c:v>10.6</c:v>
                </c:pt>
                <c:pt idx="5087">
                  <c:v>10.5</c:v>
                </c:pt>
                <c:pt idx="5088">
                  <c:v>10.3</c:v>
                </c:pt>
                <c:pt idx="5089">
                  <c:v>10.3</c:v>
                </c:pt>
                <c:pt idx="5090">
                  <c:v>10.3</c:v>
                </c:pt>
                <c:pt idx="5091">
                  <c:v>10.4</c:v>
                </c:pt>
                <c:pt idx="5092">
                  <c:v>10.4</c:v>
                </c:pt>
                <c:pt idx="5093">
                  <c:v>10.3</c:v>
                </c:pt>
                <c:pt idx="5094">
                  <c:v>10.3</c:v>
                </c:pt>
                <c:pt idx="5095">
                  <c:v>10.199999999999999</c:v>
                </c:pt>
                <c:pt idx="5096">
                  <c:v>10.1</c:v>
                </c:pt>
                <c:pt idx="5097">
                  <c:v>10.1</c:v>
                </c:pt>
                <c:pt idx="5098">
                  <c:v>10.3</c:v>
                </c:pt>
                <c:pt idx="5099">
                  <c:v>10.4</c:v>
                </c:pt>
                <c:pt idx="5100">
                  <c:v>10.6</c:v>
                </c:pt>
                <c:pt idx="5101">
                  <c:v>10.5</c:v>
                </c:pt>
                <c:pt idx="5102">
                  <c:v>11</c:v>
                </c:pt>
                <c:pt idx="5103">
                  <c:v>11</c:v>
                </c:pt>
                <c:pt idx="5104">
                  <c:v>10.9</c:v>
                </c:pt>
                <c:pt idx="5105">
                  <c:v>11</c:v>
                </c:pt>
                <c:pt idx="5106">
                  <c:v>10.9</c:v>
                </c:pt>
                <c:pt idx="5107">
                  <c:v>10.6</c:v>
                </c:pt>
                <c:pt idx="5108">
                  <c:v>10.8</c:v>
                </c:pt>
                <c:pt idx="5109">
                  <c:v>10.7</c:v>
                </c:pt>
                <c:pt idx="5110">
                  <c:v>10.6</c:v>
                </c:pt>
                <c:pt idx="5111">
                  <c:v>10.8</c:v>
                </c:pt>
                <c:pt idx="5112">
                  <c:v>11</c:v>
                </c:pt>
                <c:pt idx="5113">
                  <c:v>11</c:v>
                </c:pt>
                <c:pt idx="5114">
                  <c:v>11.2</c:v>
                </c:pt>
                <c:pt idx="5115">
                  <c:v>10.9</c:v>
                </c:pt>
                <c:pt idx="5116">
                  <c:v>10.9</c:v>
                </c:pt>
                <c:pt idx="5117">
                  <c:v>10.7</c:v>
                </c:pt>
                <c:pt idx="5118">
                  <c:v>10.7</c:v>
                </c:pt>
                <c:pt idx="5119">
                  <c:v>10.6</c:v>
                </c:pt>
                <c:pt idx="5120">
                  <c:v>10.7</c:v>
                </c:pt>
                <c:pt idx="5121">
                  <c:v>10.7</c:v>
                </c:pt>
                <c:pt idx="5122">
                  <c:v>10.5</c:v>
                </c:pt>
                <c:pt idx="5123">
                  <c:v>10.8</c:v>
                </c:pt>
                <c:pt idx="5124">
                  <c:v>10.8</c:v>
                </c:pt>
                <c:pt idx="5125">
                  <c:v>10.7</c:v>
                </c:pt>
                <c:pt idx="5126">
                  <c:v>10.7</c:v>
                </c:pt>
                <c:pt idx="5127">
                  <c:v>10.7</c:v>
                </c:pt>
                <c:pt idx="5128">
                  <c:v>10.8</c:v>
                </c:pt>
                <c:pt idx="5129">
                  <c:v>10.7</c:v>
                </c:pt>
                <c:pt idx="5130">
                  <c:v>10.7</c:v>
                </c:pt>
                <c:pt idx="5131">
                  <c:v>10.7</c:v>
                </c:pt>
                <c:pt idx="5132">
                  <c:v>10.7</c:v>
                </c:pt>
                <c:pt idx="5133">
                  <c:v>10.7</c:v>
                </c:pt>
                <c:pt idx="5134">
                  <c:v>10.5</c:v>
                </c:pt>
                <c:pt idx="5135">
                  <c:v>10.5</c:v>
                </c:pt>
                <c:pt idx="5136">
                  <c:v>10.6</c:v>
                </c:pt>
                <c:pt idx="5137">
                  <c:v>10.6</c:v>
                </c:pt>
                <c:pt idx="5138">
                  <c:v>10.6</c:v>
                </c:pt>
                <c:pt idx="5139">
                  <c:v>10.5</c:v>
                </c:pt>
                <c:pt idx="5140">
                  <c:v>10.4</c:v>
                </c:pt>
                <c:pt idx="5141">
                  <c:v>10.4</c:v>
                </c:pt>
                <c:pt idx="5142">
                  <c:v>10.5</c:v>
                </c:pt>
                <c:pt idx="5143">
                  <c:v>10.8</c:v>
                </c:pt>
                <c:pt idx="5144">
                  <c:v>10.199999999999999</c:v>
                </c:pt>
                <c:pt idx="5145">
                  <c:v>10.199999999999999</c:v>
                </c:pt>
                <c:pt idx="5146">
                  <c:v>10.3</c:v>
                </c:pt>
                <c:pt idx="5147">
                  <c:v>10.3</c:v>
                </c:pt>
                <c:pt idx="5148">
                  <c:v>10.199999999999999</c:v>
                </c:pt>
                <c:pt idx="5149">
                  <c:v>11</c:v>
                </c:pt>
                <c:pt idx="5150">
                  <c:v>10.6</c:v>
                </c:pt>
                <c:pt idx="5151">
                  <c:v>10.4</c:v>
                </c:pt>
                <c:pt idx="5152">
                  <c:v>10.5</c:v>
                </c:pt>
                <c:pt idx="5153">
                  <c:v>10.5</c:v>
                </c:pt>
                <c:pt idx="5154">
                  <c:v>10.5</c:v>
                </c:pt>
                <c:pt idx="5155">
                  <c:v>10.6</c:v>
                </c:pt>
                <c:pt idx="5156">
                  <c:v>10.7</c:v>
                </c:pt>
                <c:pt idx="5157">
                  <c:v>10.7</c:v>
                </c:pt>
                <c:pt idx="5158">
                  <c:v>10.8</c:v>
                </c:pt>
                <c:pt idx="5159">
                  <c:v>10.8</c:v>
                </c:pt>
                <c:pt idx="5160">
                  <c:v>10.7</c:v>
                </c:pt>
                <c:pt idx="5161">
                  <c:v>10.7</c:v>
                </c:pt>
                <c:pt idx="5162">
                  <c:v>10.6</c:v>
                </c:pt>
                <c:pt idx="5163">
                  <c:v>10.6</c:v>
                </c:pt>
                <c:pt idx="5164">
                  <c:v>10.6</c:v>
                </c:pt>
                <c:pt idx="5165">
                  <c:v>10.7</c:v>
                </c:pt>
                <c:pt idx="5166">
                  <c:v>10.5</c:v>
                </c:pt>
                <c:pt idx="5167">
                  <c:v>10.6</c:v>
                </c:pt>
                <c:pt idx="5168">
                  <c:v>10.4</c:v>
                </c:pt>
                <c:pt idx="5169">
                  <c:v>10.3</c:v>
                </c:pt>
                <c:pt idx="5170">
                  <c:v>10.3</c:v>
                </c:pt>
                <c:pt idx="5171">
                  <c:v>10.5</c:v>
                </c:pt>
                <c:pt idx="5172">
                  <c:v>10.5</c:v>
                </c:pt>
                <c:pt idx="5173">
                  <c:v>10.5</c:v>
                </c:pt>
                <c:pt idx="5174">
                  <c:v>10.6</c:v>
                </c:pt>
                <c:pt idx="5175">
                  <c:v>10.6</c:v>
                </c:pt>
                <c:pt idx="5176">
                  <c:v>10.6</c:v>
                </c:pt>
                <c:pt idx="5177">
                  <c:v>10.5</c:v>
                </c:pt>
                <c:pt idx="5178">
                  <c:v>10.5</c:v>
                </c:pt>
                <c:pt idx="5179">
                  <c:v>10.1</c:v>
                </c:pt>
                <c:pt idx="5180">
                  <c:v>10.1</c:v>
                </c:pt>
                <c:pt idx="5181">
                  <c:v>10.199999999999999</c:v>
                </c:pt>
                <c:pt idx="5182">
                  <c:v>10.1</c:v>
                </c:pt>
                <c:pt idx="5183">
                  <c:v>10.199999999999999</c:v>
                </c:pt>
                <c:pt idx="5184">
                  <c:v>10.1</c:v>
                </c:pt>
                <c:pt idx="5185">
                  <c:v>10.3</c:v>
                </c:pt>
                <c:pt idx="5186">
                  <c:v>10.5</c:v>
                </c:pt>
                <c:pt idx="5187">
                  <c:v>10.4</c:v>
                </c:pt>
                <c:pt idx="5188">
                  <c:v>10.1</c:v>
                </c:pt>
                <c:pt idx="5189">
                  <c:v>10</c:v>
                </c:pt>
                <c:pt idx="5190">
                  <c:v>10.199999999999999</c:v>
                </c:pt>
                <c:pt idx="5191">
                  <c:v>10.4</c:v>
                </c:pt>
                <c:pt idx="5192">
                  <c:v>10.7</c:v>
                </c:pt>
                <c:pt idx="5193">
                  <c:v>9</c:v>
                </c:pt>
                <c:pt idx="5194">
                  <c:v>9</c:v>
                </c:pt>
                <c:pt idx="5195">
                  <c:v>9.6999999999999993</c:v>
                </c:pt>
                <c:pt idx="5196">
                  <c:v>9.6</c:v>
                </c:pt>
                <c:pt idx="5197">
                  <c:v>9.4</c:v>
                </c:pt>
                <c:pt idx="5198">
                  <c:v>9.5</c:v>
                </c:pt>
                <c:pt idx="5199">
                  <c:v>9.5</c:v>
                </c:pt>
                <c:pt idx="5200">
                  <c:v>9.6</c:v>
                </c:pt>
                <c:pt idx="5201">
                  <c:v>9.6999999999999993</c:v>
                </c:pt>
                <c:pt idx="5202">
                  <c:v>9.6999999999999993</c:v>
                </c:pt>
                <c:pt idx="5203">
                  <c:v>9.9</c:v>
                </c:pt>
                <c:pt idx="5204">
                  <c:v>10.3</c:v>
                </c:pt>
                <c:pt idx="5205">
                  <c:v>10</c:v>
                </c:pt>
                <c:pt idx="5206">
                  <c:v>9.8000000000000007</c:v>
                </c:pt>
                <c:pt idx="5207">
                  <c:v>9.6</c:v>
                </c:pt>
                <c:pt idx="5208">
                  <c:v>9.6</c:v>
                </c:pt>
                <c:pt idx="5209">
                  <c:v>9.5</c:v>
                </c:pt>
                <c:pt idx="5210">
                  <c:v>9.5</c:v>
                </c:pt>
                <c:pt idx="5211">
                  <c:v>9.6</c:v>
                </c:pt>
                <c:pt idx="5212">
                  <c:v>9.5</c:v>
                </c:pt>
                <c:pt idx="5213">
                  <c:v>9.6999999999999993</c:v>
                </c:pt>
                <c:pt idx="5214">
                  <c:v>9.8000000000000007</c:v>
                </c:pt>
                <c:pt idx="5215">
                  <c:v>9.8000000000000007</c:v>
                </c:pt>
                <c:pt idx="5216">
                  <c:v>10</c:v>
                </c:pt>
                <c:pt idx="5217">
                  <c:v>10</c:v>
                </c:pt>
                <c:pt idx="5218">
                  <c:v>10</c:v>
                </c:pt>
                <c:pt idx="5219">
                  <c:v>9.9</c:v>
                </c:pt>
                <c:pt idx="5220">
                  <c:v>10</c:v>
                </c:pt>
                <c:pt idx="5221">
                  <c:v>10.199999999999999</c:v>
                </c:pt>
                <c:pt idx="5222">
                  <c:v>10.199999999999999</c:v>
                </c:pt>
                <c:pt idx="5223">
                  <c:v>10.1</c:v>
                </c:pt>
                <c:pt idx="5224">
                  <c:v>10.1</c:v>
                </c:pt>
                <c:pt idx="5225">
                  <c:v>10.199999999999999</c:v>
                </c:pt>
                <c:pt idx="5226">
                  <c:v>10.1</c:v>
                </c:pt>
                <c:pt idx="5227">
                  <c:v>10.1</c:v>
                </c:pt>
                <c:pt idx="5228">
                  <c:v>10.1</c:v>
                </c:pt>
                <c:pt idx="5229">
                  <c:v>10.199999999999999</c:v>
                </c:pt>
                <c:pt idx="5230">
                  <c:v>10.1</c:v>
                </c:pt>
                <c:pt idx="5231">
                  <c:v>10.199999999999999</c:v>
                </c:pt>
                <c:pt idx="5232">
                  <c:v>10.199999999999999</c:v>
                </c:pt>
                <c:pt idx="5233">
                  <c:v>10.3</c:v>
                </c:pt>
                <c:pt idx="5234">
                  <c:v>10.4</c:v>
                </c:pt>
                <c:pt idx="5235">
                  <c:v>10.3</c:v>
                </c:pt>
                <c:pt idx="5236">
                  <c:v>10.4</c:v>
                </c:pt>
                <c:pt idx="5237">
                  <c:v>10.199999999999999</c:v>
                </c:pt>
                <c:pt idx="5238">
                  <c:v>10</c:v>
                </c:pt>
                <c:pt idx="5239">
                  <c:v>10.1</c:v>
                </c:pt>
                <c:pt idx="5240">
                  <c:v>10</c:v>
                </c:pt>
                <c:pt idx="5241">
                  <c:v>9.9</c:v>
                </c:pt>
                <c:pt idx="5242">
                  <c:v>10</c:v>
                </c:pt>
                <c:pt idx="5243">
                  <c:v>10.199999999999999</c:v>
                </c:pt>
                <c:pt idx="5244">
                  <c:v>10.3</c:v>
                </c:pt>
                <c:pt idx="5245">
                  <c:v>10.199999999999999</c:v>
                </c:pt>
                <c:pt idx="5246">
                  <c:v>10</c:v>
                </c:pt>
                <c:pt idx="5247">
                  <c:v>10</c:v>
                </c:pt>
                <c:pt idx="5248">
                  <c:v>10</c:v>
                </c:pt>
                <c:pt idx="5249">
                  <c:v>10.199999999999999</c:v>
                </c:pt>
                <c:pt idx="5250">
                  <c:v>10.4</c:v>
                </c:pt>
                <c:pt idx="5251">
                  <c:v>10.4</c:v>
                </c:pt>
                <c:pt idx="5252">
                  <c:v>10</c:v>
                </c:pt>
                <c:pt idx="5253">
                  <c:v>9.9</c:v>
                </c:pt>
                <c:pt idx="5254">
                  <c:v>10</c:v>
                </c:pt>
                <c:pt idx="5255">
                  <c:v>10.4</c:v>
                </c:pt>
                <c:pt idx="5256">
                  <c:v>10.4</c:v>
                </c:pt>
                <c:pt idx="5257">
                  <c:v>10.5</c:v>
                </c:pt>
                <c:pt idx="5258">
                  <c:v>10.5</c:v>
                </c:pt>
                <c:pt idx="5259">
                  <c:v>10.6</c:v>
                </c:pt>
                <c:pt idx="5260">
                  <c:v>10.6</c:v>
                </c:pt>
                <c:pt idx="5261">
                  <c:v>10.6</c:v>
                </c:pt>
                <c:pt idx="5262">
                  <c:v>10.3</c:v>
                </c:pt>
                <c:pt idx="5263">
                  <c:v>10.5</c:v>
                </c:pt>
                <c:pt idx="5264">
                  <c:v>10.5</c:v>
                </c:pt>
                <c:pt idx="5265">
                  <c:v>10.5</c:v>
                </c:pt>
                <c:pt idx="5266">
                  <c:v>10.5</c:v>
                </c:pt>
                <c:pt idx="5267">
                  <c:v>10.5</c:v>
                </c:pt>
                <c:pt idx="5268">
                  <c:v>10.6</c:v>
                </c:pt>
                <c:pt idx="5269">
                  <c:v>10.5</c:v>
                </c:pt>
                <c:pt idx="5270">
                  <c:v>10.5</c:v>
                </c:pt>
                <c:pt idx="5271">
                  <c:v>10.6</c:v>
                </c:pt>
                <c:pt idx="5272">
                  <c:v>10.3</c:v>
                </c:pt>
                <c:pt idx="5273">
                  <c:v>10.5</c:v>
                </c:pt>
                <c:pt idx="5274">
                  <c:v>10.6</c:v>
                </c:pt>
                <c:pt idx="5275">
                  <c:v>10.7</c:v>
                </c:pt>
                <c:pt idx="5276">
                  <c:v>10.6</c:v>
                </c:pt>
                <c:pt idx="5277">
                  <c:v>10.5</c:v>
                </c:pt>
                <c:pt idx="5278">
                  <c:v>10.7</c:v>
                </c:pt>
                <c:pt idx="5279">
                  <c:v>10.7</c:v>
                </c:pt>
                <c:pt idx="5280">
                  <c:v>10.7</c:v>
                </c:pt>
                <c:pt idx="5281">
                  <c:v>10.8</c:v>
                </c:pt>
                <c:pt idx="5282">
                  <c:v>10.9</c:v>
                </c:pt>
                <c:pt idx="5283">
                  <c:v>10.9</c:v>
                </c:pt>
                <c:pt idx="5284">
                  <c:v>10.9</c:v>
                </c:pt>
                <c:pt idx="5285">
                  <c:v>10.8</c:v>
                </c:pt>
                <c:pt idx="5286">
                  <c:v>10.9</c:v>
                </c:pt>
                <c:pt idx="5287">
                  <c:v>10.9</c:v>
                </c:pt>
                <c:pt idx="5288">
                  <c:v>10.8</c:v>
                </c:pt>
                <c:pt idx="5289">
                  <c:v>10.9</c:v>
                </c:pt>
                <c:pt idx="5290">
                  <c:v>10.8</c:v>
                </c:pt>
                <c:pt idx="5291">
                  <c:v>10.8</c:v>
                </c:pt>
                <c:pt idx="5292">
                  <c:v>10.7</c:v>
                </c:pt>
                <c:pt idx="5293">
                  <c:v>10.7</c:v>
                </c:pt>
                <c:pt idx="5294">
                  <c:v>10.8</c:v>
                </c:pt>
                <c:pt idx="5295">
                  <c:v>10.6</c:v>
                </c:pt>
                <c:pt idx="5296">
                  <c:v>10.5</c:v>
                </c:pt>
                <c:pt idx="5297">
                  <c:v>10.4</c:v>
                </c:pt>
                <c:pt idx="5298">
                  <c:v>10.5</c:v>
                </c:pt>
                <c:pt idx="5299">
                  <c:v>10.6</c:v>
                </c:pt>
                <c:pt idx="5300">
                  <c:v>10.7</c:v>
                </c:pt>
                <c:pt idx="5301">
                  <c:v>10.6</c:v>
                </c:pt>
                <c:pt idx="5302">
                  <c:v>10.8</c:v>
                </c:pt>
                <c:pt idx="5303">
                  <c:v>10.8</c:v>
                </c:pt>
                <c:pt idx="5304">
                  <c:v>10.9</c:v>
                </c:pt>
                <c:pt idx="5305">
                  <c:v>10.8</c:v>
                </c:pt>
                <c:pt idx="5306">
                  <c:v>10.6</c:v>
                </c:pt>
                <c:pt idx="5307">
                  <c:v>10.7</c:v>
                </c:pt>
                <c:pt idx="5308">
                  <c:v>10.5</c:v>
                </c:pt>
                <c:pt idx="5309">
                  <c:v>10.5</c:v>
                </c:pt>
                <c:pt idx="5310">
                  <c:v>10.5</c:v>
                </c:pt>
                <c:pt idx="5311">
                  <c:v>10.6</c:v>
                </c:pt>
                <c:pt idx="5312">
                  <c:v>10.9</c:v>
                </c:pt>
                <c:pt idx="5313">
                  <c:v>10.9</c:v>
                </c:pt>
                <c:pt idx="5314">
                  <c:v>10.4</c:v>
                </c:pt>
                <c:pt idx="5315">
                  <c:v>10.3</c:v>
                </c:pt>
                <c:pt idx="5316">
                  <c:v>10.199999999999999</c:v>
                </c:pt>
                <c:pt idx="5317">
                  <c:v>10.5</c:v>
                </c:pt>
                <c:pt idx="5318">
                  <c:v>10.6</c:v>
                </c:pt>
                <c:pt idx="5319">
                  <c:v>10.9</c:v>
                </c:pt>
                <c:pt idx="5320">
                  <c:v>11.1</c:v>
                </c:pt>
                <c:pt idx="5321">
                  <c:v>11</c:v>
                </c:pt>
                <c:pt idx="5322">
                  <c:v>11</c:v>
                </c:pt>
                <c:pt idx="5323">
                  <c:v>10.7</c:v>
                </c:pt>
                <c:pt idx="5324">
                  <c:v>10.7</c:v>
                </c:pt>
                <c:pt idx="5325">
                  <c:v>10.7</c:v>
                </c:pt>
                <c:pt idx="5326">
                  <c:v>10.7</c:v>
                </c:pt>
                <c:pt idx="5327">
                  <c:v>10.9</c:v>
                </c:pt>
                <c:pt idx="5328">
                  <c:v>10.9</c:v>
                </c:pt>
                <c:pt idx="5329">
                  <c:v>10.9</c:v>
                </c:pt>
                <c:pt idx="5330">
                  <c:v>11.1</c:v>
                </c:pt>
                <c:pt idx="5331">
                  <c:v>11</c:v>
                </c:pt>
                <c:pt idx="5332">
                  <c:v>11</c:v>
                </c:pt>
                <c:pt idx="5333">
                  <c:v>10.9</c:v>
                </c:pt>
                <c:pt idx="5334">
                  <c:v>10.8</c:v>
                </c:pt>
                <c:pt idx="5335">
                  <c:v>10.9</c:v>
                </c:pt>
                <c:pt idx="5336">
                  <c:v>11.1</c:v>
                </c:pt>
                <c:pt idx="5337">
                  <c:v>11.1</c:v>
                </c:pt>
                <c:pt idx="5338">
                  <c:v>11.2</c:v>
                </c:pt>
                <c:pt idx="5339">
                  <c:v>11.1</c:v>
                </c:pt>
                <c:pt idx="5340">
                  <c:v>11.1</c:v>
                </c:pt>
                <c:pt idx="5341">
                  <c:v>11.1</c:v>
                </c:pt>
                <c:pt idx="5342">
                  <c:v>11</c:v>
                </c:pt>
                <c:pt idx="5343">
                  <c:v>11.1</c:v>
                </c:pt>
                <c:pt idx="5344">
                  <c:v>11</c:v>
                </c:pt>
                <c:pt idx="5345">
                  <c:v>11</c:v>
                </c:pt>
                <c:pt idx="5346">
                  <c:v>11</c:v>
                </c:pt>
                <c:pt idx="5347">
                  <c:v>11.1</c:v>
                </c:pt>
                <c:pt idx="5348">
                  <c:v>11.1</c:v>
                </c:pt>
                <c:pt idx="5349">
                  <c:v>11.2</c:v>
                </c:pt>
                <c:pt idx="5350">
                  <c:v>11.1</c:v>
                </c:pt>
                <c:pt idx="5351">
                  <c:v>10.9</c:v>
                </c:pt>
                <c:pt idx="5352">
                  <c:v>11.1</c:v>
                </c:pt>
                <c:pt idx="5353">
                  <c:v>11.1</c:v>
                </c:pt>
                <c:pt idx="5354">
                  <c:v>11.1</c:v>
                </c:pt>
                <c:pt idx="5355">
                  <c:v>11.1</c:v>
                </c:pt>
                <c:pt idx="5356">
                  <c:v>11.2</c:v>
                </c:pt>
                <c:pt idx="5357">
                  <c:v>11.2</c:v>
                </c:pt>
                <c:pt idx="5358">
                  <c:v>11.1</c:v>
                </c:pt>
                <c:pt idx="5359">
                  <c:v>11.1</c:v>
                </c:pt>
                <c:pt idx="5360">
                  <c:v>11.2</c:v>
                </c:pt>
                <c:pt idx="5361">
                  <c:v>11.2</c:v>
                </c:pt>
                <c:pt idx="5362">
                  <c:v>11.1</c:v>
                </c:pt>
                <c:pt idx="5363">
                  <c:v>10.9</c:v>
                </c:pt>
                <c:pt idx="5364">
                  <c:v>11</c:v>
                </c:pt>
                <c:pt idx="5365">
                  <c:v>11</c:v>
                </c:pt>
                <c:pt idx="5366">
                  <c:v>11.1</c:v>
                </c:pt>
                <c:pt idx="5367">
                  <c:v>10.8</c:v>
                </c:pt>
                <c:pt idx="5368">
                  <c:v>11.1</c:v>
                </c:pt>
                <c:pt idx="5369">
                  <c:v>11.2</c:v>
                </c:pt>
                <c:pt idx="5370">
                  <c:v>11.1</c:v>
                </c:pt>
                <c:pt idx="5371">
                  <c:v>11.1</c:v>
                </c:pt>
                <c:pt idx="5372">
                  <c:v>11.2</c:v>
                </c:pt>
                <c:pt idx="5373">
                  <c:v>11.1</c:v>
                </c:pt>
                <c:pt idx="5374">
                  <c:v>11.2</c:v>
                </c:pt>
                <c:pt idx="5375">
                  <c:v>11.1</c:v>
                </c:pt>
                <c:pt idx="5376">
                  <c:v>11.1</c:v>
                </c:pt>
                <c:pt idx="5377">
                  <c:v>11.3</c:v>
                </c:pt>
                <c:pt idx="5378">
                  <c:v>11.3</c:v>
                </c:pt>
                <c:pt idx="5379">
                  <c:v>11.2</c:v>
                </c:pt>
                <c:pt idx="5380">
                  <c:v>11.3</c:v>
                </c:pt>
                <c:pt idx="5381">
                  <c:v>11.2</c:v>
                </c:pt>
                <c:pt idx="5382">
                  <c:v>11.2</c:v>
                </c:pt>
                <c:pt idx="5383">
                  <c:v>11.1</c:v>
                </c:pt>
                <c:pt idx="5384">
                  <c:v>11.2</c:v>
                </c:pt>
                <c:pt idx="5385">
                  <c:v>11.2</c:v>
                </c:pt>
                <c:pt idx="5386">
                  <c:v>11.4</c:v>
                </c:pt>
                <c:pt idx="5387">
                  <c:v>11.3</c:v>
                </c:pt>
                <c:pt idx="5388">
                  <c:v>11.3</c:v>
                </c:pt>
                <c:pt idx="5389">
                  <c:v>11.3</c:v>
                </c:pt>
                <c:pt idx="5390">
                  <c:v>11.4</c:v>
                </c:pt>
                <c:pt idx="5391">
                  <c:v>11.1</c:v>
                </c:pt>
                <c:pt idx="5392">
                  <c:v>11.1</c:v>
                </c:pt>
                <c:pt idx="5393">
                  <c:v>11.2</c:v>
                </c:pt>
                <c:pt idx="5394">
                  <c:v>11.2</c:v>
                </c:pt>
                <c:pt idx="5395">
                  <c:v>11.2</c:v>
                </c:pt>
                <c:pt idx="5396">
                  <c:v>11.2</c:v>
                </c:pt>
                <c:pt idx="5397">
                  <c:v>11.3</c:v>
                </c:pt>
                <c:pt idx="5398">
                  <c:v>11.4</c:v>
                </c:pt>
                <c:pt idx="5399">
                  <c:v>11.5</c:v>
                </c:pt>
                <c:pt idx="5400">
                  <c:v>11.4</c:v>
                </c:pt>
                <c:pt idx="5401">
                  <c:v>11.3</c:v>
                </c:pt>
                <c:pt idx="5402">
                  <c:v>11.3</c:v>
                </c:pt>
                <c:pt idx="5403">
                  <c:v>11.3</c:v>
                </c:pt>
                <c:pt idx="5404">
                  <c:v>11.3</c:v>
                </c:pt>
                <c:pt idx="5405">
                  <c:v>11.7</c:v>
                </c:pt>
                <c:pt idx="5406">
                  <c:v>11.9</c:v>
                </c:pt>
                <c:pt idx="5407">
                  <c:v>11.8</c:v>
                </c:pt>
                <c:pt idx="5408">
                  <c:v>11.7</c:v>
                </c:pt>
                <c:pt idx="5409">
                  <c:v>11.6</c:v>
                </c:pt>
                <c:pt idx="5410">
                  <c:v>11.8</c:v>
                </c:pt>
                <c:pt idx="5411">
                  <c:v>11.7</c:v>
                </c:pt>
                <c:pt idx="5412">
                  <c:v>11.8</c:v>
                </c:pt>
                <c:pt idx="5413">
                  <c:v>11.7</c:v>
                </c:pt>
                <c:pt idx="5414">
                  <c:v>11.5</c:v>
                </c:pt>
                <c:pt idx="5415">
                  <c:v>11.7</c:v>
                </c:pt>
                <c:pt idx="5416">
                  <c:v>11.7</c:v>
                </c:pt>
                <c:pt idx="5417">
                  <c:v>11.6</c:v>
                </c:pt>
                <c:pt idx="5418">
                  <c:v>11.6</c:v>
                </c:pt>
                <c:pt idx="5419">
                  <c:v>11.4</c:v>
                </c:pt>
                <c:pt idx="5420">
                  <c:v>11.5</c:v>
                </c:pt>
                <c:pt idx="5421">
                  <c:v>11.6</c:v>
                </c:pt>
                <c:pt idx="5422">
                  <c:v>11.6</c:v>
                </c:pt>
                <c:pt idx="5423">
                  <c:v>11.6</c:v>
                </c:pt>
                <c:pt idx="5424">
                  <c:v>11.6</c:v>
                </c:pt>
                <c:pt idx="5425">
                  <c:v>11.5</c:v>
                </c:pt>
                <c:pt idx="5426">
                  <c:v>11.5</c:v>
                </c:pt>
                <c:pt idx="5427">
                  <c:v>11.4</c:v>
                </c:pt>
                <c:pt idx="5428">
                  <c:v>11.5</c:v>
                </c:pt>
                <c:pt idx="5429">
                  <c:v>11.5</c:v>
                </c:pt>
                <c:pt idx="5430">
                  <c:v>11.6</c:v>
                </c:pt>
                <c:pt idx="5431">
                  <c:v>11.4</c:v>
                </c:pt>
                <c:pt idx="5432">
                  <c:v>11.5</c:v>
                </c:pt>
                <c:pt idx="5433">
                  <c:v>11.6</c:v>
                </c:pt>
                <c:pt idx="5434">
                  <c:v>11.6</c:v>
                </c:pt>
                <c:pt idx="5435">
                  <c:v>11.6</c:v>
                </c:pt>
                <c:pt idx="5436">
                  <c:v>11.5</c:v>
                </c:pt>
                <c:pt idx="5437">
                  <c:v>11.5</c:v>
                </c:pt>
                <c:pt idx="5438">
                  <c:v>11.5</c:v>
                </c:pt>
                <c:pt idx="5439">
                  <c:v>11.6</c:v>
                </c:pt>
                <c:pt idx="5440">
                  <c:v>11.5</c:v>
                </c:pt>
                <c:pt idx="5441">
                  <c:v>11.6</c:v>
                </c:pt>
                <c:pt idx="5442">
                  <c:v>11.8</c:v>
                </c:pt>
                <c:pt idx="5443">
                  <c:v>11.9</c:v>
                </c:pt>
                <c:pt idx="5444">
                  <c:v>11.8</c:v>
                </c:pt>
                <c:pt idx="5445">
                  <c:v>11.4</c:v>
                </c:pt>
                <c:pt idx="5446">
                  <c:v>11.1</c:v>
                </c:pt>
                <c:pt idx="5447">
                  <c:v>11</c:v>
                </c:pt>
                <c:pt idx="5448">
                  <c:v>11.2</c:v>
                </c:pt>
                <c:pt idx="5449">
                  <c:v>11.4</c:v>
                </c:pt>
                <c:pt idx="5450">
                  <c:v>11.2</c:v>
                </c:pt>
                <c:pt idx="5451">
                  <c:v>11</c:v>
                </c:pt>
                <c:pt idx="5452">
                  <c:v>11.1</c:v>
                </c:pt>
                <c:pt idx="5453">
                  <c:v>11.4</c:v>
                </c:pt>
                <c:pt idx="5454">
                  <c:v>11.6</c:v>
                </c:pt>
                <c:pt idx="5455">
                  <c:v>11.4</c:v>
                </c:pt>
                <c:pt idx="5456">
                  <c:v>11.3</c:v>
                </c:pt>
                <c:pt idx="5457">
                  <c:v>11.6</c:v>
                </c:pt>
                <c:pt idx="5458">
                  <c:v>11.5</c:v>
                </c:pt>
                <c:pt idx="5459">
                  <c:v>11.5</c:v>
                </c:pt>
                <c:pt idx="5460">
                  <c:v>11.5</c:v>
                </c:pt>
                <c:pt idx="5461">
                  <c:v>11.8</c:v>
                </c:pt>
                <c:pt idx="5462">
                  <c:v>11.7</c:v>
                </c:pt>
                <c:pt idx="5463">
                  <c:v>11.6</c:v>
                </c:pt>
                <c:pt idx="5464">
                  <c:v>11.8</c:v>
                </c:pt>
                <c:pt idx="5465">
                  <c:v>11.9</c:v>
                </c:pt>
                <c:pt idx="5466">
                  <c:v>11.9</c:v>
                </c:pt>
                <c:pt idx="5467">
                  <c:v>11.8</c:v>
                </c:pt>
                <c:pt idx="5468">
                  <c:v>11.8</c:v>
                </c:pt>
                <c:pt idx="5469">
                  <c:v>11.9</c:v>
                </c:pt>
                <c:pt idx="5470">
                  <c:v>11.8</c:v>
                </c:pt>
                <c:pt idx="5471">
                  <c:v>11.8</c:v>
                </c:pt>
                <c:pt idx="5472">
                  <c:v>11.8</c:v>
                </c:pt>
                <c:pt idx="5473">
                  <c:v>11.8</c:v>
                </c:pt>
                <c:pt idx="5474">
                  <c:v>11.7</c:v>
                </c:pt>
                <c:pt idx="5475">
                  <c:v>11.6</c:v>
                </c:pt>
                <c:pt idx="5476">
                  <c:v>11.6</c:v>
                </c:pt>
                <c:pt idx="5477">
                  <c:v>11.6</c:v>
                </c:pt>
                <c:pt idx="5478">
                  <c:v>11.7</c:v>
                </c:pt>
                <c:pt idx="5479">
                  <c:v>11.6</c:v>
                </c:pt>
                <c:pt idx="5480">
                  <c:v>11.6</c:v>
                </c:pt>
                <c:pt idx="5481">
                  <c:v>11.6</c:v>
                </c:pt>
                <c:pt idx="5482">
                  <c:v>11.6</c:v>
                </c:pt>
                <c:pt idx="5483">
                  <c:v>11.6</c:v>
                </c:pt>
                <c:pt idx="5484">
                  <c:v>11.6</c:v>
                </c:pt>
                <c:pt idx="5485">
                  <c:v>11.6</c:v>
                </c:pt>
                <c:pt idx="5486">
                  <c:v>11.8</c:v>
                </c:pt>
                <c:pt idx="5487">
                  <c:v>11.6</c:v>
                </c:pt>
                <c:pt idx="5488">
                  <c:v>11.6</c:v>
                </c:pt>
                <c:pt idx="5489">
                  <c:v>11.7</c:v>
                </c:pt>
                <c:pt idx="5490">
                  <c:v>11.6</c:v>
                </c:pt>
                <c:pt idx="5491">
                  <c:v>11.7</c:v>
                </c:pt>
                <c:pt idx="5492">
                  <c:v>11.6</c:v>
                </c:pt>
                <c:pt idx="5493">
                  <c:v>11.7</c:v>
                </c:pt>
                <c:pt idx="5494">
                  <c:v>11.2</c:v>
                </c:pt>
                <c:pt idx="5495">
                  <c:v>11.5</c:v>
                </c:pt>
                <c:pt idx="5496">
                  <c:v>11.7</c:v>
                </c:pt>
                <c:pt idx="5497">
                  <c:v>11.5</c:v>
                </c:pt>
                <c:pt idx="5498">
                  <c:v>11.6</c:v>
                </c:pt>
                <c:pt idx="5499">
                  <c:v>11.6</c:v>
                </c:pt>
                <c:pt idx="5500">
                  <c:v>11.6</c:v>
                </c:pt>
                <c:pt idx="5501">
                  <c:v>11.6</c:v>
                </c:pt>
                <c:pt idx="5502">
                  <c:v>11.7</c:v>
                </c:pt>
                <c:pt idx="5503">
                  <c:v>11.8</c:v>
                </c:pt>
                <c:pt idx="5504">
                  <c:v>11.8</c:v>
                </c:pt>
                <c:pt idx="5505">
                  <c:v>11.8</c:v>
                </c:pt>
                <c:pt idx="5506">
                  <c:v>11.8</c:v>
                </c:pt>
                <c:pt idx="5507">
                  <c:v>11.9</c:v>
                </c:pt>
                <c:pt idx="5508">
                  <c:v>11.8</c:v>
                </c:pt>
                <c:pt idx="5509">
                  <c:v>11.6</c:v>
                </c:pt>
                <c:pt idx="5510">
                  <c:v>11.7</c:v>
                </c:pt>
                <c:pt idx="5511">
                  <c:v>11.6</c:v>
                </c:pt>
                <c:pt idx="5512">
                  <c:v>11.7</c:v>
                </c:pt>
                <c:pt idx="5513">
                  <c:v>11.7</c:v>
                </c:pt>
                <c:pt idx="5514">
                  <c:v>11.8</c:v>
                </c:pt>
                <c:pt idx="5515">
                  <c:v>11.8</c:v>
                </c:pt>
                <c:pt idx="5516">
                  <c:v>11.7</c:v>
                </c:pt>
                <c:pt idx="5517">
                  <c:v>11.8</c:v>
                </c:pt>
                <c:pt idx="5518">
                  <c:v>11.7</c:v>
                </c:pt>
                <c:pt idx="5519">
                  <c:v>11.6</c:v>
                </c:pt>
                <c:pt idx="5520">
                  <c:v>11.7</c:v>
                </c:pt>
                <c:pt idx="5521">
                  <c:v>11.9</c:v>
                </c:pt>
                <c:pt idx="5522">
                  <c:v>12</c:v>
                </c:pt>
                <c:pt idx="5523">
                  <c:v>11.9</c:v>
                </c:pt>
                <c:pt idx="5524">
                  <c:v>12.2</c:v>
                </c:pt>
                <c:pt idx="5525">
                  <c:v>12.1</c:v>
                </c:pt>
                <c:pt idx="5526">
                  <c:v>12</c:v>
                </c:pt>
                <c:pt idx="5527">
                  <c:v>12.1</c:v>
                </c:pt>
                <c:pt idx="5528">
                  <c:v>12</c:v>
                </c:pt>
                <c:pt idx="5529">
                  <c:v>12</c:v>
                </c:pt>
                <c:pt idx="5530">
                  <c:v>12.1</c:v>
                </c:pt>
                <c:pt idx="5531">
                  <c:v>12</c:v>
                </c:pt>
                <c:pt idx="5532">
                  <c:v>12.1</c:v>
                </c:pt>
                <c:pt idx="5533">
                  <c:v>12</c:v>
                </c:pt>
                <c:pt idx="5534">
                  <c:v>11.9</c:v>
                </c:pt>
                <c:pt idx="5535">
                  <c:v>11.7</c:v>
                </c:pt>
                <c:pt idx="5536">
                  <c:v>11.8</c:v>
                </c:pt>
                <c:pt idx="5537">
                  <c:v>11.9</c:v>
                </c:pt>
                <c:pt idx="5538">
                  <c:v>11.9</c:v>
                </c:pt>
                <c:pt idx="5539">
                  <c:v>12</c:v>
                </c:pt>
                <c:pt idx="5540">
                  <c:v>11.8</c:v>
                </c:pt>
                <c:pt idx="5541">
                  <c:v>11.9</c:v>
                </c:pt>
                <c:pt idx="5542">
                  <c:v>11.9</c:v>
                </c:pt>
                <c:pt idx="5543">
                  <c:v>11.9</c:v>
                </c:pt>
                <c:pt idx="5544">
                  <c:v>11.9</c:v>
                </c:pt>
                <c:pt idx="5545">
                  <c:v>11.8</c:v>
                </c:pt>
                <c:pt idx="5546">
                  <c:v>11.8</c:v>
                </c:pt>
                <c:pt idx="5547">
                  <c:v>11.8</c:v>
                </c:pt>
                <c:pt idx="5548">
                  <c:v>11.9</c:v>
                </c:pt>
                <c:pt idx="5549">
                  <c:v>12</c:v>
                </c:pt>
                <c:pt idx="5550">
                  <c:v>11.9</c:v>
                </c:pt>
                <c:pt idx="5551">
                  <c:v>11.9</c:v>
                </c:pt>
                <c:pt idx="5552">
                  <c:v>11.7</c:v>
                </c:pt>
                <c:pt idx="5553">
                  <c:v>11.6</c:v>
                </c:pt>
                <c:pt idx="5554">
                  <c:v>11.6</c:v>
                </c:pt>
                <c:pt idx="5555">
                  <c:v>11.6</c:v>
                </c:pt>
                <c:pt idx="5556">
                  <c:v>11.7</c:v>
                </c:pt>
                <c:pt idx="5557">
                  <c:v>11.8</c:v>
                </c:pt>
                <c:pt idx="5558">
                  <c:v>11.9</c:v>
                </c:pt>
                <c:pt idx="5559">
                  <c:v>11.8</c:v>
                </c:pt>
                <c:pt idx="5560">
                  <c:v>11.8</c:v>
                </c:pt>
                <c:pt idx="5561">
                  <c:v>11.8</c:v>
                </c:pt>
                <c:pt idx="5562">
                  <c:v>11.9</c:v>
                </c:pt>
                <c:pt idx="5563">
                  <c:v>11.7</c:v>
                </c:pt>
                <c:pt idx="5564">
                  <c:v>11.7</c:v>
                </c:pt>
                <c:pt idx="5565">
                  <c:v>11.7</c:v>
                </c:pt>
                <c:pt idx="5566">
                  <c:v>11.7</c:v>
                </c:pt>
                <c:pt idx="5567">
                  <c:v>11.9</c:v>
                </c:pt>
                <c:pt idx="5568">
                  <c:v>11.8</c:v>
                </c:pt>
                <c:pt idx="5569">
                  <c:v>11.7</c:v>
                </c:pt>
                <c:pt idx="5570">
                  <c:v>11.8</c:v>
                </c:pt>
                <c:pt idx="5571">
                  <c:v>11.8</c:v>
                </c:pt>
                <c:pt idx="5572">
                  <c:v>11.9</c:v>
                </c:pt>
                <c:pt idx="5573">
                  <c:v>11.8</c:v>
                </c:pt>
                <c:pt idx="5574">
                  <c:v>11.8</c:v>
                </c:pt>
                <c:pt idx="5575">
                  <c:v>11.8</c:v>
                </c:pt>
                <c:pt idx="5576">
                  <c:v>11.8</c:v>
                </c:pt>
                <c:pt idx="5577">
                  <c:v>11.8</c:v>
                </c:pt>
                <c:pt idx="5578">
                  <c:v>11.8</c:v>
                </c:pt>
                <c:pt idx="5579">
                  <c:v>12</c:v>
                </c:pt>
                <c:pt idx="5580">
                  <c:v>12</c:v>
                </c:pt>
                <c:pt idx="5581">
                  <c:v>12.1</c:v>
                </c:pt>
                <c:pt idx="5582">
                  <c:v>11.9</c:v>
                </c:pt>
                <c:pt idx="5583">
                  <c:v>11.9</c:v>
                </c:pt>
                <c:pt idx="5584">
                  <c:v>11.8</c:v>
                </c:pt>
                <c:pt idx="5585">
                  <c:v>11.9</c:v>
                </c:pt>
                <c:pt idx="5586">
                  <c:v>11.9</c:v>
                </c:pt>
                <c:pt idx="5587">
                  <c:v>11.8</c:v>
                </c:pt>
                <c:pt idx="5588">
                  <c:v>11.7</c:v>
                </c:pt>
                <c:pt idx="5589">
                  <c:v>11.8</c:v>
                </c:pt>
                <c:pt idx="5590">
                  <c:v>11.6</c:v>
                </c:pt>
                <c:pt idx="5591">
                  <c:v>11.7</c:v>
                </c:pt>
                <c:pt idx="5592">
                  <c:v>11.8</c:v>
                </c:pt>
                <c:pt idx="5593">
                  <c:v>11.8</c:v>
                </c:pt>
                <c:pt idx="5594">
                  <c:v>11.7</c:v>
                </c:pt>
                <c:pt idx="5595">
                  <c:v>11.7</c:v>
                </c:pt>
                <c:pt idx="5596">
                  <c:v>11.8</c:v>
                </c:pt>
                <c:pt idx="5597">
                  <c:v>11.8</c:v>
                </c:pt>
                <c:pt idx="5598">
                  <c:v>11.8</c:v>
                </c:pt>
                <c:pt idx="5599">
                  <c:v>11.8</c:v>
                </c:pt>
                <c:pt idx="5600">
                  <c:v>11.8</c:v>
                </c:pt>
                <c:pt idx="5601">
                  <c:v>11.7</c:v>
                </c:pt>
                <c:pt idx="5602">
                  <c:v>11.7</c:v>
                </c:pt>
                <c:pt idx="5603">
                  <c:v>11.6</c:v>
                </c:pt>
                <c:pt idx="5604">
                  <c:v>11.6</c:v>
                </c:pt>
                <c:pt idx="5605">
                  <c:v>11.7</c:v>
                </c:pt>
                <c:pt idx="5606">
                  <c:v>11.8</c:v>
                </c:pt>
                <c:pt idx="5607">
                  <c:v>11.8</c:v>
                </c:pt>
                <c:pt idx="5608">
                  <c:v>11.7</c:v>
                </c:pt>
                <c:pt idx="5609">
                  <c:v>11.7</c:v>
                </c:pt>
                <c:pt idx="5610">
                  <c:v>11.7</c:v>
                </c:pt>
                <c:pt idx="5611">
                  <c:v>11.8</c:v>
                </c:pt>
                <c:pt idx="5612">
                  <c:v>11.8</c:v>
                </c:pt>
                <c:pt idx="5613">
                  <c:v>11.8</c:v>
                </c:pt>
                <c:pt idx="5614">
                  <c:v>11.8</c:v>
                </c:pt>
                <c:pt idx="5615">
                  <c:v>11.7</c:v>
                </c:pt>
                <c:pt idx="5616">
                  <c:v>11.6</c:v>
                </c:pt>
                <c:pt idx="5617">
                  <c:v>11.7</c:v>
                </c:pt>
                <c:pt idx="5618">
                  <c:v>11.6</c:v>
                </c:pt>
                <c:pt idx="5619">
                  <c:v>11.5</c:v>
                </c:pt>
                <c:pt idx="5620">
                  <c:v>11.6</c:v>
                </c:pt>
                <c:pt idx="5621">
                  <c:v>11.7</c:v>
                </c:pt>
                <c:pt idx="5622">
                  <c:v>11.8</c:v>
                </c:pt>
                <c:pt idx="5623">
                  <c:v>11.7</c:v>
                </c:pt>
                <c:pt idx="5624">
                  <c:v>11.6</c:v>
                </c:pt>
                <c:pt idx="5625">
                  <c:v>11.7</c:v>
                </c:pt>
                <c:pt idx="5626">
                  <c:v>11.7</c:v>
                </c:pt>
                <c:pt idx="5627">
                  <c:v>11.5</c:v>
                </c:pt>
                <c:pt idx="5628">
                  <c:v>11.6</c:v>
                </c:pt>
                <c:pt idx="5629">
                  <c:v>11.6</c:v>
                </c:pt>
                <c:pt idx="5630">
                  <c:v>11.7</c:v>
                </c:pt>
                <c:pt idx="5631">
                  <c:v>11.7</c:v>
                </c:pt>
                <c:pt idx="5632">
                  <c:v>11.8</c:v>
                </c:pt>
                <c:pt idx="5633">
                  <c:v>11.9</c:v>
                </c:pt>
                <c:pt idx="5634">
                  <c:v>11.9</c:v>
                </c:pt>
                <c:pt idx="5635">
                  <c:v>11.9</c:v>
                </c:pt>
                <c:pt idx="5636">
                  <c:v>11.8</c:v>
                </c:pt>
                <c:pt idx="5637">
                  <c:v>11.7</c:v>
                </c:pt>
                <c:pt idx="5638">
                  <c:v>11.6</c:v>
                </c:pt>
                <c:pt idx="5639">
                  <c:v>11.7</c:v>
                </c:pt>
                <c:pt idx="5640">
                  <c:v>11.8</c:v>
                </c:pt>
                <c:pt idx="5641">
                  <c:v>11.8</c:v>
                </c:pt>
                <c:pt idx="5642">
                  <c:v>11.9</c:v>
                </c:pt>
                <c:pt idx="5643">
                  <c:v>11.9</c:v>
                </c:pt>
                <c:pt idx="5644">
                  <c:v>12</c:v>
                </c:pt>
                <c:pt idx="5645">
                  <c:v>12</c:v>
                </c:pt>
                <c:pt idx="5646">
                  <c:v>11.9</c:v>
                </c:pt>
                <c:pt idx="5647">
                  <c:v>11.8</c:v>
                </c:pt>
                <c:pt idx="5648">
                  <c:v>11.8</c:v>
                </c:pt>
                <c:pt idx="5649">
                  <c:v>12.1</c:v>
                </c:pt>
                <c:pt idx="5650">
                  <c:v>12.4</c:v>
                </c:pt>
                <c:pt idx="5651">
                  <c:v>12.3</c:v>
                </c:pt>
                <c:pt idx="5652">
                  <c:v>12.2</c:v>
                </c:pt>
                <c:pt idx="5653">
                  <c:v>12</c:v>
                </c:pt>
                <c:pt idx="5654">
                  <c:v>12</c:v>
                </c:pt>
                <c:pt idx="5655">
                  <c:v>12</c:v>
                </c:pt>
                <c:pt idx="5656">
                  <c:v>11.9</c:v>
                </c:pt>
                <c:pt idx="5657">
                  <c:v>12</c:v>
                </c:pt>
                <c:pt idx="5658">
                  <c:v>12</c:v>
                </c:pt>
                <c:pt idx="5659">
                  <c:v>12.1</c:v>
                </c:pt>
                <c:pt idx="5660">
                  <c:v>12.2</c:v>
                </c:pt>
                <c:pt idx="5661">
                  <c:v>12.1</c:v>
                </c:pt>
                <c:pt idx="5662">
                  <c:v>12</c:v>
                </c:pt>
                <c:pt idx="5663">
                  <c:v>11.9</c:v>
                </c:pt>
                <c:pt idx="5664">
                  <c:v>11.8</c:v>
                </c:pt>
                <c:pt idx="5665">
                  <c:v>11.8</c:v>
                </c:pt>
                <c:pt idx="5666">
                  <c:v>11.8</c:v>
                </c:pt>
                <c:pt idx="5667">
                  <c:v>11.8</c:v>
                </c:pt>
                <c:pt idx="5668">
                  <c:v>11.8</c:v>
                </c:pt>
                <c:pt idx="5669">
                  <c:v>12</c:v>
                </c:pt>
                <c:pt idx="5670">
                  <c:v>12</c:v>
                </c:pt>
                <c:pt idx="5671">
                  <c:v>11.8</c:v>
                </c:pt>
                <c:pt idx="5672">
                  <c:v>11.9</c:v>
                </c:pt>
                <c:pt idx="5673">
                  <c:v>11.9</c:v>
                </c:pt>
                <c:pt idx="5674">
                  <c:v>11.7</c:v>
                </c:pt>
                <c:pt idx="5675">
                  <c:v>11.8</c:v>
                </c:pt>
                <c:pt idx="5676">
                  <c:v>11.9</c:v>
                </c:pt>
                <c:pt idx="5677">
                  <c:v>11.8</c:v>
                </c:pt>
                <c:pt idx="5678">
                  <c:v>11.8</c:v>
                </c:pt>
                <c:pt idx="5679">
                  <c:v>11.9</c:v>
                </c:pt>
                <c:pt idx="5680">
                  <c:v>12</c:v>
                </c:pt>
                <c:pt idx="5681">
                  <c:v>11.8</c:v>
                </c:pt>
                <c:pt idx="5682">
                  <c:v>11.9</c:v>
                </c:pt>
                <c:pt idx="5683">
                  <c:v>11.9</c:v>
                </c:pt>
                <c:pt idx="5684">
                  <c:v>11.9</c:v>
                </c:pt>
                <c:pt idx="5685">
                  <c:v>11.9</c:v>
                </c:pt>
                <c:pt idx="5686">
                  <c:v>11.9</c:v>
                </c:pt>
                <c:pt idx="5687">
                  <c:v>12</c:v>
                </c:pt>
                <c:pt idx="5688">
                  <c:v>12</c:v>
                </c:pt>
                <c:pt idx="5689">
                  <c:v>12</c:v>
                </c:pt>
                <c:pt idx="5690">
                  <c:v>12</c:v>
                </c:pt>
                <c:pt idx="5691">
                  <c:v>11.9</c:v>
                </c:pt>
                <c:pt idx="5692">
                  <c:v>11.8</c:v>
                </c:pt>
                <c:pt idx="5693">
                  <c:v>11.9</c:v>
                </c:pt>
                <c:pt idx="5694">
                  <c:v>12</c:v>
                </c:pt>
                <c:pt idx="5695">
                  <c:v>12</c:v>
                </c:pt>
                <c:pt idx="5696">
                  <c:v>11.9</c:v>
                </c:pt>
                <c:pt idx="5697">
                  <c:v>11.9</c:v>
                </c:pt>
                <c:pt idx="5698">
                  <c:v>11.9</c:v>
                </c:pt>
                <c:pt idx="5699">
                  <c:v>11.9</c:v>
                </c:pt>
                <c:pt idx="5700">
                  <c:v>11.8</c:v>
                </c:pt>
                <c:pt idx="5701">
                  <c:v>11.8</c:v>
                </c:pt>
                <c:pt idx="5702">
                  <c:v>11.9</c:v>
                </c:pt>
                <c:pt idx="5703">
                  <c:v>12</c:v>
                </c:pt>
                <c:pt idx="5704">
                  <c:v>12</c:v>
                </c:pt>
                <c:pt idx="5705">
                  <c:v>12.1</c:v>
                </c:pt>
                <c:pt idx="5706">
                  <c:v>12.1</c:v>
                </c:pt>
                <c:pt idx="5707">
                  <c:v>12.2</c:v>
                </c:pt>
                <c:pt idx="5708">
                  <c:v>12.3</c:v>
                </c:pt>
                <c:pt idx="5709">
                  <c:v>12.2</c:v>
                </c:pt>
                <c:pt idx="5710">
                  <c:v>12.1</c:v>
                </c:pt>
                <c:pt idx="5711">
                  <c:v>12.1</c:v>
                </c:pt>
                <c:pt idx="5712">
                  <c:v>12.3</c:v>
                </c:pt>
                <c:pt idx="5713">
                  <c:v>12.5</c:v>
                </c:pt>
                <c:pt idx="5714">
                  <c:v>12.5</c:v>
                </c:pt>
                <c:pt idx="5715">
                  <c:v>12.5</c:v>
                </c:pt>
                <c:pt idx="5716">
                  <c:v>12.5</c:v>
                </c:pt>
                <c:pt idx="5717">
                  <c:v>12.5</c:v>
                </c:pt>
                <c:pt idx="5718">
                  <c:v>12.5</c:v>
                </c:pt>
                <c:pt idx="5719">
                  <c:v>12.4</c:v>
                </c:pt>
                <c:pt idx="5720">
                  <c:v>12.4</c:v>
                </c:pt>
                <c:pt idx="5721">
                  <c:v>12.4</c:v>
                </c:pt>
                <c:pt idx="5722">
                  <c:v>12.5</c:v>
                </c:pt>
                <c:pt idx="5723">
                  <c:v>12.5</c:v>
                </c:pt>
                <c:pt idx="5724">
                  <c:v>12.6</c:v>
                </c:pt>
                <c:pt idx="5725">
                  <c:v>12.5</c:v>
                </c:pt>
                <c:pt idx="5726">
                  <c:v>12.5</c:v>
                </c:pt>
                <c:pt idx="5727">
                  <c:v>12.4</c:v>
                </c:pt>
                <c:pt idx="5728">
                  <c:v>12.3</c:v>
                </c:pt>
                <c:pt idx="5729">
                  <c:v>12.3</c:v>
                </c:pt>
                <c:pt idx="5730">
                  <c:v>12.4</c:v>
                </c:pt>
                <c:pt idx="5731">
                  <c:v>12.4</c:v>
                </c:pt>
                <c:pt idx="5732">
                  <c:v>12.4</c:v>
                </c:pt>
                <c:pt idx="5733">
                  <c:v>12.5</c:v>
                </c:pt>
                <c:pt idx="5734">
                  <c:v>12.5</c:v>
                </c:pt>
                <c:pt idx="5735">
                  <c:v>12.4</c:v>
                </c:pt>
                <c:pt idx="5736">
                  <c:v>12.4</c:v>
                </c:pt>
                <c:pt idx="5737">
                  <c:v>12.4</c:v>
                </c:pt>
                <c:pt idx="5738">
                  <c:v>12.3</c:v>
                </c:pt>
                <c:pt idx="5739">
                  <c:v>12.2</c:v>
                </c:pt>
                <c:pt idx="5740">
                  <c:v>12.2</c:v>
                </c:pt>
                <c:pt idx="5741">
                  <c:v>12.2</c:v>
                </c:pt>
                <c:pt idx="5742">
                  <c:v>12.2</c:v>
                </c:pt>
                <c:pt idx="5743">
                  <c:v>12.3</c:v>
                </c:pt>
                <c:pt idx="5744">
                  <c:v>12.4</c:v>
                </c:pt>
                <c:pt idx="5745">
                  <c:v>12.5</c:v>
                </c:pt>
                <c:pt idx="5746">
                  <c:v>12.4</c:v>
                </c:pt>
                <c:pt idx="5747">
                  <c:v>12.3</c:v>
                </c:pt>
                <c:pt idx="5748">
                  <c:v>12.4</c:v>
                </c:pt>
                <c:pt idx="5749">
                  <c:v>12.4</c:v>
                </c:pt>
                <c:pt idx="5750">
                  <c:v>12.2</c:v>
                </c:pt>
                <c:pt idx="5751">
                  <c:v>12.3</c:v>
                </c:pt>
                <c:pt idx="5752">
                  <c:v>12.4</c:v>
                </c:pt>
                <c:pt idx="5753">
                  <c:v>12.6</c:v>
                </c:pt>
                <c:pt idx="5754">
                  <c:v>12.6</c:v>
                </c:pt>
                <c:pt idx="5755">
                  <c:v>12.5</c:v>
                </c:pt>
                <c:pt idx="5756">
                  <c:v>12.5</c:v>
                </c:pt>
                <c:pt idx="5757">
                  <c:v>12.5</c:v>
                </c:pt>
                <c:pt idx="5758">
                  <c:v>12.6</c:v>
                </c:pt>
                <c:pt idx="5759">
                  <c:v>12.6</c:v>
                </c:pt>
                <c:pt idx="5760">
                  <c:v>12.6</c:v>
                </c:pt>
                <c:pt idx="5761">
                  <c:v>12.7</c:v>
                </c:pt>
                <c:pt idx="5762">
                  <c:v>12.7</c:v>
                </c:pt>
                <c:pt idx="5763">
                  <c:v>12.7</c:v>
                </c:pt>
                <c:pt idx="5764">
                  <c:v>12.6</c:v>
                </c:pt>
                <c:pt idx="5765">
                  <c:v>12.6</c:v>
                </c:pt>
                <c:pt idx="5766">
                  <c:v>12.6</c:v>
                </c:pt>
                <c:pt idx="5767">
                  <c:v>12.7</c:v>
                </c:pt>
                <c:pt idx="5768">
                  <c:v>12.7</c:v>
                </c:pt>
                <c:pt idx="5769">
                  <c:v>12.7</c:v>
                </c:pt>
                <c:pt idx="5770">
                  <c:v>12.8</c:v>
                </c:pt>
                <c:pt idx="5771">
                  <c:v>12.8</c:v>
                </c:pt>
                <c:pt idx="5772">
                  <c:v>12.9</c:v>
                </c:pt>
                <c:pt idx="5773">
                  <c:v>12.9</c:v>
                </c:pt>
                <c:pt idx="5774">
                  <c:v>12.9</c:v>
                </c:pt>
                <c:pt idx="5775">
                  <c:v>12.8</c:v>
                </c:pt>
                <c:pt idx="5776">
                  <c:v>12.9</c:v>
                </c:pt>
                <c:pt idx="5777">
                  <c:v>12.9</c:v>
                </c:pt>
                <c:pt idx="5778">
                  <c:v>13</c:v>
                </c:pt>
                <c:pt idx="5779">
                  <c:v>12.9</c:v>
                </c:pt>
                <c:pt idx="5780">
                  <c:v>12.9</c:v>
                </c:pt>
                <c:pt idx="5781">
                  <c:v>12.8</c:v>
                </c:pt>
                <c:pt idx="5782">
                  <c:v>12.8</c:v>
                </c:pt>
                <c:pt idx="5783">
                  <c:v>12.9</c:v>
                </c:pt>
                <c:pt idx="5784">
                  <c:v>12.9</c:v>
                </c:pt>
                <c:pt idx="5785">
                  <c:v>12.9</c:v>
                </c:pt>
                <c:pt idx="5786">
                  <c:v>12.8</c:v>
                </c:pt>
                <c:pt idx="5787">
                  <c:v>12.9</c:v>
                </c:pt>
                <c:pt idx="5788">
                  <c:v>12.9</c:v>
                </c:pt>
                <c:pt idx="5789">
                  <c:v>12.9</c:v>
                </c:pt>
                <c:pt idx="5790">
                  <c:v>12.8</c:v>
                </c:pt>
                <c:pt idx="5791">
                  <c:v>12.7</c:v>
                </c:pt>
                <c:pt idx="5792">
                  <c:v>12.7</c:v>
                </c:pt>
                <c:pt idx="5793">
                  <c:v>12.8</c:v>
                </c:pt>
                <c:pt idx="5794">
                  <c:v>12.8</c:v>
                </c:pt>
                <c:pt idx="5795">
                  <c:v>12.9</c:v>
                </c:pt>
                <c:pt idx="5796">
                  <c:v>12.9</c:v>
                </c:pt>
                <c:pt idx="5797">
                  <c:v>13</c:v>
                </c:pt>
                <c:pt idx="5798">
                  <c:v>12.8</c:v>
                </c:pt>
                <c:pt idx="5799">
                  <c:v>12.8</c:v>
                </c:pt>
                <c:pt idx="5800">
                  <c:v>12.8</c:v>
                </c:pt>
                <c:pt idx="5801">
                  <c:v>12.8</c:v>
                </c:pt>
                <c:pt idx="5802">
                  <c:v>12.8</c:v>
                </c:pt>
                <c:pt idx="5803">
                  <c:v>12.8</c:v>
                </c:pt>
                <c:pt idx="5804">
                  <c:v>12.8</c:v>
                </c:pt>
                <c:pt idx="5805">
                  <c:v>12.9</c:v>
                </c:pt>
                <c:pt idx="5806">
                  <c:v>12.9</c:v>
                </c:pt>
                <c:pt idx="5807">
                  <c:v>12.8</c:v>
                </c:pt>
                <c:pt idx="5808">
                  <c:v>12.7</c:v>
                </c:pt>
                <c:pt idx="5809">
                  <c:v>12.6</c:v>
                </c:pt>
                <c:pt idx="5810">
                  <c:v>12.6</c:v>
                </c:pt>
                <c:pt idx="5811">
                  <c:v>12.6</c:v>
                </c:pt>
                <c:pt idx="5812">
                  <c:v>12.7</c:v>
                </c:pt>
                <c:pt idx="5813">
                  <c:v>12.9</c:v>
                </c:pt>
                <c:pt idx="5814">
                  <c:v>13</c:v>
                </c:pt>
                <c:pt idx="5815">
                  <c:v>12.9</c:v>
                </c:pt>
                <c:pt idx="5816">
                  <c:v>12.8</c:v>
                </c:pt>
                <c:pt idx="5817">
                  <c:v>12.8</c:v>
                </c:pt>
                <c:pt idx="5818">
                  <c:v>12.8</c:v>
                </c:pt>
                <c:pt idx="5819">
                  <c:v>12.8</c:v>
                </c:pt>
                <c:pt idx="5820">
                  <c:v>12.9</c:v>
                </c:pt>
                <c:pt idx="5821">
                  <c:v>12.8</c:v>
                </c:pt>
                <c:pt idx="5822">
                  <c:v>12.9</c:v>
                </c:pt>
                <c:pt idx="5823">
                  <c:v>12.9</c:v>
                </c:pt>
                <c:pt idx="5824">
                  <c:v>12.9</c:v>
                </c:pt>
                <c:pt idx="5825">
                  <c:v>12.9</c:v>
                </c:pt>
                <c:pt idx="5826">
                  <c:v>12.9</c:v>
                </c:pt>
                <c:pt idx="5827">
                  <c:v>12.9</c:v>
                </c:pt>
                <c:pt idx="5828">
                  <c:v>12.8</c:v>
                </c:pt>
                <c:pt idx="5829">
                  <c:v>12.7</c:v>
                </c:pt>
                <c:pt idx="5830">
                  <c:v>12.8</c:v>
                </c:pt>
                <c:pt idx="5831">
                  <c:v>12.9</c:v>
                </c:pt>
                <c:pt idx="5832">
                  <c:v>13</c:v>
                </c:pt>
                <c:pt idx="5833">
                  <c:v>13</c:v>
                </c:pt>
                <c:pt idx="5834">
                  <c:v>12.9</c:v>
                </c:pt>
                <c:pt idx="5835">
                  <c:v>13</c:v>
                </c:pt>
                <c:pt idx="5836">
                  <c:v>13</c:v>
                </c:pt>
                <c:pt idx="5837">
                  <c:v>12.9</c:v>
                </c:pt>
                <c:pt idx="5838">
                  <c:v>12.9</c:v>
                </c:pt>
                <c:pt idx="5839">
                  <c:v>13.2</c:v>
                </c:pt>
                <c:pt idx="5840">
                  <c:v>13.1</c:v>
                </c:pt>
                <c:pt idx="5841">
                  <c:v>13.1</c:v>
                </c:pt>
                <c:pt idx="5842">
                  <c:v>13.2</c:v>
                </c:pt>
                <c:pt idx="5843">
                  <c:v>13.2</c:v>
                </c:pt>
                <c:pt idx="5844">
                  <c:v>13.1</c:v>
                </c:pt>
                <c:pt idx="5845">
                  <c:v>13</c:v>
                </c:pt>
                <c:pt idx="5846">
                  <c:v>13</c:v>
                </c:pt>
                <c:pt idx="5847">
                  <c:v>13.1</c:v>
                </c:pt>
                <c:pt idx="5848">
                  <c:v>13.2</c:v>
                </c:pt>
                <c:pt idx="5849">
                  <c:v>13.2</c:v>
                </c:pt>
                <c:pt idx="5850">
                  <c:v>13.1</c:v>
                </c:pt>
                <c:pt idx="5851">
                  <c:v>13</c:v>
                </c:pt>
                <c:pt idx="5852">
                  <c:v>12.8</c:v>
                </c:pt>
                <c:pt idx="5853">
                  <c:v>12.8</c:v>
                </c:pt>
                <c:pt idx="5854">
                  <c:v>12.8</c:v>
                </c:pt>
                <c:pt idx="5855">
                  <c:v>12.7</c:v>
                </c:pt>
                <c:pt idx="5856">
                  <c:v>12.8</c:v>
                </c:pt>
                <c:pt idx="5857">
                  <c:v>12.8</c:v>
                </c:pt>
                <c:pt idx="5858">
                  <c:v>12.9</c:v>
                </c:pt>
                <c:pt idx="5859">
                  <c:v>13</c:v>
                </c:pt>
                <c:pt idx="5860">
                  <c:v>13</c:v>
                </c:pt>
                <c:pt idx="5861">
                  <c:v>13</c:v>
                </c:pt>
                <c:pt idx="5862">
                  <c:v>13.1</c:v>
                </c:pt>
                <c:pt idx="5863">
                  <c:v>13</c:v>
                </c:pt>
                <c:pt idx="5864">
                  <c:v>12.9</c:v>
                </c:pt>
                <c:pt idx="5865">
                  <c:v>12.7</c:v>
                </c:pt>
                <c:pt idx="5866">
                  <c:v>12.8</c:v>
                </c:pt>
                <c:pt idx="5867">
                  <c:v>12.9</c:v>
                </c:pt>
                <c:pt idx="5868">
                  <c:v>12.9</c:v>
                </c:pt>
                <c:pt idx="5869">
                  <c:v>12.9</c:v>
                </c:pt>
                <c:pt idx="5870">
                  <c:v>12.2</c:v>
                </c:pt>
                <c:pt idx="5871">
                  <c:v>11.8</c:v>
                </c:pt>
                <c:pt idx="5872">
                  <c:v>11.8</c:v>
                </c:pt>
                <c:pt idx="5873">
                  <c:v>12.8</c:v>
                </c:pt>
                <c:pt idx="5874">
                  <c:v>13</c:v>
                </c:pt>
                <c:pt idx="5875">
                  <c:v>13</c:v>
                </c:pt>
                <c:pt idx="5876">
                  <c:v>13</c:v>
                </c:pt>
                <c:pt idx="5877">
                  <c:v>13.1</c:v>
                </c:pt>
                <c:pt idx="5878">
                  <c:v>13.1</c:v>
                </c:pt>
                <c:pt idx="5879">
                  <c:v>13</c:v>
                </c:pt>
                <c:pt idx="5880">
                  <c:v>13.1</c:v>
                </c:pt>
                <c:pt idx="5881">
                  <c:v>13.2</c:v>
                </c:pt>
                <c:pt idx="5882">
                  <c:v>13</c:v>
                </c:pt>
                <c:pt idx="5883">
                  <c:v>12.9</c:v>
                </c:pt>
                <c:pt idx="5884">
                  <c:v>12.7</c:v>
                </c:pt>
                <c:pt idx="5885">
                  <c:v>12.8</c:v>
                </c:pt>
                <c:pt idx="5886">
                  <c:v>12.9</c:v>
                </c:pt>
                <c:pt idx="5887">
                  <c:v>12.9</c:v>
                </c:pt>
                <c:pt idx="5888">
                  <c:v>12.9</c:v>
                </c:pt>
                <c:pt idx="5889">
                  <c:v>13</c:v>
                </c:pt>
                <c:pt idx="5890">
                  <c:v>13.1</c:v>
                </c:pt>
                <c:pt idx="5891">
                  <c:v>13.1</c:v>
                </c:pt>
                <c:pt idx="5892">
                  <c:v>13.1</c:v>
                </c:pt>
                <c:pt idx="5893">
                  <c:v>13.1</c:v>
                </c:pt>
                <c:pt idx="5894">
                  <c:v>13</c:v>
                </c:pt>
                <c:pt idx="5895">
                  <c:v>13</c:v>
                </c:pt>
                <c:pt idx="5896">
                  <c:v>13.1</c:v>
                </c:pt>
                <c:pt idx="5897">
                  <c:v>13.1</c:v>
                </c:pt>
                <c:pt idx="5898">
                  <c:v>13.1</c:v>
                </c:pt>
                <c:pt idx="5899">
                  <c:v>13.1</c:v>
                </c:pt>
                <c:pt idx="5900">
                  <c:v>13.2</c:v>
                </c:pt>
                <c:pt idx="5901">
                  <c:v>13.2</c:v>
                </c:pt>
                <c:pt idx="5902">
                  <c:v>13.4</c:v>
                </c:pt>
                <c:pt idx="5903">
                  <c:v>13.3</c:v>
                </c:pt>
                <c:pt idx="5904">
                  <c:v>13.3</c:v>
                </c:pt>
                <c:pt idx="5905">
                  <c:v>13.3</c:v>
                </c:pt>
                <c:pt idx="5906">
                  <c:v>13.3</c:v>
                </c:pt>
                <c:pt idx="5907">
                  <c:v>13.3</c:v>
                </c:pt>
                <c:pt idx="5908">
                  <c:v>13.1</c:v>
                </c:pt>
                <c:pt idx="5909">
                  <c:v>13</c:v>
                </c:pt>
                <c:pt idx="5910">
                  <c:v>13</c:v>
                </c:pt>
                <c:pt idx="5911">
                  <c:v>13</c:v>
                </c:pt>
                <c:pt idx="5912">
                  <c:v>13</c:v>
                </c:pt>
                <c:pt idx="5913">
                  <c:v>13.1</c:v>
                </c:pt>
                <c:pt idx="5914">
                  <c:v>13</c:v>
                </c:pt>
                <c:pt idx="5915">
                  <c:v>13</c:v>
                </c:pt>
                <c:pt idx="5916">
                  <c:v>13.1</c:v>
                </c:pt>
                <c:pt idx="5917">
                  <c:v>13.1</c:v>
                </c:pt>
                <c:pt idx="5918">
                  <c:v>13.1</c:v>
                </c:pt>
                <c:pt idx="5919">
                  <c:v>13.1</c:v>
                </c:pt>
                <c:pt idx="5920">
                  <c:v>13</c:v>
                </c:pt>
                <c:pt idx="5921">
                  <c:v>12.9</c:v>
                </c:pt>
                <c:pt idx="5922">
                  <c:v>13.1</c:v>
                </c:pt>
                <c:pt idx="5923">
                  <c:v>13.1</c:v>
                </c:pt>
                <c:pt idx="5924">
                  <c:v>13.2</c:v>
                </c:pt>
                <c:pt idx="5925">
                  <c:v>13.1</c:v>
                </c:pt>
                <c:pt idx="5926">
                  <c:v>13</c:v>
                </c:pt>
                <c:pt idx="5927">
                  <c:v>13.1</c:v>
                </c:pt>
                <c:pt idx="5928">
                  <c:v>13</c:v>
                </c:pt>
                <c:pt idx="5929">
                  <c:v>12.9</c:v>
                </c:pt>
                <c:pt idx="5930">
                  <c:v>12.9</c:v>
                </c:pt>
                <c:pt idx="5931">
                  <c:v>12.9</c:v>
                </c:pt>
                <c:pt idx="5932">
                  <c:v>12.9</c:v>
                </c:pt>
                <c:pt idx="5933">
                  <c:v>13.1</c:v>
                </c:pt>
                <c:pt idx="5934">
                  <c:v>13.2</c:v>
                </c:pt>
                <c:pt idx="5935">
                  <c:v>13</c:v>
                </c:pt>
                <c:pt idx="5936">
                  <c:v>12.9</c:v>
                </c:pt>
                <c:pt idx="5937">
                  <c:v>13</c:v>
                </c:pt>
                <c:pt idx="5938">
                  <c:v>13</c:v>
                </c:pt>
                <c:pt idx="5939">
                  <c:v>13</c:v>
                </c:pt>
                <c:pt idx="5940">
                  <c:v>13.1</c:v>
                </c:pt>
                <c:pt idx="5941">
                  <c:v>13</c:v>
                </c:pt>
                <c:pt idx="5942">
                  <c:v>13</c:v>
                </c:pt>
                <c:pt idx="5943">
                  <c:v>13.2</c:v>
                </c:pt>
                <c:pt idx="5944">
                  <c:v>13.3</c:v>
                </c:pt>
                <c:pt idx="5945">
                  <c:v>13.2</c:v>
                </c:pt>
                <c:pt idx="5946">
                  <c:v>13</c:v>
                </c:pt>
                <c:pt idx="5947">
                  <c:v>12.9</c:v>
                </c:pt>
                <c:pt idx="5948">
                  <c:v>12.9</c:v>
                </c:pt>
                <c:pt idx="5949">
                  <c:v>12.9</c:v>
                </c:pt>
                <c:pt idx="5950">
                  <c:v>13</c:v>
                </c:pt>
                <c:pt idx="5951">
                  <c:v>13</c:v>
                </c:pt>
                <c:pt idx="5952">
                  <c:v>13.2</c:v>
                </c:pt>
                <c:pt idx="5953">
                  <c:v>13.1</c:v>
                </c:pt>
                <c:pt idx="5954">
                  <c:v>13</c:v>
                </c:pt>
                <c:pt idx="5955">
                  <c:v>13.2</c:v>
                </c:pt>
                <c:pt idx="5956">
                  <c:v>13.2</c:v>
                </c:pt>
                <c:pt idx="5957">
                  <c:v>13.1</c:v>
                </c:pt>
                <c:pt idx="5958">
                  <c:v>13</c:v>
                </c:pt>
                <c:pt idx="5959">
                  <c:v>13</c:v>
                </c:pt>
                <c:pt idx="5960">
                  <c:v>13.2</c:v>
                </c:pt>
                <c:pt idx="5961">
                  <c:v>13.3</c:v>
                </c:pt>
                <c:pt idx="5962">
                  <c:v>13.2</c:v>
                </c:pt>
                <c:pt idx="5963">
                  <c:v>13.2</c:v>
                </c:pt>
                <c:pt idx="5964">
                  <c:v>13.2</c:v>
                </c:pt>
                <c:pt idx="5965">
                  <c:v>13.3</c:v>
                </c:pt>
                <c:pt idx="5966">
                  <c:v>13.3</c:v>
                </c:pt>
                <c:pt idx="5967">
                  <c:v>13.3</c:v>
                </c:pt>
                <c:pt idx="5968">
                  <c:v>13.4</c:v>
                </c:pt>
                <c:pt idx="5969">
                  <c:v>13.4</c:v>
                </c:pt>
                <c:pt idx="5970">
                  <c:v>13.4</c:v>
                </c:pt>
                <c:pt idx="5971">
                  <c:v>13.3</c:v>
                </c:pt>
                <c:pt idx="5972">
                  <c:v>13.2</c:v>
                </c:pt>
                <c:pt idx="5973">
                  <c:v>13.2</c:v>
                </c:pt>
                <c:pt idx="5974">
                  <c:v>13.1</c:v>
                </c:pt>
                <c:pt idx="5975">
                  <c:v>13.1</c:v>
                </c:pt>
                <c:pt idx="5976">
                  <c:v>13</c:v>
                </c:pt>
                <c:pt idx="5977">
                  <c:v>13.1</c:v>
                </c:pt>
                <c:pt idx="5978">
                  <c:v>13.2</c:v>
                </c:pt>
                <c:pt idx="5979">
                  <c:v>13.3</c:v>
                </c:pt>
                <c:pt idx="5980">
                  <c:v>13.2</c:v>
                </c:pt>
                <c:pt idx="5981">
                  <c:v>13.3</c:v>
                </c:pt>
                <c:pt idx="5982">
                  <c:v>13.2</c:v>
                </c:pt>
                <c:pt idx="5983">
                  <c:v>13.1</c:v>
                </c:pt>
                <c:pt idx="5984">
                  <c:v>13</c:v>
                </c:pt>
                <c:pt idx="5985">
                  <c:v>13</c:v>
                </c:pt>
                <c:pt idx="5986">
                  <c:v>13.1</c:v>
                </c:pt>
                <c:pt idx="5987">
                  <c:v>13.1</c:v>
                </c:pt>
                <c:pt idx="5988">
                  <c:v>13.2</c:v>
                </c:pt>
                <c:pt idx="5989">
                  <c:v>13.3</c:v>
                </c:pt>
                <c:pt idx="5990">
                  <c:v>13.2</c:v>
                </c:pt>
                <c:pt idx="5991">
                  <c:v>13.3</c:v>
                </c:pt>
                <c:pt idx="5992">
                  <c:v>13.2</c:v>
                </c:pt>
                <c:pt idx="5993">
                  <c:v>13.1</c:v>
                </c:pt>
                <c:pt idx="5994">
                  <c:v>13.1</c:v>
                </c:pt>
                <c:pt idx="5995">
                  <c:v>13.1</c:v>
                </c:pt>
                <c:pt idx="5996">
                  <c:v>13.1</c:v>
                </c:pt>
                <c:pt idx="5997">
                  <c:v>12.9</c:v>
                </c:pt>
                <c:pt idx="5998">
                  <c:v>12.8</c:v>
                </c:pt>
                <c:pt idx="5999">
                  <c:v>12.8</c:v>
                </c:pt>
                <c:pt idx="6000">
                  <c:v>12.9</c:v>
                </c:pt>
                <c:pt idx="6001">
                  <c:v>13</c:v>
                </c:pt>
                <c:pt idx="6002">
                  <c:v>12.9</c:v>
                </c:pt>
                <c:pt idx="6003">
                  <c:v>12.9</c:v>
                </c:pt>
                <c:pt idx="6004">
                  <c:v>12.8</c:v>
                </c:pt>
                <c:pt idx="6005">
                  <c:v>13</c:v>
                </c:pt>
                <c:pt idx="6006">
                  <c:v>13</c:v>
                </c:pt>
                <c:pt idx="6007">
                  <c:v>13.2</c:v>
                </c:pt>
                <c:pt idx="6008">
                  <c:v>13.2</c:v>
                </c:pt>
                <c:pt idx="6009">
                  <c:v>13.3</c:v>
                </c:pt>
                <c:pt idx="6010">
                  <c:v>13.4</c:v>
                </c:pt>
                <c:pt idx="6011">
                  <c:v>13.3</c:v>
                </c:pt>
                <c:pt idx="6012">
                  <c:v>13.3</c:v>
                </c:pt>
                <c:pt idx="6013">
                  <c:v>13.2</c:v>
                </c:pt>
                <c:pt idx="6014">
                  <c:v>13.2</c:v>
                </c:pt>
                <c:pt idx="6015">
                  <c:v>13.3</c:v>
                </c:pt>
                <c:pt idx="6016">
                  <c:v>13.4</c:v>
                </c:pt>
                <c:pt idx="6017">
                  <c:v>13.4</c:v>
                </c:pt>
                <c:pt idx="6018">
                  <c:v>13.5</c:v>
                </c:pt>
                <c:pt idx="6019">
                  <c:v>13.7</c:v>
                </c:pt>
                <c:pt idx="6020">
                  <c:v>13.4</c:v>
                </c:pt>
                <c:pt idx="6021">
                  <c:v>13.4</c:v>
                </c:pt>
                <c:pt idx="6022">
                  <c:v>13.5</c:v>
                </c:pt>
                <c:pt idx="6023">
                  <c:v>13.3</c:v>
                </c:pt>
                <c:pt idx="6024">
                  <c:v>13.4</c:v>
                </c:pt>
                <c:pt idx="6025">
                  <c:v>13.3</c:v>
                </c:pt>
                <c:pt idx="6026">
                  <c:v>13.3</c:v>
                </c:pt>
                <c:pt idx="6027">
                  <c:v>13.3</c:v>
                </c:pt>
                <c:pt idx="6028">
                  <c:v>13.5</c:v>
                </c:pt>
                <c:pt idx="6029">
                  <c:v>13.3</c:v>
                </c:pt>
                <c:pt idx="6030">
                  <c:v>13.4</c:v>
                </c:pt>
                <c:pt idx="6031">
                  <c:v>13.2</c:v>
                </c:pt>
                <c:pt idx="6032">
                  <c:v>13</c:v>
                </c:pt>
                <c:pt idx="6033">
                  <c:v>12.6</c:v>
                </c:pt>
                <c:pt idx="6034">
                  <c:v>12.6</c:v>
                </c:pt>
                <c:pt idx="6035">
                  <c:v>12.7</c:v>
                </c:pt>
                <c:pt idx="6036">
                  <c:v>12.9</c:v>
                </c:pt>
                <c:pt idx="6037">
                  <c:v>13</c:v>
                </c:pt>
                <c:pt idx="6038">
                  <c:v>12.8</c:v>
                </c:pt>
                <c:pt idx="6039">
                  <c:v>12.7</c:v>
                </c:pt>
                <c:pt idx="6040">
                  <c:v>12.9</c:v>
                </c:pt>
                <c:pt idx="6041">
                  <c:v>12.8</c:v>
                </c:pt>
                <c:pt idx="6042">
                  <c:v>12.7</c:v>
                </c:pt>
                <c:pt idx="6043">
                  <c:v>12.5</c:v>
                </c:pt>
                <c:pt idx="6044">
                  <c:v>12.6</c:v>
                </c:pt>
                <c:pt idx="6045">
                  <c:v>12.9</c:v>
                </c:pt>
                <c:pt idx="6046">
                  <c:v>12.7</c:v>
                </c:pt>
                <c:pt idx="6047">
                  <c:v>12.7</c:v>
                </c:pt>
                <c:pt idx="6048">
                  <c:v>12.6</c:v>
                </c:pt>
                <c:pt idx="6049">
                  <c:v>12.6</c:v>
                </c:pt>
                <c:pt idx="6050">
                  <c:v>12.7</c:v>
                </c:pt>
                <c:pt idx="6051">
                  <c:v>12.7</c:v>
                </c:pt>
                <c:pt idx="6052">
                  <c:v>12.7</c:v>
                </c:pt>
                <c:pt idx="6053">
                  <c:v>12.7</c:v>
                </c:pt>
                <c:pt idx="6054">
                  <c:v>12.7</c:v>
                </c:pt>
                <c:pt idx="6055">
                  <c:v>12.7</c:v>
                </c:pt>
                <c:pt idx="6056">
                  <c:v>12.8</c:v>
                </c:pt>
                <c:pt idx="6057">
                  <c:v>12.9</c:v>
                </c:pt>
                <c:pt idx="6058">
                  <c:v>12.9</c:v>
                </c:pt>
                <c:pt idx="6059">
                  <c:v>12.9</c:v>
                </c:pt>
                <c:pt idx="6060">
                  <c:v>12.7</c:v>
                </c:pt>
                <c:pt idx="6061">
                  <c:v>12.8</c:v>
                </c:pt>
                <c:pt idx="6062">
                  <c:v>12.7</c:v>
                </c:pt>
                <c:pt idx="6063">
                  <c:v>12.7</c:v>
                </c:pt>
                <c:pt idx="6064">
                  <c:v>12.8</c:v>
                </c:pt>
                <c:pt idx="6065">
                  <c:v>12.9</c:v>
                </c:pt>
                <c:pt idx="6066">
                  <c:v>13</c:v>
                </c:pt>
                <c:pt idx="6067">
                  <c:v>12.8</c:v>
                </c:pt>
                <c:pt idx="6068">
                  <c:v>12.8</c:v>
                </c:pt>
                <c:pt idx="6069">
                  <c:v>12.7</c:v>
                </c:pt>
                <c:pt idx="6070">
                  <c:v>12.6</c:v>
                </c:pt>
                <c:pt idx="6071">
                  <c:v>12.5</c:v>
                </c:pt>
                <c:pt idx="6072">
                  <c:v>12.6</c:v>
                </c:pt>
                <c:pt idx="6073">
                  <c:v>12.8</c:v>
                </c:pt>
                <c:pt idx="6074">
                  <c:v>12.6</c:v>
                </c:pt>
                <c:pt idx="6075">
                  <c:v>12.4</c:v>
                </c:pt>
                <c:pt idx="6076">
                  <c:v>12.3</c:v>
                </c:pt>
                <c:pt idx="6077">
                  <c:v>12.3</c:v>
                </c:pt>
                <c:pt idx="6078">
                  <c:v>12.4</c:v>
                </c:pt>
                <c:pt idx="6079">
                  <c:v>12.4</c:v>
                </c:pt>
                <c:pt idx="6080">
                  <c:v>12.6</c:v>
                </c:pt>
                <c:pt idx="6081">
                  <c:v>12.9</c:v>
                </c:pt>
                <c:pt idx="6082">
                  <c:v>12.9</c:v>
                </c:pt>
                <c:pt idx="6083">
                  <c:v>12.9</c:v>
                </c:pt>
                <c:pt idx="6084">
                  <c:v>12.8</c:v>
                </c:pt>
                <c:pt idx="6085">
                  <c:v>13</c:v>
                </c:pt>
                <c:pt idx="6086">
                  <c:v>12.9</c:v>
                </c:pt>
                <c:pt idx="6087">
                  <c:v>13</c:v>
                </c:pt>
                <c:pt idx="6088">
                  <c:v>13</c:v>
                </c:pt>
                <c:pt idx="6089">
                  <c:v>13</c:v>
                </c:pt>
                <c:pt idx="6090">
                  <c:v>13.2</c:v>
                </c:pt>
                <c:pt idx="6091">
                  <c:v>13.4</c:v>
                </c:pt>
                <c:pt idx="6092">
                  <c:v>13.3</c:v>
                </c:pt>
                <c:pt idx="6093">
                  <c:v>13.2</c:v>
                </c:pt>
                <c:pt idx="6094">
                  <c:v>13.3</c:v>
                </c:pt>
                <c:pt idx="6095">
                  <c:v>13.3</c:v>
                </c:pt>
                <c:pt idx="6096">
                  <c:v>13.3</c:v>
                </c:pt>
                <c:pt idx="6097">
                  <c:v>13.6</c:v>
                </c:pt>
                <c:pt idx="6098">
                  <c:v>13.5</c:v>
                </c:pt>
                <c:pt idx="6099">
                  <c:v>13.5</c:v>
                </c:pt>
                <c:pt idx="6100">
                  <c:v>13.3</c:v>
                </c:pt>
                <c:pt idx="6101">
                  <c:v>13.2</c:v>
                </c:pt>
                <c:pt idx="6102">
                  <c:v>13.1</c:v>
                </c:pt>
                <c:pt idx="6103">
                  <c:v>13.1</c:v>
                </c:pt>
                <c:pt idx="6104">
                  <c:v>13.1</c:v>
                </c:pt>
                <c:pt idx="6105">
                  <c:v>13.3</c:v>
                </c:pt>
                <c:pt idx="6106">
                  <c:v>13.3</c:v>
                </c:pt>
                <c:pt idx="6107">
                  <c:v>13.1</c:v>
                </c:pt>
                <c:pt idx="6108">
                  <c:v>13.1</c:v>
                </c:pt>
                <c:pt idx="6109">
                  <c:v>13.2</c:v>
                </c:pt>
                <c:pt idx="6110">
                  <c:v>13.3</c:v>
                </c:pt>
                <c:pt idx="6111">
                  <c:v>13.1</c:v>
                </c:pt>
                <c:pt idx="6112">
                  <c:v>13</c:v>
                </c:pt>
                <c:pt idx="6113">
                  <c:v>12.9</c:v>
                </c:pt>
                <c:pt idx="6114">
                  <c:v>13</c:v>
                </c:pt>
                <c:pt idx="6115">
                  <c:v>13.1</c:v>
                </c:pt>
                <c:pt idx="6116">
                  <c:v>13.1</c:v>
                </c:pt>
                <c:pt idx="6117">
                  <c:v>13</c:v>
                </c:pt>
                <c:pt idx="6118">
                  <c:v>13</c:v>
                </c:pt>
                <c:pt idx="6119">
                  <c:v>13.1</c:v>
                </c:pt>
                <c:pt idx="6120">
                  <c:v>13.1</c:v>
                </c:pt>
                <c:pt idx="6121">
                  <c:v>13.1</c:v>
                </c:pt>
                <c:pt idx="6122">
                  <c:v>13.1</c:v>
                </c:pt>
                <c:pt idx="6123">
                  <c:v>13</c:v>
                </c:pt>
                <c:pt idx="6124">
                  <c:v>13.3</c:v>
                </c:pt>
                <c:pt idx="6125">
                  <c:v>13.2</c:v>
                </c:pt>
                <c:pt idx="6126">
                  <c:v>13.2</c:v>
                </c:pt>
                <c:pt idx="6127">
                  <c:v>13.2</c:v>
                </c:pt>
                <c:pt idx="6128">
                  <c:v>13.3</c:v>
                </c:pt>
                <c:pt idx="6129">
                  <c:v>13.5</c:v>
                </c:pt>
                <c:pt idx="6130">
                  <c:v>13.6</c:v>
                </c:pt>
                <c:pt idx="6131">
                  <c:v>13.5</c:v>
                </c:pt>
                <c:pt idx="6132">
                  <c:v>13.4</c:v>
                </c:pt>
                <c:pt idx="6133">
                  <c:v>13.3</c:v>
                </c:pt>
                <c:pt idx="6134">
                  <c:v>13.4</c:v>
                </c:pt>
                <c:pt idx="6135">
                  <c:v>13.5</c:v>
                </c:pt>
                <c:pt idx="6136">
                  <c:v>13.5</c:v>
                </c:pt>
                <c:pt idx="6137">
                  <c:v>13.5</c:v>
                </c:pt>
                <c:pt idx="6138">
                  <c:v>13.6</c:v>
                </c:pt>
                <c:pt idx="6139">
                  <c:v>13.4</c:v>
                </c:pt>
                <c:pt idx="6140">
                  <c:v>12.1</c:v>
                </c:pt>
                <c:pt idx="6141">
                  <c:v>12.1</c:v>
                </c:pt>
                <c:pt idx="6142">
                  <c:v>11.8</c:v>
                </c:pt>
                <c:pt idx="6143">
                  <c:v>11.8</c:v>
                </c:pt>
                <c:pt idx="6144">
                  <c:v>12</c:v>
                </c:pt>
                <c:pt idx="6145">
                  <c:v>12.3</c:v>
                </c:pt>
                <c:pt idx="6146">
                  <c:v>12.4</c:v>
                </c:pt>
                <c:pt idx="6147">
                  <c:v>12.4</c:v>
                </c:pt>
                <c:pt idx="6148">
                  <c:v>12.3</c:v>
                </c:pt>
                <c:pt idx="6149">
                  <c:v>12.4</c:v>
                </c:pt>
                <c:pt idx="6150">
                  <c:v>12.5</c:v>
                </c:pt>
                <c:pt idx="6151">
                  <c:v>12.6</c:v>
                </c:pt>
                <c:pt idx="6152">
                  <c:v>12.4</c:v>
                </c:pt>
                <c:pt idx="6153">
                  <c:v>12.6</c:v>
                </c:pt>
                <c:pt idx="6154">
                  <c:v>0</c:v>
                </c:pt>
                <c:pt idx="6155">
                  <c:v>12.5</c:v>
                </c:pt>
                <c:pt idx="6156">
                  <c:v>13</c:v>
                </c:pt>
                <c:pt idx="6157">
                  <c:v>12.9</c:v>
                </c:pt>
                <c:pt idx="6158">
                  <c:v>13</c:v>
                </c:pt>
                <c:pt idx="6159">
                  <c:v>13</c:v>
                </c:pt>
                <c:pt idx="6160">
                  <c:v>13</c:v>
                </c:pt>
                <c:pt idx="6161">
                  <c:v>13</c:v>
                </c:pt>
                <c:pt idx="6162">
                  <c:v>12.9</c:v>
                </c:pt>
                <c:pt idx="6163">
                  <c:v>13</c:v>
                </c:pt>
                <c:pt idx="6164">
                  <c:v>13</c:v>
                </c:pt>
                <c:pt idx="6165">
                  <c:v>13</c:v>
                </c:pt>
                <c:pt idx="6166">
                  <c:v>13</c:v>
                </c:pt>
                <c:pt idx="6167">
                  <c:v>13</c:v>
                </c:pt>
                <c:pt idx="6168">
                  <c:v>13</c:v>
                </c:pt>
                <c:pt idx="6169">
                  <c:v>13</c:v>
                </c:pt>
                <c:pt idx="6170">
                  <c:v>13</c:v>
                </c:pt>
                <c:pt idx="6171">
                  <c:v>13.1</c:v>
                </c:pt>
                <c:pt idx="6172">
                  <c:v>13.1</c:v>
                </c:pt>
                <c:pt idx="6173">
                  <c:v>13</c:v>
                </c:pt>
                <c:pt idx="6174">
                  <c:v>13.1</c:v>
                </c:pt>
                <c:pt idx="6175">
                  <c:v>13.2</c:v>
                </c:pt>
                <c:pt idx="6176">
                  <c:v>13.1</c:v>
                </c:pt>
                <c:pt idx="6177">
                  <c:v>13.1</c:v>
                </c:pt>
                <c:pt idx="6178">
                  <c:v>13.1</c:v>
                </c:pt>
                <c:pt idx="6179">
                  <c:v>13.1</c:v>
                </c:pt>
                <c:pt idx="6180">
                  <c:v>13.2</c:v>
                </c:pt>
                <c:pt idx="6181">
                  <c:v>13.1</c:v>
                </c:pt>
                <c:pt idx="6182">
                  <c:v>13.1</c:v>
                </c:pt>
                <c:pt idx="6183">
                  <c:v>13.2</c:v>
                </c:pt>
                <c:pt idx="6184">
                  <c:v>13</c:v>
                </c:pt>
                <c:pt idx="6185">
                  <c:v>13.2</c:v>
                </c:pt>
                <c:pt idx="6186">
                  <c:v>13.3</c:v>
                </c:pt>
                <c:pt idx="6187">
                  <c:v>13.2</c:v>
                </c:pt>
                <c:pt idx="6188">
                  <c:v>13.2</c:v>
                </c:pt>
                <c:pt idx="6189">
                  <c:v>13.4</c:v>
                </c:pt>
                <c:pt idx="6190">
                  <c:v>13.4</c:v>
                </c:pt>
                <c:pt idx="6191">
                  <c:v>13.4</c:v>
                </c:pt>
                <c:pt idx="6192">
                  <c:v>13.3</c:v>
                </c:pt>
                <c:pt idx="6193">
                  <c:v>13.4</c:v>
                </c:pt>
                <c:pt idx="6194">
                  <c:v>13.4</c:v>
                </c:pt>
                <c:pt idx="6195">
                  <c:v>13.3</c:v>
                </c:pt>
                <c:pt idx="6196">
                  <c:v>13.4</c:v>
                </c:pt>
                <c:pt idx="6197">
                  <c:v>13.3</c:v>
                </c:pt>
                <c:pt idx="6198">
                  <c:v>13.4</c:v>
                </c:pt>
                <c:pt idx="6199">
                  <c:v>13.5</c:v>
                </c:pt>
                <c:pt idx="6200">
                  <c:v>13.5</c:v>
                </c:pt>
                <c:pt idx="6201">
                  <c:v>13.5</c:v>
                </c:pt>
                <c:pt idx="6202">
                  <c:v>13.4</c:v>
                </c:pt>
                <c:pt idx="6203">
                  <c:v>13.4</c:v>
                </c:pt>
                <c:pt idx="6204">
                  <c:v>13.4</c:v>
                </c:pt>
                <c:pt idx="6205">
                  <c:v>13.4</c:v>
                </c:pt>
                <c:pt idx="6206">
                  <c:v>13.3</c:v>
                </c:pt>
                <c:pt idx="6207">
                  <c:v>13.3</c:v>
                </c:pt>
                <c:pt idx="6208">
                  <c:v>13.4</c:v>
                </c:pt>
                <c:pt idx="6209">
                  <c:v>13.6</c:v>
                </c:pt>
                <c:pt idx="6210">
                  <c:v>13.5</c:v>
                </c:pt>
                <c:pt idx="6211">
                  <c:v>13.6</c:v>
                </c:pt>
                <c:pt idx="6212">
                  <c:v>13.7</c:v>
                </c:pt>
                <c:pt idx="6213">
                  <c:v>13.6</c:v>
                </c:pt>
                <c:pt idx="6214">
                  <c:v>13.5</c:v>
                </c:pt>
                <c:pt idx="6215">
                  <c:v>13.6</c:v>
                </c:pt>
                <c:pt idx="6216">
                  <c:v>13.5</c:v>
                </c:pt>
                <c:pt idx="6217">
                  <c:v>13.5</c:v>
                </c:pt>
                <c:pt idx="6218">
                  <c:v>13.6</c:v>
                </c:pt>
                <c:pt idx="6219">
                  <c:v>13.6</c:v>
                </c:pt>
                <c:pt idx="6220">
                  <c:v>13.6</c:v>
                </c:pt>
                <c:pt idx="6221">
                  <c:v>13.6</c:v>
                </c:pt>
                <c:pt idx="6222">
                  <c:v>13.6</c:v>
                </c:pt>
                <c:pt idx="6223">
                  <c:v>13.5</c:v>
                </c:pt>
                <c:pt idx="6224">
                  <c:v>13.5</c:v>
                </c:pt>
                <c:pt idx="6225">
                  <c:v>13.4</c:v>
                </c:pt>
                <c:pt idx="6226">
                  <c:v>13.5</c:v>
                </c:pt>
                <c:pt idx="6227">
                  <c:v>13.6</c:v>
                </c:pt>
                <c:pt idx="6228">
                  <c:v>13.5</c:v>
                </c:pt>
                <c:pt idx="6229">
                  <c:v>13.4</c:v>
                </c:pt>
                <c:pt idx="6230">
                  <c:v>13.4</c:v>
                </c:pt>
                <c:pt idx="6231">
                  <c:v>13.4</c:v>
                </c:pt>
                <c:pt idx="6232">
                  <c:v>13.4</c:v>
                </c:pt>
                <c:pt idx="6233">
                  <c:v>13.4</c:v>
                </c:pt>
                <c:pt idx="6234">
                  <c:v>13.4</c:v>
                </c:pt>
                <c:pt idx="6235">
                  <c:v>13.3</c:v>
                </c:pt>
                <c:pt idx="6236">
                  <c:v>13.4</c:v>
                </c:pt>
                <c:pt idx="6237">
                  <c:v>13.5</c:v>
                </c:pt>
                <c:pt idx="6238">
                  <c:v>13.5</c:v>
                </c:pt>
                <c:pt idx="6239">
                  <c:v>13.4</c:v>
                </c:pt>
                <c:pt idx="6240">
                  <c:v>13.4</c:v>
                </c:pt>
                <c:pt idx="6241">
                  <c:v>13.5</c:v>
                </c:pt>
                <c:pt idx="6242">
                  <c:v>13.5</c:v>
                </c:pt>
                <c:pt idx="6243">
                  <c:v>13.5</c:v>
                </c:pt>
                <c:pt idx="6244">
                  <c:v>13.5</c:v>
                </c:pt>
                <c:pt idx="6245">
                  <c:v>13.5</c:v>
                </c:pt>
                <c:pt idx="6246">
                  <c:v>13.5</c:v>
                </c:pt>
                <c:pt idx="6247">
                  <c:v>13.5</c:v>
                </c:pt>
                <c:pt idx="6248">
                  <c:v>13.5</c:v>
                </c:pt>
                <c:pt idx="6249">
                  <c:v>13.5</c:v>
                </c:pt>
                <c:pt idx="6250">
                  <c:v>13.5</c:v>
                </c:pt>
                <c:pt idx="6251">
                  <c:v>13.5</c:v>
                </c:pt>
                <c:pt idx="6252">
                  <c:v>13.5</c:v>
                </c:pt>
                <c:pt idx="6253">
                  <c:v>13.5</c:v>
                </c:pt>
                <c:pt idx="6254">
                  <c:v>13.4</c:v>
                </c:pt>
                <c:pt idx="6255">
                  <c:v>13.4</c:v>
                </c:pt>
                <c:pt idx="6256">
                  <c:v>13.4</c:v>
                </c:pt>
                <c:pt idx="6257">
                  <c:v>13.4</c:v>
                </c:pt>
                <c:pt idx="6258">
                  <c:v>13.5</c:v>
                </c:pt>
                <c:pt idx="6259">
                  <c:v>13.5</c:v>
                </c:pt>
                <c:pt idx="6260">
                  <c:v>13.5</c:v>
                </c:pt>
                <c:pt idx="6261">
                  <c:v>13.5</c:v>
                </c:pt>
                <c:pt idx="6262">
                  <c:v>13.5</c:v>
                </c:pt>
                <c:pt idx="6263">
                  <c:v>13.7</c:v>
                </c:pt>
                <c:pt idx="6264">
                  <c:v>13.6</c:v>
                </c:pt>
                <c:pt idx="6265">
                  <c:v>13.5</c:v>
                </c:pt>
                <c:pt idx="6266">
                  <c:v>13.7</c:v>
                </c:pt>
                <c:pt idx="6267">
                  <c:v>13.7</c:v>
                </c:pt>
                <c:pt idx="6268">
                  <c:v>13.7</c:v>
                </c:pt>
                <c:pt idx="6269">
                  <c:v>13.8</c:v>
                </c:pt>
                <c:pt idx="6270">
                  <c:v>13.4</c:v>
                </c:pt>
                <c:pt idx="6271">
                  <c:v>13</c:v>
                </c:pt>
                <c:pt idx="6272">
                  <c:v>13</c:v>
                </c:pt>
                <c:pt idx="6273">
                  <c:v>13</c:v>
                </c:pt>
                <c:pt idx="6274">
                  <c:v>13</c:v>
                </c:pt>
                <c:pt idx="6275">
                  <c:v>13.2</c:v>
                </c:pt>
                <c:pt idx="6276">
                  <c:v>13.4</c:v>
                </c:pt>
                <c:pt idx="6277">
                  <c:v>13.1</c:v>
                </c:pt>
                <c:pt idx="6278">
                  <c:v>12.9</c:v>
                </c:pt>
                <c:pt idx="6279">
                  <c:v>13</c:v>
                </c:pt>
                <c:pt idx="6280">
                  <c:v>12.9</c:v>
                </c:pt>
                <c:pt idx="6281">
                  <c:v>13.1</c:v>
                </c:pt>
                <c:pt idx="6282">
                  <c:v>13.1</c:v>
                </c:pt>
                <c:pt idx="6283">
                  <c:v>13.1</c:v>
                </c:pt>
                <c:pt idx="6284">
                  <c:v>13.2</c:v>
                </c:pt>
                <c:pt idx="6285">
                  <c:v>13.1</c:v>
                </c:pt>
                <c:pt idx="6286">
                  <c:v>13.1</c:v>
                </c:pt>
                <c:pt idx="6287">
                  <c:v>13</c:v>
                </c:pt>
                <c:pt idx="6288">
                  <c:v>13.1</c:v>
                </c:pt>
                <c:pt idx="6289">
                  <c:v>13.3</c:v>
                </c:pt>
                <c:pt idx="6290">
                  <c:v>13.3</c:v>
                </c:pt>
                <c:pt idx="6291">
                  <c:v>13.3</c:v>
                </c:pt>
                <c:pt idx="6292">
                  <c:v>13.2</c:v>
                </c:pt>
                <c:pt idx="6293">
                  <c:v>13.2</c:v>
                </c:pt>
                <c:pt idx="6294">
                  <c:v>13.3</c:v>
                </c:pt>
                <c:pt idx="6295">
                  <c:v>13.3</c:v>
                </c:pt>
                <c:pt idx="6296">
                  <c:v>13.2</c:v>
                </c:pt>
                <c:pt idx="6297">
                  <c:v>13.1</c:v>
                </c:pt>
                <c:pt idx="6298">
                  <c:v>13.1</c:v>
                </c:pt>
                <c:pt idx="6299">
                  <c:v>13.2</c:v>
                </c:pt>
                <c:pt idx="6300">
                  <c:v>13.2</c:v>
                </c:pt>
                <c:pt idx="6301">
                  <c:v>13.2</c:v>
                </c:pt>
                <c:pt idx="6302">
                  <c:v>13.3</c:v>
                </c:pt>
                <c:pt idx="6303">
                  <c:v>13.4</c:v>
                </c:pt>
                <c:pt idx="6304">
                  <c:v>13.4</c:v>
                </c:pt>
                <c:pt idx="6305">
                  <c:v>13.4</c:v>
                </c:pt>
                <c:pt idx="6306">
                  <c:v>13.3</c:v>
                </c:pt>
                <c:pt idx="6307">
                  <c:v>13.4</c:v>
                </c:pt>
                <c:pt idx="6308">
                  <c:v>13.4</c:v>
                </c:pt>
                <c:pt idx="6309">
                  <c:v>13.3</c:v>
                </c:pt>
                <c:pt idx="6310">
                  <c:v>13.4</c:v>
                </c:pt>
                <c:pt idx="6311">
                  <c:v>13.4</c:v>
                </c:pt>
                <c:pt idx="6312">
                  <c:v>13.6</c:v>
                </c:pt>
                <c:pt idx="6313">
                  <c:v>13.6</c:v>
                </c:pt>
                <c:pt idx="6314">
                  <c:v>13.6</c:v>
                </c:pt>
                <c:pt idx="6315">
                  <c:v>13.6</c:v>
                </c:pt>
                <c:pt idx="6316">
                  <c:v>13.5</c:v>
                </c:pt>
                <c:pt idx="6317">
                  <c:v>13.5</c:v>
                </c:pt>
                <c:pt idx="6318">
                  <c:v>13.4</c:v>
                </c:pt>
                <c:pt idx="6319">
                  <c:v>13.5</c:v>
                </c:pt>
                <c:pt idx="6320">
                  <c:v>13.5</c:v>
                </c:pt>
                <c:pt idx="6321">
                  <c:v>13.4</c:v>
                </c:pt>
                <c:pt idx="6322">
                  <c:v>13.5</c:v>
                </c:pt>
                <c:pt idx="6323">
                  <c:v>13.4</c:v>
                </c:pt>
                <c:pt idx="6324">
                  <c:v>13.5</c:v>
                </c:pt>
                <c:pt idx="6325">
                  <c:v>13.7</c:v>
                </c:pt>
                <c:pt idx="6326">
                  <c:v>13.7</c:v>
                </c:pt>
                <c:pt idx="6327">
                  <c:v>13.5</c:v>
                </c:pt>
                <c:pt idx="6328">
                  <c:v>13.5</c:v>
                </c:pt>
                <c:pt idx="6329">
                  <c:v>13.4</c:v>
                </c:pt>
                <c:pt idx="6330">
                  <c:v>13.3</c:v>
                </c:pt>
                <c:pt idx="6331">
                  <c:v>13.5</c:v>
                </c:pt>
                <c:pt idx="6332">
                  <c:v>13.5</c:v>
                </c:pt>
                <c:pt idx="6333">
                  <c:v>13.5</c:v>
                </c:pt>
                <c:pt idx="6334">
                  <c:v>13.5</c:v>
                </c:pt>
                <c:pt idx="6335">
                  <c:v>13.6</c:v>
                </c:pt>
                <c:pt idx="6336">
                  <c:v>13.6</c:v>
                </c:pt>
                <c:pt idx="6337">
                  <c:v>13.6</c:v>
                </c:pt>
                <c:pt idx="6338">
                  <c:v>13.4</c:v>
                </c:pt>
                <c:pt idx="6339">
                  <c:v>13.5</c:v>
                </c:pt>
                <c:pt idx="6340">
                  <c:v>13.4</c:v>
                </c:pt>
                <c:pt idx="6341">
                  <c:v>13.4</c:v>
                </c:pt>
                <c:pt idx="6342">
                  <c:v>13.4</c:v>
                </c:pt>
                <c:pt idx="6343">
                  <c:v>13.4</c:v>
                </c:pt>
                <c:pt idx="6344">
                  <c:v>13.5</c:v>
                </c:pt>
                <c:pt idx="6345">
                  <c:v>13.6</c:v>
                </c:pt>
                <c:pt idx="6346">
                  <c:v>13.5</c:v>
                </c:pt>
                <c:pt idx="6347">
                  <c:v>13.5</c:v>
                </c:pt>
                <c:pt idx="6348">
                  <c:v>13.5</c:v>
                </c:pt>
                <c:pt idx="6349">
                  <c:v>13.5</c:v>
                </c:pt>
                <c:pt idx="6350">
                  <c:v>13.4</c:v>
                </c:pt>
                <c:pt idx="6351">
                  <c:v>13.5</c:v>
                </c:pt>
                <c:pt idx="6352">
                  <c:v>13.5</c:v>
                </c:pt>
                <c:pt idx="6353">
                  <c:v>13.5</c:v>
                </c:pt>
                <c:pt idx="6354">
                  <c:v>13.5</c:v>
                </c:pt>
                <c:pt idx="6355">
                  <c:v>13.5</c:v>
                </c:pt>
                <c:pt idx="6356">
                  <c:v>13.5</c:v>
                </c:pt>
                <c:pt idx="6357">
                  <c:v>13.5</c:v>
                </c:pt>
                <c:pt idx="6358">
                  <c:v>13.5</c:v>
                </c:pt>
                <c:pt idx="6359">
                  <c:v>13.6</c:v>
                </c:pt>
                <c:pt idx="6360">
                  <c:v>13.5</c:v>
                </c:pt>
                <c:pt idx="6361">
                  <c:v>13.5</c:v>
                </c:pt>
                <c:pt idx="6362">
                  <c:v>13.5</c:v>
                </c:pt>
                <c:pt idx="6363">
                  <c:v>13.6</c:v>
                </c:pt>
                <c:pt idx="6364">
                  <c:v>13.6</c:v>
                </c:pt>
                <c:pt idx="6365">
                  <c:v>13.6</c:v>
                </c:pt>
                <c:pt idx="6366">
                  <c:v>13.5</c:v>
                </c:pt>
                <c:pt idx="6367">
                  <c:v>13.5</c:v>
                </c:pt>
                <c:pt idx="6368">
                  <c:v>13.6</c:v>
                </c:pt>
                <c:pt idx="6369">
                  <c:v>13.6</c:v>
                </c:pt>
                <c:pt idx="6370">
                  <c:v>13.6</c:v>
                </c:pt>
                <c:pt idx="6371">
                  <c:v>13.6</c:v>
                </c:pt>
                <c:pt idx="6372">
                  <c:v>13.7</c:v>
                </c:pt>
                <c:pt idx="6373">
                  <c:v>13.8</c:v>
                </c:pt>
                <c:pt idx="6374">
                  <c:v>13.8</c:v>
                </c:pt>
                <c:pt idx="6375">
                  <c:v>13.7</c:v>
                </c:pt>
                <c:pt idx="6376">
                  <c:v>13.6</c:v>
                </c:pt>
                <c:pt idx="6377">
                  <c:v>13.6</c:v>
                </c:pt>
                <c:pt idx="6378">
                  <c:v>13.6</c:v>
                </c:pt>
                <c:pt idx="6379">
                  <c:v>13.5</c:v>
                </c:pt>
                <c:pt idx="6380">
                  <c:v>13.6</c:v>
                </c:pt>
                <c:pt idx="6381">
                  <c:v>13.7</c:v>
                </c:pt>
                <c:pt idx="6382">
                  <c:v>13.8</c:v>
                </c:pt>
                <c:pt idx="6383">
                  <c:v>13.5</c:v>
                </c:pt>
                <c:pt idx="6384">
                  <c:v>13.5</c:v>
                </c:pt>
                <c:pt idx="6385">
                  <c:v>13.6</c:v>
                </c:pt>
                <c:pt idx="6386">
                  <c:v>13.6</c:v>
                </c:pt>
                <c:pt idx="6387">
                  <c:v>13.6</c:v>
                </c:pt>
                <c:pt idx="6388">
                  <c:v>13.8</c:v>
                </c:pt>
                <c:pt idx="6389">
                  <c:v>13.8</c:v>
                </c:pt>
                <c:pt idx="6390">
                  <c:v>13.9</c:v>
                </c:pt>
                <c:pt idx="6391">
                  <c:v>13.7</c:v>
                </c:pt>
                <c:pt idx="6392">
                  <c:v>13.7</c:v>
                </c:pt>
                <c:pt idx="6393">
                  <c:v>13.6</c:v>
                </c:pt>
                <c:pt idx="6394">
                  <c:v>13.6</c:v>
                </c:pt>
                <c:pt idx="6395">
                  <c:v>13.7</c:v>
                </c:pt>
                <c:pt idx="6396">
                  <c:v>13.6</c:v>
                </c:pt>
                <c:pt idx="6397">
                  <c:v>13.6</c:v>
                </c:pt>
                <c:pt idx="6398">
                  <c:v>13.7</c:v>
                </c:pt>
                <c:pt idx="6399">
                  <c:v>13.7</c:v>
                </c:pt>
                <c:pt idx="6400">
                  <c:v>13.8</c:v>
                </c:pt>
                <c:pt idx="6401">
                  <c:v>13.8</c:v>
                </c:pt>
                <c:pt idx="6402">
                  <c:v>13.8</c:v>
                </c:pt>
                <c:pt idx="6403">
                  <c:v>13.8</c:v>
                </c:pt>
                <c:pt idx="6404">
                  <c:v>13.8</c:v>
                </c:pt>
                <c:pt idx="6405">
                  <c:v>13.7</c:v>
                </c:pt>
                <c:pt idx="6406">
                  <c:v>13.5</c:v>
                </c:pt>
                <c:pt idx="6407">
                  <c:v>13.7</c:v>
                </c:pt>
                <c:pt idx="6408">
                  <c:v>13.4</c:v>
                </c:pt>
                <c:pt idx="6409">
                  <c:v>13.5</c:v>
                </c:pt>
                <c:pt idx="6410">
                  <c:v>13.7</c:v>
                </c:pt>
                <c:pt idx="6411">
                  <c:v>13.8</c:v>
                </c:pt>
                <c:pt idx="6412">
                  <c:v>13.7</c:v>
                </c:pt>
                <c:pt idx="6413">
                  <c:v>13.8</c:v>
                </c:pt>
                <c:pt idx="6414">
                  <c:v>13.6</c:v>
                </c:pt>
                <c:pt idx="6415">
                  <c:v>13.7</c:v>
                </c:pt>
                <c:pt idx="6416">
                  <c:v>13.7</c:v>
                </c:pt>
                <c:pt idx="6417">
                  <c:v>13.6</c:v>
                </c:pt>
                <c:pt idx="6418">
                  <c:v>13.8</c:v>
                </c:pt>
                <c:pt idx="6419">
                  <c:v>13.8</c:v>
                </c:pt>
                <c:pt idx="6420">
                  <c:v>13.7</c:v>
                </c:pt>
                <c:pt idx="6421">
                  <c:v>13.9</c:v>
                </c:pt>
                <c:pt idx="6422">
                  <c:v>13.8</c:v>
                </c:pt>
                <c:pt idx="6423">
                  <c:v>13.8</c:v>
                </c:pt>
                <c:pt idx="6424">
                  <c:v>13.8</c:v>
                </c:pt>
                <c:pt idx="6425">
                  <c:v>14.2</c:v>
                </c:pt>
                <c:pt idx="6426">
                  <c:v>14.2</c:v>
                </c:pt>
                <c:pt idx="6427">
                  <c:v>14.3</c:v>
                </c:pt>
                <c:pt idx="6428">
                  <c:v>14</c:v>
                </c:pt>
                <c:pt idx="6429">
                  <c:v>14.1</c:v>
                </c:pt>
                <c:pt idx="6430">
                  <c:v>14.2</c:v>
                </c:pt>
                <c:pt idx="6431">
                  <c:v>14.3</c:v>
                </c:pt>
                <c:pt idx="6432">
                  <c:v>14.1</c:v>
                </c:pt>
                <c:pt idx="6433">
                  <c:v>14</c:v>
                </c:pt>
                <c:pt idx="6434">
                  <c:v>14</c:v>
                </c:pt>
                <c:pt idx="6435">
                  <c:v>14.2</c:v>
                </c:pt>
                <c:pt idx="6436">
                  <c:v>14.2</c:v>
                </c:pt>
                <c:pt idx="6437">
                  <c:v>14.2</c:v>
                </c:pt>
                <c:pt idx="6438">
                  <c:v>14</c:v>
                </c:pt>
                <c:pt idx="6439">
                  <c:v>14</c:v>
                </c:pt>
                <c:pt idx="6440">
                  <c:v>13</c:v>
                </c:pt>
                <c:pt idx="6441">
                  <c:v>13</c:v>
                </c:pt>
                <c:pt idx="6442">
                  <c:v>13</c:v>
                </c:pt>
                <c:pt idx="6443">
                  <c:v>13</c:v>
                </c:pt>
                <c:pt idx="6444">
                  <c:v>14</c:v>
                </c:pt>
                <c:pt idx="6445">
                  <c:v>14</c:v>
                </c:pt>
                <c:pt idx="6446">
                  <c:v>14</c:v>
                </c:pt>
                <c:pt idx="6447">
                  <c:v>14</c:v>
                </c:pt>
                <c:pt idx="6448">
                  <c:v>13</c:v>
                </c:pt>
                <c:pt idx="6449">
                  <c:v>13</c:v>
                </c:pt>
                <c:pt idx="6450">
                  <c:v>13</c:v>
                </c:pt>
                <c:pt idx="6451">
                  <c:v>14</c:v>
                </c:pt>
                <c:pt idx="6452">
                  <c:v>14</c:v>
                </c:pt>
                <c:pt idx="6453">
                  <c:v>14</c:v>
                </c:pt>
                <c:pt idx="6454">
                  <c:v>13</c:v>
                </c:pt>
                <c:pt idx="6455">
                  <c:v>13</c:v>
                </c:pt>
                <c:pt idx="6456">
                  <c:v>13</c:v>
                </c:pt>
                <c:pt idx="6457">
                  <c:v>13</c:v>
                </c:pt>
                <c:pt idx="6458">
                  <c:v>13</c:v>
                </c:pt>
                <c:pt idx="6459">
                  <c:v>13</c:v>
                </c:pt>
                <c:pt idx="6460">
                  <c:v>13</c:v>
                </c:pt>
                <c:pt idx="6461">
                  <c:v>13</c:v>
                </c:pt>
                <c:pt idx="6462">
                  <c:v>13</c:v>
                </c:pt>
                <c:pt idx="6463">
                  <c:v>13</c:v>
                </c:pt>
                <c:pt idx="6464">
                  <c:v>13</c:v>
                </c:pt>
                <c:pt idx="6465">
                  <c:v>13</c:v>
                </c:pt>
                <c:pt idx="6466">
                  <c:v>13</c:v>
                </c:pt>
                <c:pt idx="6467">
                  <c:v>13</c:v>
                </c:pt>
                <c:pt idx="6468">
                  <c:v>13</c:v>
                </c:pt>
                <c:pt idx="6469">
                  <c:v>13</c:v>
                </c:pt>
                <c:pt idx="6470">
                  <c:v>13</c:v>
                </c:pt>
                <c:pt idx="6471">
                  <c:v>13</c:v>
                </c:pt>
                <c:pt idx="6472">
                  <c:v>13</c:v>
                </c:pt>
                <c:pt idx="6473">
                  <c:v>13</c:v>
                </c:pt>
                <c:pt idx="6474">
                  <c:v>13</c:v>
                </c:pt>
                <c:pt idx="6475">
                  <c:v>13</c:v>
                </c:pt>
                <c:pt idx="6476">
                  <c:v>13</c:v>
                </c:pt>
                <c:pt idx="6477">
                  <c:v>13</c:v>
                </c:pt>
                <c:pt idx="6478">
                  <c:v>13</c:v>
                </c:pt>
                <c:pt idx="6479">
                  <c:v>13</c:v>
                </c:pt>
                <c:pt idx="6480">
                  <c:v>13</c:v>
                </c:pt>
                <c:pt idx="6481">
                  <c:v>13</c:v>
                </c:pt>
                <c:pt idx="6482">
                  <c:v>13</c:v>
                </c:pt>
                <c:pt idx="6483">
                  <c:v>13</c:v>
                </c:pt>
                <c:pt idx="6484">
                  <c:v>13</c:v>
                </c:pt>
                <c:pt idx="6485">
                  <c:v>13</c:v>
                </c:pt>
                <c:pt idx="6486">
                  <c:v>13</c:v>
                </c:pt>
                <c:pt idx="6487">
                  <c:v>13</c:v>
                </c:pt>
                <c:pt idx="6488">
                  <c:v>13</c:v>
                </c:pt>
                <c:pt idx="6489">
                  <c:v>13</c:v>
                </c:pt>
                <c:pt idx="6490">
                  <c:v>13</c:v>
                </c:pt>
                <c:pt idx="6491">
                  <c:v>13</c:v>
                </c:pt>
                <c:pt idx="6492">
                  <c:v>13</c:v>
                </c:pt>
                <c:pt idx="6493">
                  <c:v>13</c:v>
                </c:pt>
                <c:pt idx="6494">
                  <c:v>13</c:v>
                </c:pt>
                <c:pt idx="6495">
                  <c:v>13</c:v>
                </c:pt>
                <c:pt idx="6496">
                  <c:v>13</c:v>
                </c:pt>
                <c:pt idx="6497">
                  <c:v>13</c:v>
                </c:pt>
                <c:pt idx="6498">
                  <c:v>13</c:v>
                </c:pt>
                <c:pt idx="6499">
                  <c:v>13</c:v>
                </c:pt>
                <c:pt idx="6500">
                  <c:v>13</c:v>
                </c:pt>
                <c:pt idx="6501">
                  <c:v>13</c:v>
                </c:pt>
                <c:pt idx="6502">
                  <c:v>13</c:v>
                </c:pt>
                <c:pt idx="6503">
                  <c:v>13</c:v>
                </c:pt>
                <c:pt idx="6504">
                  <c:v>13</c:v>
                </c:pt>
                <c:pt idx="6505">
                  <c:v>13</c:v>
                </c:pt>
                <c:pt idx="6506">
                  <c:v>13</c:v>
                </c:pt>
                <c:pt idx="6507">
                  <c:v>13</c:v>
                </c:pt>
                <c:pt idx="6508">
                  <c:v>13</c:v>
                </c:pt>
                <c:pt idx="6509">
                  <c:v>13</c:v>
                </c:pt>
                <c:pt idx="6510">
                  <c:v>13</c:v>
                </c:pt>
                <c:pt idx="6511">
                  <c:v>13</c:v>
                </c:pt>
                <c:pt idx="6512">
                  <c:v>13</c:v>
                </c:pt>
                <c:pt idx="6513">
                  <c:v>13</c:v>
                </c:pt>
                <c:pt idx="6514">
                  <c:v>13</c:v>
                </c:pt>
                <c:pt idx="6515">
                  <c:v>13</c:v>
                </c:pt>
                <c:pt idx="6516">
                  <c:v>13</c:v>
                </c:pt>
                <c:pt idx="6517">
                  <c:v>13</c:v>
                </c:pt>
                <c:pt idx="6518">
                  <c:v>13</c:v>
                </c:pt>
                <c:pt idx="6519">
                  <c:v>13</c:v>
                </c:pt>
                <c:pt idx="6520">
                  <c:v>13</c:v>
                </c:pt>
                <c:pt idx="6521">
                  <c:v>13</c:v>
                </c:pt>
                <c:pt idx="6522">
                  <c:v>13</c:v>
                </c:pt>
                <c:pt idx="6523">
                  <c:v>13</c:v>
                </c:pt>
                <c:pt idx="6524">
                  <c:v>13</c:v>
                </c:pt>
                <c:pt idx="6525">
                  <c:v>13</c:v>
                </c:pt>
                <c:pt idx="6526">
                  <c:v>13</c:v>
                </c:pt>
                <c:pt idx="6527">
                  <c:v>13</c:v>
                </c:pt>
                <c:pt idx="6528">
                  <c:v>13</c:v>
                </c:pt>
                <c:pt idx="6529">
                  <c:v>13</c:v>
                </c:pt>
                <c:pt idx="6530">
                  <c:v>13</c:v>
                </c:pt>
                <c:pt idx="6531">
                  <c:v>13</c:v>
                </c:pt>
                <c:pt idx="6532">
                  <c:v>13</c:v>
                </c:pt>
                <c:pt idx="6533">
                  <c:v>13</c:v>
                </c:pt>
                <c:pt idx="6534">
                  <c:v>13</c:v>
                </c:pt>
                <c:pt idx="6535">
                  <c:v>13</c:v>
                </c:pt>
                <c:pt idx="6536">
                  <c:v>13</c:v>
                </c:pt>
                <c:pt idx="6537">
                  <c:v>13</c:v>
                </c:pt>
                <c:pt idx="6538">
                  <c:v>13</c:v>
                </c:pt>
                <c:pt idx="6539">
                  <c:v>13</c:v>
                </c:pt>
                <c:pt idx="6540">
                  <c:v>13</c:v>
                </c:pt>
                <c:pt idx="6541">
                  <c:v>13</c:v>
                </c:pt>
                <c:pt idx="6542">
                  <c:v>13</c:v>
                </c:pt>
                <c:pt idx="6543">
                  <c:v>13</c:v>
                </c:pt>
                <c:pt idx="6544">
                  <c:v>13</c:v>
                </c:pt>
                <c:pt idx="6545">
                  <c:v>13</c:v>
                </c:pt>
                <c:pt idx="6546">
                  <c:v>13</c:v>
                </c:pt>
                <c:pt idx="6547">
                  <c:v>13</c:v>
                </c:pt>
                <c:pt idx="6548">
                  <c:v>13</c:v>
                </c:pt>
                <c:pt idx="6549">
                  <c:v>13</c:v>
                </c:pt>
                <c:pt idx="6550">
                  <c:v>13</c:v>
                </c:pt>
                <c:pt idx="6551">
                  <c:v>13</c:v>
                </c:pt>
                <c:pt idx="6552">
                  <c:v>13</c:v>
                </c:pt>
                <c:pt idx="6553">
                  <c:v>13</c:v>
                </c:pt>
                <c:pt idx="6554">
                  <c:v>13</c:v>
                </c:pt>
                <c:pt idx="6555">
                  <c:v>13</c:v>
                </c:pt>
                <c:pt idx="6556">
                  <c:v>13</c:v>
                </c:pt>
                <c:pt idx="6557">
                  <c:v>13</c:v>
                </c:pt>
                <c:pt idx="6558">
                  <c:v>13</c:v>
                </c:pt>
                <c:pt idx="6559">
                  <c:v>13</c:v>
                </c:pt>
                <c:pt idx="6560">
                  <c:v>13</c:v>
                </c:pt>
                <c:pt idx="6561">
                  <c:v>13</c:v>
                </c:pt>
                <c:pt idx="6562">
                  <c:v>13</c:v>
                </c:pt>
                <c:pt idx="6563">
                  <c:v>14</c:v>
                </c:pt>
                <c:pt idx="6564">
                  <c:v>13</c:v>
                </c:pt>
                <c:pt idx="6565">
                  <c:v>13</c:v>
                </c:pt>
                <c:pt idx="6566">
                  <c:v>13</c:v>
                </c:pt>
                <c:pt idx="6567">
                  <c:v>13</c:v>
                </c:pt>
                <c:pt idx="6568">
                  <c:v>13</c:v>
                </c:pt>
                <c:pt idx="6569">
                  <c:v>13</c:v>
                </c:pt>
                <c:pt idx="6570">
                  <c:v>13</c:v>
                </c:pt>
                <c:pt idx="6571">
                  <c:v>13</c:v>
                </c:pt>
                <c:pt idx="6572">
                  <c:v>13</c:v>
                </c:pt>
                <c:pt idx="6573">
                  <c:v>13</c:v>
                </c:pt>
                <c:pt idx="6574">
                  <c:v>13</c:v>
                </c:pt>
                <c:pt idx="6575">
                  <c:v>13</c:v>
                </c:pt>
                <c:pt idx="6576">
                  <c:v>13</c:v>
                </c:pt>
                <c:pt idx="6577">
                  <c:v>13</c:v>
                </c:pt>
                <c:pt idx="6578">
                  <c:v>13</c:v>
                </c:pt>
                <c:pt idx="6579">
                  <c:v>13</c:v>
                </c:pt>
                <c:pt idx="6580">
                  <c:v>13</c:v>
                </c:pt>
                <c:pt idx="6581">
                  <c:v>13</c:v>
                </c:pt>
                <c:pt idx="6582">
                  <c:v>13</c:v>
                </c:pt>
                <c:pt idx="6583">
                  <c:v>13</c:v>
                </c:pt>
                <c:pt idx="6584">
                  <c:v>13</c:v>
                </c:pt>
                <c:pt idx="6585">
                  <c:v>13</c:v>
                </c:pt>
                <c:pt idx="6586">
                  <c:v>13</c:v>
                </c:pt>
                <c:pt idx="6587">
                  <c:v>13</c:v>
                </c:pt>
                <c:pt idx="6588">
                  <c:v>13</c:v>
                </c:pt>
                <c:pt idx="6589">
                  <c:v>13</c:v>
                </c:pt>
                <c:pt idx="6590">
                  <c:v>13</c:v>
                </c:pt>
                <c:pt idx="6591">
                  <c:v>13</c:v>
                </c:pt>
                <c:pt idx="6592">
                  <c:v>13</c:v>
                </c:pt>
                <c:pt idx="6593">
                  <c:v>13</c:v>
                </c:pt>
                <c:pt idx="6594">
                  <c:v>13</c:v>
                </c:pt>
                <c:pt idx="6595">
                  <c:v>13</c:v>
                </c:pt>
                <c:pt idx="6596">
                  <c:v>13</c:v>
                </c:pt>
                <c:pt idx="6597">
                  <c:v>14</c:v>
                </c:pt>
                <c:pt idx="6598">
                  <c:v>14</c:v>
                </c:pt>
                <c:pt idx="6599">
                  <c:v>13</c:v>
                </c:pt>
                <c:pt idx="6600">
                  <c:v>14</c:v>
                </c:pt>
                <c:pt idx="6601">
                  <c:v>13</c:v>
                </c:pt>
                <c:pt idx="6602">
                  <c:v>13</c:v>
                </c:pt>
                <c:pt idx="6603">
                  <c:v>13</c:v>
                </c:pt>
                <c:pt idx="6604">
                  <c:v>13</c:v>
                </c:pt>
                <c:pt idx="6605">
                  <c:v>13</c:v>
                </c:pt>
                <c:pt idx="6606">
                  <c:v>13</c:v>
                </c:pt>
                <c:pt idx="6607">
                  <c:v>13</c:v>
                </c:pt>
                <c:pt idx="6608">
                  <c:v>13</c:v>
                </c:pt>
                <c:pt idx="6609">
                  <c:v>13</c:v>
                </c:pt>
                <c:pt idx="6610">
                  <c:v>13</c:v>
                </c:pt>
                <c:pt idx="6611">
                  <c:v>13</c:v>
                </c:pt>
                <c:pt idx="6612">
                  <c:v>13</c:v>
                </c:pt>
                <c:pt idx="6613">
                  <c:v>14</c:v>
                </c:pt>
                <c:pt idx="6614">
                  <c:v>14</c:v>
                </c:pt>
                <c:pt idx="6615">
                  <c:v>13</c:v>
                </c:pt>
                <c:pt idx="6616">
                  <c:v>13</c:v>
                </c:pt>
                <c:pt idx="6617">
                  <c:v>13</c:v>
                </c:pt>
                <c:pt idx="6618">
                  <c:v>13</c:v>
                </c:pt>
                <c:pt idx="6619">
                  <c:v>13</c:v>
                </c:pt>
                <c:pt idx="6620">
                  <c:v>13</c:v>
                </c:pt>
                <c:pt idx="6621">
                  <c:v>13</c:v>
                </c:pt>
                <c:pt idx="6622">
                  <c:v>13</c:v>
                </c:pt>
                <c:pt idx="6623">
                  <c:v>13</c:v>
                </c:pt>
                <c:pt idx="6624">
                  <c:v>13</c:v>
                </c:pt>
                <c:pt idx="6625">
                  <c:v>14</c:v>
                </c:pt>
                <c:pt idx="6626">
                  <c:v>14</c:v>
                </c:pt>
                <c:pt idx="6627">
                  <c:v>13</c:v>
                </c:pt>
                <c:pt idx="6628">
                  <c:v>14</c:v>
                </c:pt>
                <c:pt idx="6629">
                  <c:v>14</c:v>
                </c:pt>
                <c:pt idx="6630">
                  <c:v>14</c:v>
                </c:pt>
                <c:pt idx="6631">
                  <c:v>14</c:v>
                </c:pt>
                <c:pt idx="6632">
                  <c:v>14</c:v>
                </c:pt>
                <c:pt idx="6633">
                  <c:v>14</c:v>
                </c:pt>
                <c:pt idx="6634">
                  <c:v>14</c:v>
                </c:pt>
                <c:pt idx="6635">
                  <c:v>14</c:v>
                </c:pt>
                <c:pt idx="6636">
                  <c:v>14</c:v>
                </c:pt>
                <c:pt idx="6637">
                  <c:v>14</c:v>
                </c:pt>
                <c:pt idx="6638">
                  <c:v>14</c:v>
                </c:pt>
                <c:pt idx="6639">
                  <c:v>14</c:v>
                </c:pt>
                <c:pt idx="6640">
                  <c:v>14</c:v>
                </c:pt>
                <c:pt idx="6641">
                  <c:v>14</c:v>
                </c:pt>
                <c:pt idx="6642">
                  <c:v>14</c:v>
                </c:pt>
                <c:pt idx="6643">
                  <c:v>14</c:v>
                </c:pt>
                <c:pt idx="6644">
                  <c:v>14</c:v>
                </c:pt>
                <c:pt idx="6645">
                  <c:v>13</c:v>
                </c:pt>
                <c:pt idx="6646">
                  <c:v>13</c:v>
                </c:pt>
                <c:pt idx="6647">
                  <c:v>13</c:v>
                </c:pt>
                <c:pt idx="6648">
                  <c:v>13</c:v>
                </c:pt>
                <c:pt idx="6649">
                  <c:v>13</c:v>
                </c:pt>
                <c:pt idx="6650">
                  <c:v>13</c:v>
                </c:pt>
                <c:pt idx="6651">
                  <c:v>14</c:v>
                </c:pt>
                <c:pt idx="6652">
                  <c:v>13</c:v>
                </c:pt>
                <c:pt idx="6653">
                  <c:v>13</c:v>
                </c:pt>
                <c:pt idx="6654">
                  <c:v>14</c:v>
                </c:pt>
                <c:pt idx="6655">
                  <c:v>14</c:v>
                </c:pt>
                <c:pt idx="6656">
                  <c:v>13</c:v>
                </c:pt>
                <c:pt idx="6657">
                  <c:v>13</c:v>
                </c:pt>
                <c:pt idx="6658">
                  <c:v>13</c:v>
                </c:pt>
                <c:pt idx="6659">
                  <c:v>13</c:v>
                </c:pt>
                <c:pt idx="6660">
                  <c:v>13</c:v>
                </c:pt>
                <c:pt idx="6661">
                  <c:v>13</c:v>
                </c:pt>
                <c:pt idx="6662">
                  <c:v>13</c:v>
                </c:pt>
                <c:pt idx="6663">
                  <c:v>13</c:v>
                </c:pt>
                <c:pt idx="6664">
                  <c:v>14</c:v>
                </c:pt>
                <c:pt idx="6665">
                  <c:v>13</c:v>
                </c:pt>
                <c:pt idx="6666">
                  <c:v>14</c:v>
                </c:pt>
                <c:pt idx="6667">
                  <c:v>14</c:v>
                </c:pt>
                <c:pt idx="6668">
                  <c:v>14</c:v>
                </c:pt>
                <c:pt idx="6669">
                  <c:v>14</c:v>
                </c:pt>
                <c:pt idx="6670">
                  <c:v>13</c:v>
                </c:pt>
                <c:pt idx="6671">
                  <c:v>13</c:v>
                </c:pt>
                <c:pt idx="6672">
                  <c:v>13</c:v>
                </c:pt>
                <c:pt idx="6673">
                  <c:v>13</c:v>
                </c:pt>
                <c:pt idx="6674">
                  <c:v>15</c:v>
                </c:pt>
                <c:pt idx="6675">
                  <c:v>14</c:v>
                </c:pt>
                <c:pt idx="6676">
                  <c:v>14</c:v>
                </c:pt>
                <c:pt idx="6677">
                  <c:v>13</c:v>
                </c:pt>
                <c:pt idx="6678">
                  <c:v>14</c:v>
                </c:pt>
                <c:pt idx="6679">
                  <c:v>14</c:v>
                </c:pt>
                <c:pt idx="6680">
                  <c:v>14</c:v>
                </c:pt>
                <c:pt idx="6681">
                  <c:v>14</c:v>
                </c:pt>
                <c:pt idx="6682">
                  <c:v>14</c:v>
                </c:pt>
                <c:pt idx="6683">
                  <c:v>14</c:v>
                </c:pt>
                <c:pt idx="6684">
                  <c:v>14</c:v>
                </c:pt>
                <c:pt idx="6685">
                  <c:v>14</c:v>
                </c:pt>
                <c:pt idx="6686">
                  <c:v>14</c:v>
                </c:pt>
                <c:pt idx="6687">
                  <c:v>14</c:v>
                </c:pt>
                <c:pt idx="6688">
                  <c:v>15</c:v>
                </c:pt>
                <c:pt idx="6689">
                  <c:v>14</c:v>
                </c:pt>
                <c:pt idx="6690">
                  <c:v>14</c:v>
                </c:pt>
                <c:pt idx="6691">
                  <c:v>14</c:v>
                </c:pt>
                <c:pt idx="6692">
                  <c:v>14</c:v>
                </c:pt>
                <c:pt idx="6693">
                  <c:v>14</c:v>
                </c:pt>
                <c:pt idx="6694">
                  <c:v>14</c:v>
                </c:pt>
                <c:pt idx="6695">
                  <c:v>14</c:v>
                </c:pt>
                <c:pt idx="6696">
                  <c:v>14</c:v>
                </c:pt>
                <c:pt idx="6697">
                  <c:v>14</c:v>
                </c:pt>
                <c:pt idx="6698">
                  <c:v>14</c:v>
                </c:pt>
                <c:pt idx="6699">
                  <c:v>14</c:v>
                </c:pt>
                <c:pt idx="6700">
                  <c:v>14</c:v>
                </c:pt>
                <c:pt idx="6701">
                  <c:v>14</c:v>
                </c:pt>
                <c:pt idx="6702">
                  <c:v>14</c:v>
                </c:pt>
                <c:pt idx="6703">
                  <c:v>14</c:v>
                </c:pt>
                <c:pt idx="6704">
                  <c:v>14</c:v>
                </c:pt>
                <c:pt idx="6705">
                  <c:v>14</c:v>
                </c:pt>
                <c:pt idx="6706">
                  <c:v>14</c:v>
                </c:pt>
                <c:pt idx="6707">
                  <c:v>15</c:v>
                </c:pt>
                <c:pt idx="6708">
                  <c:v>14</c:v>
                </c:pt>
                <c:pt idx="6709">
                  <c:v>15</c:v>
                </c:pt>
                <c:pt idx="6710">
                  <c:v>15</c:v>
                </c:pt>
                <c:pt idx="6711">
                  <c:v>14</c:v>
                </c:pt>
                <c:pt idx="6712">
                  <c:v>14</c:v>
                </c:pt>
                <c:pt idx="6713">
                  <c:v>14</c:v>
                </c:pt>
                <c:pt idx="6714">
                  <c:v>14</c:v>
                </c:pt>
                <c:pt idx="6715">
                  <c:v>15</c:v>
                </c:pt>
                <c:pt idx="6716">
                  <c:v>15</c:v>
                </c:pt>
                <c:pt idx="6717">
                  <c:v>14</c:v>
                </c:pt>
                <c:pt idx="6718">
                  <c:v>14</c:v>
                </c:pt>
                <c:pt idx="6719">
                  <c:v>14</c:v>
                </c:pt>
                <c:pt idx="6720">
                  <c:v>14</c:v>
                </c:pt>
                <c:pt idx="6721">
                  <c:v>14</c:v>
                </c:pt>
                <c:pt idx="6722">
                  <c:v>14</c:v>
                </c:pt>
                <c:pt idx="6723">
                  <c:v>14</c:v>
                </c:pt>
                <c:pt idx="6724">
                  <c:v>14</c:v>
                </c:pt>
                <c:pt idx="6725">
                  <c:v>14</c:v>
                </c:pt>
                <c:pt idx="6726">
                  <c:v>14</c:v>
                </c:pt>
                <c:pt idx="6727">
                  <c:v>14</c:v>
                </c:pt>
                <c:pt idx="6728">
                  <c:v>14</c:v>
                </c:pt>
                <c:pt idx="6729">
                  <c:v>14</c:v>
                </c:pt>
                <c:pt idx="6730">
                  <c:v>14</c:v>
                </c:pt>
                <c:pt idx="6731">
                  <c:v>14</c:v>
                </c:pt>
                <c:pt idx="6732">
                  <c:v>14</c:v>
                </c:pt>
                <c:pt idx="6733">
                  <c:v>14</c:v>
                </c:pt>
                <c:pt idx="6734">
                  <c:v>14</c:v>
                </c:pt>
                <c:pt idx="6735">
                  <c:v>14</c:v>
                </c:pt>
                <c:pt idx="6736">
                  <c:v>14</c:v>
                </c:pt>
                <c:pt idx="6737">
                  <c:v>14</c:v>
                </c:pt>
                <c:pt idx="6738">
                  <c:v>14</c:v>
                </c:pt>
                <c:pt idx="6739">
                  <c:v>14</c:v>
                </c:pt>
                <c:pt idx="6740">
                  <c:v>14</c:v>
                </c:pt>
                <c:pt idx="6741">
                  <c:v>14</c:v>
                </c:pt>
                <c:pt idx="6742">
                  <c:v>14</c:v>
                </c:pt>
                <c:pt idx="6743">
                  <c:v>14</c:v>
                </c:pt>
                <c:pt idx="6744">
                  <c:v>14</c:v>
                </c:pt>
                <c:pt idx="6745">
                  <c:v>14</c:v>
                </c:pt>
                <c:pt idx="6746">
                  <c:v>14</c:v>
                </c:pt>
                <c:pt idx="6747">
                  <c:v>14</c:v>
                </c:pt>
                <c:pt idx="6748">
                  <c:v>14</c:v>
                </c:pt>
                <c:pt idx="6749">
                  <c:v>14</c:v>
                </c:pt>
                <c:pt idx="6750">
                  <c:v>14</c:v>
                </c:pt>
                <c:pt idx="6751">
                  <c:v>14</c:v>
                </c:pt>
                <c:pt idx="6752">
                  <c:v>14</c:v>
                </c:pt>
                <c:pt idx="6753">
                  <c:v>14</c:v>
                </c:pt>
                <c:pt idx="6754">
                  <c:v>14</c:v>
                </c:pt>
                <c:pt idx="6755">
                  <c:v>14</c:v>
                </c:pt>
                <c:pt idx="6756">
                  <c:v>14</c:v>
                </c:pt>
                <c:pt idx="6757">
                  <c:v>14</c:v>
                </c:pt>
                <c:pt idx="6758">
                  <c:v>14</c:v>
                </c:pt>
                <c:pt idx="6759">
                  <c:v>14</c:v>
                </c:pt>
                <c:pt idx="6760">
                  <c:v>14</c:v>
                </c:pt>
                <c:pt idx="6761">
                  <c:v>14</c:v>
                </c:pt>
                <c:pt idx="6762">
                  <c:v>14</c:v>
                </c:pt>
                <c:pt idx="6763">
                  <c:v>14</c:v>
                </c:pt>
                <c:pt idx="6764">
                  <c:v>14</c:v>
                </c:pt>
                <c:pt idx="6765">
                  <c:v>14</c:v>
                </c:pt>
                <c:pt idx="6766">
                  <c:v>14</c:v>
                </c:pt>
                <c:pt idx="6767">
                  <c:v>14</c:v>
                </c:pt>
                <c:pt idx="6768">
                  <c:v>14</c:v>
                </c:pt>
                <c:pt idx="6769">
                  <c:v>14</c:v>
                </c:pt>
                <c:pt idx="6770">
                  <c:v>14</c:v>
                </c:pt>
                <c:pt idx="6771">
                  <c:v>14</c:v>
                </c:pt>
                <c:pt idx="6772">
                  <c:v>14</c:v>
                </c:pt>
                <c:pt idx="6773">
                  <c:v>14</c:v>
                </c:pt>
                <c:pt idx="6774">
                  <c:v>14</c:v>
                </c:pt>
                <c:pt idx="6775">
                  <c:v>14</c:v>
                </c:pt>
                <c:pt idx="6776">
                  <c:v>14</c:v>
                </c:pt>
                <c:pt idx="6777">
                  <c:v>14</c:v>
                </c:pt>
                <c:pt idx="6778">
                  <c:v>14</c:v>
                </c:pt>
                <c:pt idx="6779">
                  <c:v>14</c:v>
                </c:pt>
                <c:pt idx="6780">
                  <c:v>14</c:v>
                </c:pt>
                <c:pt idx="6781">
                  <c:v>14</c:v>
                </c:pt>
                <c:pt idx="6782">
                  <c:v>14</c:v>
                </c:pt>
                <c:pt idx="6783">
                  <c:v>14</c:v>
                </c:pt>
                <c:pt idx="6784">
                  <c:v>14</c:v>
                </c:pt>
                <c:pt idx="6785">
                  <c:v>14</c:v>
                </c:pt>
                <c:pt idx="6786">
                  <c:v>14</c:v>
                </c:pt>
                <c:pt idx="6787">
                  <c:v>14</c:v>
                </c:pt>
                <c:pt idx="6788">
                  <c:v>14</c:v>
                </c:pt>
                <c:pt idx="6789">
                  <c:v>14</c:v>
                </c:pt>
                <c:pt idx="6790">
                  <c:v>14</c:v>
                </c:pt>
                <c:pt idx="6791">
                  <c:v>14</c:v>
                </c:pt>
                <c:pt idx="6792">
                  <c:v>14</c:v>
                </c:pt>
                <c:pt idx="6793">
                  <c:v>14</c:v>
                </c:pt>
                <c:pt idx="6794">
                  <c:v>14</c:v>
                </c:pt>
                <c:pt idx="6795">
                  <c:v>14</c:v>
                </c:pt>
                <c:pt idx="6796">
                  <c:v>14</c:v>
                </c:pt>
                <c:pt idx="6797">
                  <c:v>14</c:v>
                </c:pt>
                <c:pt idx="6798">
                  <c:v>14</c:v>
                </c:pt>
                <c:pt idx="6799">
                  <c:v>14</c:v>
                </c:pt>
                <c:pt idx="6800">
                  <c:v>14</c:v>
                </c:pt>
                <c:pt idx="6801">
                  <c:v>14</c:v>
                </c:pt>
                <c:pt idx="6802">
                  <c:v>14</c:v>
                </c:pt>
                <c:pt idx="6803">
                  <c:v>14</c:v>
                </c:pt>
                <c:pt idx="6804">
                  <c:v>14</c:v>
                </c:pt>
                <c:pt idx="6805">
                  <c:v>14</c:v>
                </c:pt>
                <c:pt idx="6806">
                  <c:v>14</c:v>
                </c:pt>
                <c:pt idx="6807">
                  <c:v>14</c:v>
                </c:pt>
                <c:pt idx="6808">
                  <c:v>14</c:v>
                </c:pt>
                <c:pt idx="6809">
                  <c:v>14</c:v>
                </c:pt>
                <c:pt idx="6810">
                  <c:v>14</c:v>
                </c:pt>
                <c:pt idx="6811">
                  <c:v>14</c:v>
                </c:pt>
                <c:pt idx="6812">
                  <c:v>14</c:v>
                </c:pt>
                <c:pt idx="6813">
                  <c:v>14</c:v>
                </c:pt>
                <c:pt idx="6814">
                  <c:v>14</c:v>
                </c:pt>
                <c:pt idx="6815">
                  <c:v>14</c:v>
                </c:pt>
                <c:pt idx="6816">
                  <c:v>14</c:v>
                </c:pt>
                <c:pt idx="6817">
                  <c:v>14</c:v>
                </c:pt>
                <c:pt idx="6818">
                  <c:v>14</c:v>
                </c:pt>
                <c:pt idx="6819">
                  <c:v>14</c:v>
                </c:pt>
                <c:pt idx="6820">
                  <c:v>14</c:v>
                </c:pt>
                <c:pt idx="6821">
                  <c:v>14</c:v>
                </c:pt>
                <c:pt idx="6822">
                  <c:v>14</c:v>
                </c:pt>
                <c:pt idx="6823">
                  <c:v>14</c:v>
                </c:pt>
                <c:pt idx="6824">
                  <c:v>14</c:v>
                </c:pt>
                <c:pt idx="6825">
                  <c:v>14</c:v>
                </c:pt>
                <c:pt idx="6826">
                  <c:v>14</c:v>
                </c:pt>
                <c:pt idx="6827">
                  <c:v>14</c:v>
                </c:pt>
                <c:pt idx="6828">
                  <c:v>14</c:v>
                </c:pt>
                <c:pt idx="6829">
                  <c:v>14</c:v>
                </c:pt>
                <c:pt idx="6830">
                  <c:v>14</c:v>
                </c:pt>
                <c:pt idx="6831">
                  <c:v>14</c:v>
                </c:pt>
                <c:pt idx="6832">
                  <c:v>14</c:v>
                </c:pt>
                <c:pt idx="6833">
                  <c:v>15</c:v>
                </c:pt>
                <c:pt idx="6834">
                  <c:v>15</c:v>
                </c:pt>
                <c:pt idx="6835">
                  <c:v>15</c:v>
                </c:pt>
                <c:pt idx="6836">
                  <c:v>15</c:v>
                </c:pt>
                <c:pt idx="6837">
                  <c:v>14</c:v>
                </c:pt>
                <c:pt idx="6838">
                  <c:v>14</c:v>
                </c:pt>
                <c:pt idx="6839">
                  <c:v>14</c:v>
                </c:pt>
                <c:pt idx="6840">
                  <c:v>14</c:v>
                </c:pt>
                <c:pt idx="6841">
                  <c:v>14</c:v>
                </c:pt>
                <c:pt idx="6842">
                  <c:v>14</c:v>
                </c:pt>
                <c:pt idx="6843">
                  <c:v>14</c:v>
                </c:pt>
                <c:pt idx="6844">
                  <c:v>14</c:v>
                </c:pt>
                <c:pt idx="6845">
                  <c:v>15</c:v>
                </c:pt>
                <c:pt idx="6846">
                  <c:v>15</c:v>
                </c:pt>
                <c:pt idx="6847">
                  <c:v>14</c:v>
                </c:pt>
                <c:pt idx="6848">
                  <c:v>14</c:v>
                </c:pt>
                <c:pt idx="6849">
                  <c:v>15</c:v>
                </c:pt>
                <c:pt idx="6850">
                  <c:v>14</c:v>
                </c:pt>
                <c:pt idx="6851">
                  <c:v>14</c:v>
                </c:pt>
                <c:pt idx="6852">
                  <c:v>14</c:v>
                </c:pt>
                <c:pt idx="6853">
                  <c:v>15</c:v>
                </c:pt>
                <c:pt idx="6854">
                  <c:v>15</c:v>
                </c:pt>
                <c:pt idx="6855">
                  <c:v>15</c:v>
                </c:pt>
                <c:pt idx="6856">
                  <c:v>14</c:v>
                </c:pt>
                <c:pt idx="6857">
                  <c:v>14</c:v>
                </c:pt>
                <c:pt idx="6858">
                  <c:v>14</c:v>
                </c:pt>
                <c:pt idx="6859">
                  <c:v>14</c:v>
                </c:pt>
                <c:pt idx="6860">
                  <c:v>14</c:v>
                </c:pt>
                <c:pt idx="6861">
                  <c:v>14</c:v>
                </c:pt>
                <c:pt idx="6862">
                  <c:v>14</c:v>
                </c:pt>
                <c:pt idx="6863">
                  <c:v>14</c:v>
                </c:pt>
                <c:pt idx="6864">
                  <c:v>14</c:v>
                </c:pt>
                <c:pt idx="6865">
                  <c:v>15</c:v>
                </c:pt>
                <c:pt idx="6866">
                  <c:v>15</c:v>
                </c:pt>
                <c:pt idx="6867">
                  <c:v>15</c:v>
                </c:pt>
                <c:pt idx="6868">
                  <c:v>14</c:v>
                </c:pt>
                <c:pt idx="6869">
                  <c:v>14</c:v>
                </c:pt>
                <c:pt idx="6870">
                  <c:v>14</c:v>
                </c:pt>
                <c:pt idx="6871">
                  <c:v>14</c:v>
                </c:pt>
                <c:pt idx="6872">
                  <c:v>15</c:v>
                </c:pt>
                <c:pt idx="6873">
                  <c:v>14</c:v>
                </c:pt>
                <c:pt idx="6874">
                  <c:v>15</c:v>
                </c:pt>
                <c:pt idx="6875">
                  <c:v>15</c:v>
                </c:pt>
                <c:pt idx="6876">
                  <c:v>15</c:v>
                </c:pt>
                <c:pt idx="6877">
                  <c:v>15</c:v>
                </c:pt>
                <c:pt idx="6878">
                  <c:v>15</c:v>
                </c:pt>
                <c:pt idx="6879">
                  <c:v>14</c:v>
                </c:pt>
                <c:pt idx="6880">
                  <c:v>14</c:v>
                </c:pt>
                <c:pt idx="6881">
                  <c:v>15</c:v>
                </c:pt>
                <c:pt idx="6882">
                  <c:v>15</c:v>
                </c:pt>
                <c:pt idx="6883">
                  <c:v>15</c:v>
                </c:pt>
                <c:pt idx="6884">
                  <c:v>15</c:v>
                </c:pt>
                <c:pt idx="6885">
                  <c:v>15</c:v>
                </c:pt>
                <c:pt idx="6886">
                  <c:v>15</c:v>
                </c:pt>
                <c:pt idx="6887">
                  <c:v>15</c:v>
                </c:pt>
                <c:pt idx="6888">
                  <c:v>15</c:v>
                </c:pt>
                <c:pt idx="6889">
                  <c:v>15</c:v>
                </c:pt>
                <c:pt idx="6890">
                  <c:v>15</c:v>
                </c:pt>
                <c:pt idx="6891">
                  <c:v>15</c:v>
                </c:pt>
                <c:pt idx="6892">
                  <c:v>15</c:v>
                </c:pt>
                <c:pt idx="6893">
                  <c:v>14</c:v>
                </c:pt>
                <c:pt idx="6894">
                  <c:v>14</c:v>
                </c:pt>
                <c:pt idx="6895">
                  <c:v>14</c:v>
                </c:pt>
                <c:pt idx="6896">
                  <c:v>15</c:v>
                </c:pt>
                <c:pt idx="6897">
                  <c:v>15</c:v>
                </c:pt>
                <c:pt idx="6898">
                  <c:v>15</c:v>
                </c:pt>
                <c:pt idx="6899">
                  <c:v>15</c:v>
                </c:pt>
                <c:pt idx="6900">
                  <c:v>15</c:v>
                </c:pt>
                <c:pt idx="6901">
                  <c:v>15</c:v>
                </c:pt>
                <c:pt idx="6902">
                  <c:v>15</c:v>
                </c:pt>
                <c:pt idx="6903">
                  <c:v>15</c:v>
                </c:pt>
                <c:pt idx="6904">
                  <c:v>15</c:v>
                </c:pt>
                <c:pt idx="6905">
                  <c:v>15</c:v>
                </c:pt>
                <c:pt idx="6906">
                  <c:v>15</c:v>
                </c:pt>
                <c:pt idx="6907">
                  <c:v>15</c:v>
                </c:pt>
                <c:pt idx="6908">
                  <c:v>15</c:v>
                </c:pt>
                <c:pt idx="6909">
                  <c:v>15</c:v>
                </c:pt>
                <c:pt idx="6910">
                  <c:v>15</c:v>
                </c:pt>
                <c:pt idx="6911">
                  <c:v>15</c:v>
                </c:pt>
                <c:pt idx="6912">
                  <c:v>15</c:v>
                </c:pt>
                <c:pt idx="6913">
                  <c:v>15</c:v>
                </c:pt>
                <c:pt idx="6914">
                  <c:v>15</c:v>
                </c:pt>
                <c:pt idx="6915">
                  <c:v>15</c:v>
                </c:pt>
                <c:pt idx="6916">
                  <c:v>15</c:v>
                </c:pt>
                <c:pt idx="6917">
                  <c:v>14</c:v>
                </c:pt>
                <c:pt idx="6918">
                  <c:v>15</c:v>
                </c:pt>
                <c:pt idx="6919">
                  <c:v>15</c:v>
                </c:pt>
                <c:pt idx="6920">
                  <c:v>15</c:v>
                </c:pt>
                <c:pt idx="6921">
                  <c:v>15</c:v>
                </c:pt>
                <c:pt idx="6922">
                  <c:v>15</c:v>
                </c:pt>
                <c:pt idx="6923">
                  <c:v>15</c:v>
                </c:pt>
                <c:pt idx="6924">
                  <c:v>15</c:v>
                </c:pt>
                <c:pt idx="6925">
                  <c:v>15</c:v>
                </c:pt>
                <c:pt idx="6926">
                  <c:v>15</c:v>
                </c:pt>
                <c:pt idx="6927">
                  <c:v>15</c:v>
                </c:pt>
                <c:pt idx="6928">
                  <c:v>15</c:v>
                </c:pt>
                <c:pt idx="6929">
                  <c:v>15</c:v>
                </c:pt>
                <c:pt idx="6930">
                  <c:v>15</c:v>
                </c:pt>
                <c:pt idx="6931">
                  <c:v>15</c:v>
                </c:pt>
                <c:pt idx="6932">
                  <c:v>15</c:v>
                </c:pt>
                <c:pt idx="6933">
                  <c:v>14</c:v>
                </c:pt>
                <c:pt idx="6934">
                  <c:v>14</c:v>
                </c:pt>
                <c:pt idx="6935">
                  <c:v>15</c:v>
                </c:pt>
                <c:pt idx="6936">
                  <c:v>14</c:v>
                </c:pt>
                <c:pt idx="6937">
                  <c:v>14</c:v>
                </c:pt>
                <c:pt idx="6938">
                  <c:v>14</c:v>
                </c:pt>
                <c:pt idx="6939">
                  <c:v>14</c:v>
                </c:pt>
                <c:pt idx="6940">
                  <c:v>14</c:v>
                </c:pt>
                <c:pt idx="6941">
                  <c:v>14</c:v>
                </c:pt>
                <c:pt idx="6942">
                  <c:v>14</c:v>
                </c:pt>
                <c:pt idx="6943">
                  <c:v>14</c:v>
                </c:pt>
                <c:pt idx="6944">
                  <c:v>15</c:v>
                </c:pt>
                <c:pt idx="6945">
                  <c:v>15</c:v>
                </c:pt>
                <c:pt idx="6946">
                  <c:v>15</c:v>
                </c:pt>
                <c:pt idx="6947">
                  <c:v>15</c:v>
                </c:pt>
                <c:pt idx="6948">
                  <c:v>15</c:v>
                </c:pt>
                <c:pt idx="6949">
                  <c:v>15</c:v>
                </c:pt>
                <c:pt idx="6950">
                  <c:v>15</c:v>
                </c:pt>
                <c:pt idx="6951">
                  <c:v>15</c:v>
                </c:pt>
                <c:pt idx="6952">
                  <c:v>15</c:v>
                </c:pt>
                <c:pt idx="6953">
                  <c:v>15</c:v>
                </c:pt>
                <c:pt idx="6954">
                  <c:v>14</c:v>
                </c:pt>
                <c:pt idx="6955">
                  <c:v>14</c:v>
                </c:pt>
                <c:pt idx="6956">
                  <c:v>14</c:v>
                </c:pt>
                <c:pt idx="6957">
                  <c:v>15</c:v>
                </c:pt>
                <c:pt idx="6958">
                  <c:v>15</c:v>
                </c:pt>
                <c:pt idx="6959">
                  <c:v>15</c:v>
                </c:pt>
                <c:pt idx="6960">
                  <c:v>15</c:v>
                </c:pt>
                <c:pt idx="6961">
                  <c:v>15</c:v>
                </c:pt>
                <c:pt idx="6962">
                  <c:v>15</c:v>
                </c:pt>
                <c:pt idx="6963">
                  <c:v>15</c:v>
                </c:pt>
                <c:pt idx="6964">
                  <c:v>15</c:v>
                </c:pt>
                <c:pt idx="6965">
                  <c:v>15</c:v>
                </c:pt>
                <c:pt idx="6966">
                  <c:v>15</c:v>
                </c:pt>
                <c:pt idx="6967">
                  <c:v>15</c:v>
                </c:pt>
                <c:pt idx="6968">
                  <c:v>15</c:v>
                </c:pt>
                <c:pt idx="6969">
                  <c:v>15</c:v>
                </c:pt>
                <c:pt idx="6970">
                  <c:v>15</c:v>
                </c:pt>
                <c:pt idx="6971">
                  <c:v>15</c:v>
                </c:pt>
                <c:pt idx="6972">
                  <c:v>15</c:v>
                </c:pt>
                <c:pt idx="6973">
                  <c:v>15</c:v>
                </c:pt>
                <c:pt idx="6974">
                  <c:v>15</c:v>
                </c:pt>
                <c:pt idx="6975">
                  <c:v>15</c:v>
                </c:pt>
                <c:pt idx="6976">
                  <c:v>15</c:v>
                </c:pt>
                <c:pt idx="6977">
                  <c:v>15</c:v>
                </c:pt>
                <c:pt idx="6978">
                  <c:v>15</c:v>
                </c:pt>
                <c:pt idx="6979">
                  <c:v>15</c:v>
                </c:pt>
                <c:pt idx="6980">
                  <c:v>15</c:v>
                </c:pt>
                <c:pt idx="6981">
                  <c:v>15</c:v>
                </c:pt>
                <c:pt idx="6982">
                  <c:v>15</c:v>
                </c:pt>
                <c:pt idx="6983">
                  <c:v>15</c:v>
                </c:pt>
                <c:pt idx="6984">
                  <c:v>15</c:v>
                </c:pt>
                <c:pt idx="6985">
                  <c:v>15</c:v>
                </c:pt>
                <c:pt idx="6986">
                  <c:v>15</c:v>
                </c:pt>
                <c:pt idx="6987">
                  <c:v>14</c:v>
                </c:pt>
                <c:pt idx="6988">
                  <c:v>15</c:v>
                </c:pt>
                <c:pt idx="6989">
                  <c:v>14</c:v>
                </c:pt>
                <c:pt idx="6990">
                  <c:v>15</c:v>
                </c:pt>
                <c:pt idx="6991">
                  <c:v>14</c:v>
                </c:pt>
                <c:pt idx="6992">
                  <c:v>15</c:v>
                </c:pt>
                <c:pt idx="6993">
                  <c:v>15</c:v>
                </c:pt>
                <c:pt idx="6994">
                  <c:v>15</c:v>
                </c:pt>
                <c:pt idx="6995">
                  <c:v>15</c:v>
                </c:pt>
                <c:pt idx="6996">
                  <c:v>15</c:v>
                </c:pt>
                <c:pt idx="6997">
                  <c:v>15</c:v>
                </c:pt>
                <c:pt idx="6998">
                  <c:v>15</c:v>
                </c:pt>
                <c:pt idx="6999">
                  <c:v>15</c:v>
                </c:pt>
                <c:pt idx="7000">
                  <c:v>15</c:v>
                </c:pt>
                <c:pt idx="7001">
                  <c:v>15</c:v>
                </c:pt>
                <c:pt idx="7002">
                  <c:v>15</c:v>
                </c:pt>
                <c:pt idx="7003">
                  <c:v>15</c:v>
                </c:pt>
                <c:pt idx="7004">
                  <c:v>14</c:v>
                </c:pt>
                <c:pt idx="7005">
                  <c:v>14</c:v>
                </c:pt>
                <c:pt idx="7006">
                  <c:v>14</c:v>
                </c:pt>
                <c:pt idx="7007">
                  <c:v>15</c:v>
                </c:pt>
                <c:pt idx="7008">
                  <c:v>15</c:v>
                </c:pt>
                <c:pt idx="7009">
                  <c:v>15</c:v>
                </c:pt>
                <c:pt idx="7010">
                  <c:v>15</c:v>
                </c:pt>
                <c:pt idx="7011">
                  <c:v>15</c:v>
                </c:pt>
                <c:pt idx="7012">
                  <c:v>15</c:v>
                </c:pt>
                <c:pt idx="7013">
                  <c:v>15</c:v>
                </c:pt>
                <c:pt idx="7014">
                  <c:v>15</c:v>
                </c:pt>
                <c:pt idx="7015">
                  <c:v>15</c:v>
                </c:pt>
                <c:pt idx="7016">
                  <c:v>15</c:v>
                </c:pt>
                <c:pt idx="7017">
                  <c:v>15</c:v>
                </c:pt>
                <c:pt idx="7018">
                  <c:v>15</c:v>
                </c:pt>
                <c:pt idx="7019">
                  <c:v>15</c:v>
                </c:pt>
                <c:pt idx="7020">
                  <c:v>15</c:v>
                </c:pt>
                <c:pt idx="7021">
                  <c:v>15</c:v>
                </c:pt>
                <c:pt idx="7022">
                  <c:v>15</c:v>
                </c:pt>
                <c:pt idx="7023">
                  <c:v>15</c:v>
                </c:pt>
                <c:pt idx="7024">
                  <c:v>15</c:v>
                </c:pt>
                <c:pt idx="7025">
                  <c:v>15</c:v>
                </c:pt>
                <c:pt idx="7026">
                  <c:v>15</c:v>
                </c:pt>
                <c:pt idx="7027">
                  <c:v>15</c:v>
                </c:pt>
                <c:pt idx="7028">
                  <c:v>15</c:v>
                </c:pt>
                <c:pt idx="7029">
                  <c:v>15</c:v>
                </c:pt>
                <c:pt idx="7030">
                  <c:v>15</c:v>
                </c:pt>
                <c:pt idx="7031">
                  <c:v>15</c:v>
                </c:pt>
                <c:pt idx="7032">
                  <c:v>15</c:v>
                </c:pt>
                <c:pt idx="7033">
                  <c:v>15</c:v>
                </c:pt>
                <c:pt idx="7034">
                  <c:v>15</c:v>
                </c:pt>
                <c:pt idx="7035">
                  <c:v>15</c:v>
                </c:pt>
                <c:pt idx="7036">
                  <c:v>15</c:v>
                </c:pt>
                <c:pt idx="7037">
                  <c:v>15</c:v>
                </c:pt>
                <c:pt idx="7038">
                  <c:v>15</c:v>
                </c:pt>
                <c:pt idx="7039">
                  <c:v>15</c:v>
                </c:pt>
                <c:pt idx="7040">
                  <c:v>15</c:v>
                </c:pt>
                <c:pt idx="7041">
                  <c:v>15</c:v>
                </c:pt>
                <c:pt idx="7042">
                  <c:v>15</c:v>
                </c:pt>
                <c:pt idx="7043">
                  <c:v>15</c:v>
                </c:pt>
                <c:pt idx="7044">
                  <c:v>15</c:v>
                </c:pt>
                <c:pt idx="7045">
                  <c:v>15</c:v>
                </c:pt>
                <c:pt idx="7046">
                  <c:v>15</c:v>
                </c:pt>
                <c:pt idx="7047">
                  <c:v>15</c:v>
                </c:pt>
                <c:pt idx="7048">
                  <c:v>15</c:v>
                </c:pt>
                <c:pt idx="7049">
                  <c:v>15</c:v>
                </c:pt>
                <c:pt idx="7050">
                  <c:v>15</c:v>
                </c:pt>
                <c:pt idx="7051">
                  <c:v>15</c:v>
                </c:pt>
                <c:pt idx="7052">
                  <c:v>15</c:v>
                </c:pt>
                <c:pt idx="7053">
                  <c:v>15</c:v>
                </c:pt>
                <c:pt idx="7054">
                  <c:v>15</c:v>
                </c:pt>
                <c:pt idx="7055">
                  <c:v>15</c:v>
                </c:pt>
                <c:pt idx="7056">
                  <c:v>15</c:v>
                </c:pt>
                <c:pt idx="7057">
                  <c:v>15</c:v>
                </c:pt>
                <c:pt idx="7058">
                  <c:v>15</c:v>
                </c:pt>
                <c:pt idx="7059">
                  <c:v>15</c:v>
                </c:pt>
                <c:pt idx="7060">
                  <c:v>15</c:v>
                </c:pt>
                <c:pt idx="7061">
                  <c:v>15</c:v>
                </c:pt>
                <c:pt idx="7062">
                  <c:v>15</c:v>
                </c:pt>
                <c:pt idx="7063">
                  <c:v>15</c:v>
                </c:pt>
                <c:pt idx="7064">
                  <c:v>15</c:v>
                </c:pt>
                <c:pt idx="7065">
                  <c:v>15</c:v>
                </c:pt>
                <c:pt idx="7066">
                  <c:v>15</c:v>
                </c:pt>
                <c:pt idx="7067">
                  <c:v>15</c:v>
                </c:pt>
                <c:pt idx="7068">
                  <c:v>15</c:v>
                </c:pt>
                <c:pt idx="7069">
                  <c:v>15</c:v>
                </c:pt>
                <c:pt idx="7070">
                  <c:v>15</c:v>
                </c:pt>
                <c:pt idx="7071">
                  <c:v>15</c:v>
                </c:pt>
                <c:pt idx="7072">
                  <c:v>15</c:v>
                </c:pt>
                <c:pt idx="7073">
                  <c:v>15</c:v>
                </c:pt>
                <c:pt idx="7074">
                  <c:v>15</c:v>
                </c:pt>
                <c:pt idx="7075">
                  <c:v>15</c:v>
                </c:pt>
                <c:pt idx="7076">
                  <c:v>15</c:v>
                </c:pt>
                <c:pt idx="7077">
                  <c:v>15</c:v>
                </c:pt>
                <c:pt idx="7078">
                  <c:v>16</c:v>
                </c:pt>
                <c:pt idx="7079">
                  <c:v>15</c:v>
                </c:pt>
                <c:pt idx="7080">
                  <c:v>15</c:v>
                </c:pt>
                <c:pt idx="7081">
                  <c:v>15</c:v>
                </c:pt>
                <c:pt idx="7082">
                  <c:v>15</c:v>
                </c:pt>
                <c:pt idx="7083">
                  <c:v>15</c:v>
                </c:pt>
                <c:pt idx="7084">
                  <c:v>15</c:v>
                </c:pt>
                <c:pt idx="7085">
                  <c:v>15</c:v>
                </c:pt>
                <c:pt idx="7086">
                  <c:v>15</c:v>
                </c:pt>
                <c:pt idx="7087">
                  <c:v>15</c:v>
                </c:pt>
                <c:pt idx="7088">
                  <c:v>15</c:v>
                </c:pt>
                <c:pt idx="7089">
                  <c:v>15</c:v>
                </c:pt>
                <c:pt idx="7090">
                  <c:v>16</c:v>
                </c:pt>
                <c:pt idx="7091">
                  <c:v>15</c:v>
                </c:pt>
                <c:pt idx="7092">
                  <c:v>15</c:v>
                </c:pt>
              </c:numCache>
            </c:numRef>
          </c:xVal>
          <c:yVal>
            <c:numRef>
              <c:f>'[Rig HP Calculation.xlsx]Sheet1'!$D$3:$D$7095</c:f>
              <c:numCache>
                <c:formatCode>0.00</c:formatCode>
                <c:ptCount val="7093"/>
                <c:pt idx="0">
                  <c:v>31.394400000000001</c:v>
                </c:pt>
                <c:pt idx="1">
                  <c:v>31.699200000000001</c:v>
                </c:pt>
                <c:pt idx="2">
                  <c:v>32.003999999999998</c:v>
                </c:pt>
                <c:pt idx="3">
                  <c:v>32.308799999999998</c:v>
                </c:pt>
                <c:pt idx="4">
                  <c:v>32.613599999999998</c:v>
                </c:pt>
                <c:pt idx="5">
                  <c:v>32.918399999999998</c:v>
                </c:pt>
                <c:pt idx="6">
                  <c:v>33.223199999999999</c:v>
                </c:pt>
                <c:pt idx="7">
                  <c:v>33.527999999999999</c:v>
                </c:pt>
                <c:pt idx="8">
                  <c:v>33.832799999999999</c:v>
                </c:pt>
                <c:pt idx="9">
                  <c:v>34.137599999999999</c:v>
                </c:pt>
                <c:pt idx="10">
                  <c:v>34.442399999999999</c:v>
                </c:pt>
                <c:pt idx="11">
                  <c:v>34.747199999999999</c:v>
                </c:pt>
                <c:pt idx="12">
                  <c:v>35.052</c:v>
                </c:pt>
                <c:pt idx="13">
                  <c:v>36.2712</c:v>
                </c:pt>
                <c:pt idx="14">
                  <c:v>36.576000000000001</c:v>
                </c:pt>
                <c:pt idx="15">
                  <c:v>36.880800000000001</c:v>
                </c:pt>
                <c:pt idx="16">
                  <c:v>37.185600000000001</c:v>
                </c:pt>
                <c:pt idx="17">
                  <c:v>37.490400000000001</c:v>
                </c:pt>
                <c:pt idx="18">
                  <c:v>37.795200000000001</c:v>
                </c:pt>
                <c:pt idx="19">
                  <c:v>38.1</c:v>
                </c:pt>
                <c:pt idx="20">
                  <c:v>38.404800000000002</c:v>
                </c:pt>
                <c:pt idx="21">
                  <c:v>38.709600000000002</c:v>
                </c:pt>
                <c:pt idx="22">
                  <c:v>39.014400000000002</c:v>
                </c:pt>
                <c:pt idx="23">
                  <c:v>39.319200000000002</c:v>
                </c:pt>
                <c:pt idx="24">
                  <c:v>39.624000000000002</c:v>
                </c:pt>
                <c:pt idx="25">
                  <c:v>39.928800000000003</c:v>
                </c:pt>
                <c:pt idx="26">
                  <c:v>40.233600000000003</c:v>
                </c:pt>
                <c:pt idx="27">
                  <c:v>40.538400000000003</c:v>
                </c:pt>
                <c:pt idx="28">
                  <c:v>40.843200000000003</c:v>
                </c:pt>
                <c:pt idx="29">
                  <c:v>41.148000000000003</c:v>
                </c:pt>
                <c:pt idx="30">
                  <c:v>41.452800000000003</c:v>
                </c:pt>
                <c:pt idx="31">
                  <c:v>41.757599999999996</c:v>
                </c:pt>
                <c:pt idx="32">
                  <c:v>42.062399999999997</c:v>
                </c:pt>
                <c:pt idx="33">
                  <c:v>42.367199999999997</c:v>
                </c:pt>
                <c:pt idx="34">
                  <c:v>42.671999999999997</c:v>
                </c:pt>
                <c:pt idx="35">
                  <c:v>42.976799999999997</c:v>
                </c:pt>
                <c:pt idx="36">
                  <c:v>43.281599999999997</c:v>
                </c:pt>
                <c:pt idx="37">
                  <c:v>43.586399999999998</c:v>
                </c:pt>
                <c:pt idx="38">
                  <c:v>43.891199999999998</c:v>
                </c:pt>
                <c:pt idx="39">
                  <c:v>44.195999999999998</c:v>
                </c:pt>
                <c:pt idx="40">
                  <c:v>44.500799999999998</c:v>
                </c:pt>
                <c:pt idx="41">
                  <c:v>44.805599999999998</c:v>
                </c:pt>
                <c:pt idx="42">
                  <c:v>45.110399999999998</c:v>
                </c:pt>
                <c:pt idx="43">
                  <c:v>45.415199999999999</c:v>
                </c:pt>
                <c:pt idx="44">
                  <c:v>45.72</c:v>
                </c:pt>
                <c:pt idx="45">
                  <c:v>46.024799999999999</c:v>
                </c:pt>
                <c:pt idx="46">
                  <c:v>46.329599999999999</c:v>
                </c:pt>
                <c:pt idx="47">
                  <c:v>46.634399999999999</c:v>
                </c:pt>
                <c:pt idx="48">
                  <c:v>46.9392</c:v>
                </c:pt>
                <c:pt idx="49">
                  <c:v>47.244</c:v>
                </c:pt>
                <c:pt idx="50">
                  <c:v>47.5488</c:v>
                </c:pt>
                <c:pt idx="51">
                  <c:v>47.8536</c:v>
                </c:pt>
                <c:pt idx="52">
                  <c:v>48.1584</c:v>
                </c:pt>
                <c:pt idx="53">
                  <c:v>48.463200000000001</c:v>
                </c:pt>
                <c:pt idx="54">
                  <c:v>48.768000000000001</c:v>
                </c:pt>
                <c:pt idx="55">
                  <c:v>49.072800000000001</c:v>
                </c:pt>
                <c:pt idx="56">
                  <c:v>49.377600000000001</c:v>
                </c:pt>
                <c:pt idx="57">
                  <c:v>49.682400000000001</c:v>
                </c:pt>
                <c:pt idx="58">
                  <c:v>49.987200000000001</c:v>
                </c:pt>
                <c:pt idx="59">
                  <c:v>50.292000000000002</c:v>
                </c:pt>
                <c:pt idx="60">
                  <c:v>50.596800000000002</c:v>
                </c:pt>
                <c:pt idx="61">
                  <c:v>50.901600000000002</c:v>
                </c:pt>
                <c:pt idx="62">
                  <c:v>51.206400000000002</c:v>
                </c:pt>
                <c:pt idx="63">
                  <c:v>51.511200000000002</c:v>
                </c:pt>
                <c:pt idx="64">
                  <c:v>51.816000000000003</c:v>
                </c:pt>
                <c:pt idx="65">
                  <c:v>52.120800000000003</c:v>
                </c:pt>
                <c:pt idx="66">
                  <c:v>52.425600000000003</c:v>
                </c:pt>
                <c:pt idx="67">
                  <c:v>52.730400000000003</c:v>
                </c:pt>
                <c:pt idx="68">
                  <c:v>53.035200000000003</c:v>
                </c:pt>
                <c:pt idx="69">
                  <c:v>53.34</c:v>
                </c:pt>
                <c:pt idx="70">
                  <c:v>53.644799999999996</c:v>
                </c:pt>
                <c:pt idx="71">
                  <c:v>53.949599999999997</c:v>
                </c:pt>
                <c:pt idx="72">
                  <c:v>54.254399999999997</c:v>
                </c:pt>
                <c:pt idx="73">
                  <c:v>54.559199999999997</c:v>
                </c:pt>
                <c:pt idx="74">
                  <c:v>54.863999999999997</c:v>
                </c:pt>
                <c:pt idx="75">
                  <c:v>55.168799999999997</c:v>
                </c:pt>
                <c:pt idx="76">
                  <c:v>55.473599999999998</c:v>
                </c:pt>
                <c:pt idx="77">
                  <c:v>55.778399999999998</c:v>
                </c:pt>
                <c:pt idx="78">
                  <c:v>56.083199999999998</c:v>
                </c:pt>
                <c:pt idx="79">
                  <c:v>56.387999999999998</c:v>
                </c:pt>
                <c:pt idx="80">
                  <c:v>56.692799999999998</c:v>
                </c:pt>
                <c:pt idx="81">
                  <c:v>56.997599999999998</c:v>
                </c:pt>
                <c:pt idx="82">
                  <c:v>57.302399999999999</c:v>
                </c:pt>
                <c:pt idx="83">
                  <c:v>57.607199999999999</c:v>
                </c:pt>
                <c:pt idx="84">
                  <c:v>57.911999999999999</c:v>
                </c:pt>
                <c:pt idx="85">
                  <c:v>58.216799999999999</c:v>
                </c:pt>
                <c:pt idx="86">
                  <c:v>58.521599999999999</c:v>
                </c:pt>
                <c:pt idx="87">
                  <c:v>58.8264</c:v>
                </c:pt>
                <c:pt idx="88">
                  <c:v>59.1312</c:v>
                </c:pt>
                <c:pt idx="89">
                  <c:v>59.436</c:v>
                </c:pt>
                <c:pt idx="90">
                  <c:v>59.7408</c:v>
                </c:pt>
                <c:pt idx="91">
                  <c:v>60.0456</c:v>
                </c:pt>
                <c:pt idx="92">
                  <c:v>60.3504</c:v>
                </c:pt>
                <c:pt idx="93">
                  <c:v>60.655200000000001</c:v>
                </c:pt>
                <c:pt idx="94">
                  <c:v>60.96</c:v>
                </c:pt>
                <c:pt idx="95">
                  <c:v>61.264800000000001</c:v>
                </c:pt>
                <c:pt idx="96">
                  <c:v>61.569600000000001</c:v>
                </c:pt>
                <c:pt idx="97">
                  <c:v>61.874400000000001</c:v>
                </c:pt>
                <c:pt idx="98">
                  <c:v>62.179200000000002</c:v>
                </c:pt>
                <c:pt idx="99">
                  <c:v>62.484000000000002</c:v>
                </c:pt>
                <c:pt idx="100">
                  <c:v>62.788800000000002</c:v>
                </c:pt>
                <c:pt idx="101">
                  <c:v>63.093600000000002</c:v>
                </c:pt>
                <c:pt idx="102">
                  <c:v>63.398400000000002</c:v>
                </c:pt>
                <c:pt idx="103">
                  <c:v>63.703200000000002</c:v>
                </c:pt>
                <c:pt idx="104">
                  <c:v>64.007999999999996</c:v>
                </c:pt>
                <c:pt idx="105">
                  <c:v>64.312799999999996</c:v>
                </c:pt>
                <c:pt idx="106">
                  <c:v>64.617599999999996</c:v>
                </c:pt>
                <c:pt idx="107">
                  <c:v>64.922399999999996</c:v>
                </c:pt>
                <c:pt idx="108">
                  <c:v>65.227199999999996</c:v>
                </c:pt>
                <c:pt idx="109">
                  <c:v>65.531999999999996</c:v>
                </c:pt>
                <c:pt idx="110">
                  <c:v>65.836799999999997</c:v>
                </c:pt>
                <c:pt idx="111">
                  <c:v>66.141599999999997</c:v>
                </c:pt>
                <c:pt idx="112">
                  <c:v>66.446399999999997</c:v>
                </c:pt>
                <c:pt idx="113">
                  <c:v>66.751199999999997</c:v>
                </c:pt>
                <c:pt idx="114">
                  <c:v>67.055999999999997</c:v>
                </c:pt>
                <c:pt idx="115">
                  <c:v>67.360799999999998</c:v>
                </c:pt>
                <c:pt idx="116">
                  <c:v>67.665599999999998</c:v>
                </c:pt>
                <c:pt idx="117">
                  <c:v>67.970399999999998</c:v>
                </c:pt>
                <c:pt idx="118">
                  <c:v>68.275199999999998</c:v>
                </c:pt>
                <c:pt idx="119">
                  <c:v>68.58</c:v>
                </c:pt>
                <c:pt idx="120">
                  <c:v>68.884799999999998</c:v>
                </c:pt>
                <c:pt idx="121">
                  <c:v>69.189599999999999</c:v>
                </c:pt>
                <c:pt idx="122">
                  <c:v>69.494399999999999</c:v>
                </c:pt>
                <c:pt idx="123">
                  <c:v>69.799199999999999</c:v>
                </c:pt>
                <c:pt idx="124">
                  <c:v>70.103999999999999</c:v>
                </c:pt>
                <c:pt idx="125">
                  <c:v>70.408799999999999</c:v>
                </c:pt>
                <c:pt idx="126">
                  <c:v>70.7136</c:v>
                </c:pt>
                <c:pt idx="127">
                  <c:v>71.0184</c:v>
                </c:pt>
                <c:pt idx="128">
                  <c:v>71.3232</c:v>
                </c:pt>
                <c:pt idx="129">
                  <c:v>71.628</c:v>
                </c:pt>
                <c:pt idx="130">
                  <c:v>71.9328</c:v>
                </c:pt>
                <c:pt idx="131">
                  <c:v>72.2376</c:v>
                </c:pt>
                <c:pt idx="132">
                  <c:v>72.542400000000001</c:v>
                </c:pt>
                <c:pt idx="133">
                  <c:v>72.847200000000001</c:v>
                </c:pt>
                <c:pt idx="134">
                  <c:v>73.152000000000001</c:v>
                </c:pt>
                <c:pt idx="135">
                  <c:v>73.456800000000001</c:v>
                </c:pt>
                <c:pt idx="136">
                  <c:v>73.761600000000001</c:v>
                </c:pt>
                <c:pt idx="137">
                  <c:v>74.066400000000002</c:v>
                </c:pt>
                <c:pt idx="138">
                  <c:v>74.371200000000002</c:v>
                </c:pt>
                <c:pt idx="139">
                  <c:v>74.676000000000002</c:v>
                </c:pt>
                <c:pt idx="140">
                  <c:v>74.980800000000002</c:v>
                </c:pt>
                <c:pt idx="141">
                  <c:v>75.285600000000002</c:v>
                </c:pt>
                <c:pt idx="142">
                  <c:v>75.590400000000002</c:v>
                </c:pt>
                <c:pt idx="143">
                  <c:v>75.895200000000003</c:v>
                </c:pt>
                <c:pt idx="144">
                  <c:v>76.2</c:v>
                </c:pt>
                <c:pt idx="145">
                  <c:v>76.504800000000003</c:v>
                </c:pt>
                <c:pt idx="146">
                  <c:v>76.809600000000003</c:v>
                </c:pt>
                <c:pt idx="147">
                  <c:v>77.114400000000003</c:v>
                </c:pt>
                <c:pt idx="148">
                  <c:v>77.419200000000004</c:v>
                </c:pt>
                <c:pt idx="149">
                  <c:v>77.724000000000004</c:v>
                </c:pt>
                <c:pt idx="150">
                  <c:v>78.028800000000004</c:v>
                </c:pt>
                <c:pt idx="151">
                  <c:v>78.333600000000004</c:v>
                </c:pt>
                <c:pt idx="152">
                  <c:v>78.638400000000004</c:v>
                </c:pt>
                <c:pt idx="153">
                  <c:v>78.943200000000004</c:v>
                </c:pt>
                <c:pt idx="154">
                  <c:v>79.248000000000005</c:v>
                </c:pt>
                <c:pt idx="155">
                  <c:v>79.552800000000005</c:v>
                </c:pt>
                <c:pt idx="156">
                  <c:v>79.857600000000005</c:v>
                </c:pt>
                <c:pt idx="157">
                  <c:v>80.162400000000005</c:v>
                </c:pt>
                <c:pt idx="158">
                  <c:v>80.467200000000005</c:v>
                </c:pt>
                <c:pt idx="159">
                  <c:v>80.772000000000006</c:v>
                </c:pt>
                <c:pt idx="160">
                  <c:v>81.076800000000006</c:v>
                </c:pt>
                <c:pt idx="161">
                  <c:v>81.381600000000006</c:v>
                </c:pt>
                <c:pt idx="162">
                  <c:v>81.686400000000006</c:v>
                </c:pt>
                <c:pt idx="163">
                  <c:v>81.991200000000006</c:v>
                </c:pt>
                <c:pt idx="164">
                  <c:v>82.296000000000006</c:v>
                </c:pt>
                <c:pt idx="165">
                  <c:v>82.600800000000007</c:v>
                </c:pt>
                <c:pt idx="166">
                  <c:v>82.905600000000007</c:v>
                </c:pt>
                <c:pt idx="167">
                  <c:v>83.210400000000007</c:v>
                </c:pt>
                <c:pt idx="168">
                  <c:v>83.515199999999993</c:v>
                </c:pt>
                <c:pt idx="169">
                  <c:v>83.82</c:v>
                </c:pt>
                <c:pt idx="170">
                  <c:v>84.124799999999993</c:v>
                </c:pt>
                <c:pt idx="171">
                  <c:v>84.429599999999994</c:v>
                </c:pt>
                <c:pt idx="172">
                  <c:v>84.734399999999994</c:v>
                </c:pt>
                <c:pt idx="173">
                  <c:v>85.039199999999994</c:v>
                </c:pt>
                <c:pt idx="174">
                  <c:v>85.343999999999994</c:v>
                </c:pt>
                <c:pt idx="175">
                  <c:v>85.648799999999994</c:v>
                </c:pt>
                <c:pt idx="176">
                  <c:v>85.953599999999994</c:v>
                </c:pt>
                <c:pt idx="177">
                  <c:v>86.258399999999995</c:v>
                </c:pt>
                <c:pt idx="178">
                  <c:v>86.563199999999995</c:v>
                </c:pt>
                <c:pt idx="179">
                  <c:v>86.867999999999995</c:v>
                </c:pt>
                <c:pt idx="180">
                  <c:v>87.172799999999995</c:v>
                </c:pt>
                <c:pt idx="181">
                  <c:v>87.477599999999995</c:v>
                </c:pt>
                <c:pt idx="182">
                  <c:v>87.782399999999996</c:v>
                </c:pt>
                <c:pt idx="183">
                  <c:v>88.087199999999996</c:v>
                </c:pt>
                <c:pt idx="184">
                  <c:v>88.391999999999996</c:v>
                </c:pt>
                <c:pt idx="185">
                  <c:v>88.696799999999996</c:v>
                </c:pt>
                <c:pt idx="186">
                  <c:v>89.001599999999996</c:v>
                </c:pt>
                <c:pt idx="187">
                  <c:v>89.306399999999996</c:v>
                </c:pt>
                <c:pt idx="188">
                  <c:v>89.611199999999997</c:v>
                </c:pt>
                <c:pt idx="189">
                  <c:v>89.915999999999997</c:v>
                </c:pt>
                <c:pt idx="190">
                  <c:v>90.220799999999997</c:v>
                </c:pt>
                <c:pt idx="191">
                  <c:v>90.525599999999997</c:v>
                </c:pt>
                <c:pt idx="192">
                  <c:v>90.830399999999997</c:v>
                </c:pt>
                <c:pt idx="193">
                  <c:v>91.135199999999998</c:v>
                </c:pt>
                <c:pt idx="194">
                  <c:v>91.44</c:v>
                </c:pt>
                <c:pt idx="195">
                  <c:v>91.744799999999998</c:v>
                </c:pt>
                <c:pt idx="196">
                  <c:v>92.049599999999998</c:v>
                </c:pt>
                <c:pt idx="197">
                  <c:v>92.354399999999998</c:v>
                </c:pt>
                <c:pt idx="198">
                  <c:v>92.659199999999998</c:v>
                </c:pt>
                <c:pt idx="199">
                  <c:v>92.963999999999999</c:v>
                </c:pt>
                <c:pt idx="200">
                  <c:v>93.268799999999999</c:v>
                </c:pt>
                <c:pt idx="201">
                  <c:v>93.573599999999999</c:v>
                </c:pt>
                <c:pt idx="202">
                  <c:v>93.878399999999999</c:v>
                </c:pt>
                <c:pt idx="203">
                  <c:v>94.183199999999999</c:v>
                </c:pt>
                <c:pt idx="204">
                  <c:v>94.488</c:v>
                </c:pt>
                <c:pt idx="205">
                  <c:v>94.7928</c:v>
                </c:pt>
                <c:pt idx="206">
                  <c:v>95.0976</c:v>
                </c:pt>
                <c:pt idx="207">
                  <c:v>95.4024</c:v>
                </c:pt>
                <c:pt idx="208">
                  <c:v>95.7072</c:v>
                </c:pt>
                <c:pt idx="209">
                  <c:v>96.012</c:v>
                </c:pt>
                <c:pt idx="210">
                  <c:v>96.316800000000001</c:v>
                </c:pt>
                <c:pt idx="211">
                  <c:v>96.621600000000001</c:v>
                </c:pt>
                <c:pt idx="212">
                  <c:v>96.926400000000001</c:v>
                </c:pt>
                <c:pt idx="213">
                  <c:v>97.231200000000001</c:v>
                </c:pt>
                <c:pt idx="214">
                  <c:v>97.536000000000001</c:v>
                </c:pt>
                <c:pt idx="215">
                  <c:v>97.840800000000002</c:v>
                </c:pt>
                <c:pt idx="216">
                  <c:v>98.145600000000002</c:v>
                </c:pt>
                <c:pt idx="217">
                  <c:v>98.450400000000002</c:v>
                </c:pt>
                <c:pt idx="218">
                  <c:v>98.755200000000002</c:v>
                </c:pt>
                <c:pt idx="219">
                  <c:v>99.06</c:v>
                </c:pt>
                <c:pt idx="220">
                  <c:v>99.364800000000002</c:v>
                </c:pt>
                <c:pt idx="221">
                  <c:v>99.669600000000003</c:v>
                </c:pt>
                <c:pt idx="222">
                  <c:v>99.974400000000003</c:v>
                </c:pt>
                <c:pt idx="223">
                  <c:v>100.2792</c:v>
                </c:pt>
                <c:pt idx="224">
                  <c:v>100.584</c:v>
                </c:pt>
                <c:pt idx="225">
                  <c:v>100.8888</c:v>
                </c:pt>
                <c:pt idx="226">
                  <c:v>101.1936</c:v>
                </c:pt>
                <c:pt idx="227">
                  <c:v>101.4984</c:v>
                </c:pt>
                <c:pt idx="228">
                  <c:v>101.8032</c:v>
                </c:pt>
                <c:pt idx="229">
                  <c:v>102.108</c:v>
                </c:pt>
                <c:pt idx="230">
                  <c:v>102.4128</c:v>
                </c:pt>
                <c:pt idx="231">
                  <c:v>102.7176</c:v>
                </c:pt>
                <c:pt idx="232">
                  <c:v>103.0224</c:v>
                </c:pt>
                <c:pt idx="233">
                  <c:v>103.3272</c:v>
                </c:pt>
                <c:pt idx="234">
                  <c:v>103.63200000000001</c:v>
                </c:pt>
                <c:pt idx="235">
                  <c:v>103.93680000000001</c:v>
                </c:pt>
                <c:pt idx="236">
                  <c:v>104.24160000000001</c:v>
                </c:pt>
                <c:pt idx="237">
                  <c:v>104.54640000000001</c:v>
                </c:pt>
                <c:pt idx="238">
                  <c:v>104.85120000000001</c:v>
                </c:pt>
                <c:pt idx="239">
                  <c:v>105.15600000000001</c:v>
                </c:pt>
                <c:pt idx="240">
                  <c:v>105.46080000000001</c:v>
                </c:pt>
                <c:pt idx="241">
                  <c:v>105.76560000000001</c:v>
                </c:pt>
                <c:pt idx="242">
                  <c:v>106.07040000000001</c:v>
                </c:pt>
                <c:pt idx="243">
                  <c:v>106.37520000000001</c:v>
                </c:pt>
                <c:pt idx="244">
                  <c:v>106.68</c:v>
                </c:pt>
                <c:pt idx="245">
                  <c:v>106.98480000000001</c:v>
                </c:pt>
                <c:pt idx="246">
                  <c:v>107.28959999999999</c:v>
                </c:pt>
                <c:pt idx="247">
                  <c:v>107.59439999999999</c:v>
                </c:pt>
                <c:pt idx="248">
                  <c:v>107.89919999999999</c:v>
                </c:pt>
                <c:pt idx="249">
                  <c:v>108.20399999999999</c:v>
                </c:pt>
                <c:pt idx="250">
                  <c:v>108.50879999999999</c:v>
                </c:pt>
                <c:pt idx="251">
                  <c:v>108.81359999999999</c:v>
                </c:pt>
                <c:pt idx="252">
                  <c:v>109.11839999999999</c:v>
                </c:pt>
                <c:pt idx="253">
                  <c:v>109.42319999999999</c:v>
                </c:pt>
                <c:pt idx="254">
                  <c:v>109.72799999999999</c:v>
                </c:pt>
                <c:pt idx="255">
                  <c:v>110.03279999999999</c:v>
                </c:pt>
                <c:pt idx="256">
                  <c:v>110.33759999999999</c:v>
                </c:pt>
                <c:pt idx="257">
                  <c:v>110.64239999999999</c:v>
                </c:pt>
                <c:pt idx="258">
                  <c:v>110.9472</c:v>
                </c:pt>
                <c:pt idx="259">
                  <c:v>111.252</c:v>
                </c:pt>
                <c:pt idx="260">
                  <c:v>111.5568</c:v>
                </c:pt>
                <c:pt idx="261">
                  <c:v>111.8616</c:v>
                </c:pt>
                <c:pt idx="262">
                  <c:v>112.1664</c:v>
                </c:pt>
                <c:pt idx="263">
                  <c:v>112.4712</c:v>
                </c:pt>
                <c:pt idx="264">
                  <c:v>112.776</c:v>
                </c:pt>
                <c:pt idx="265">
                  <c:v>113.0808</c:v>
                </c:pt>
                <c:pt idx="266">
                  <c:v>113.3856</c:v>
                </c:pt>
                <c:pt idx="267">
                  <c:v>113.6904</c:v>
                </c:pt>
                <c:pt idx="268">
                  <c:v>113.9952</c:v>
                </c:pt>
                <c:pt idx="269">
                  <c:v>114.3</c:v>
                </c:pt>
                <c:pt idx="270">
                  <c:v>114.6048</c:v>
                </c:pt>
                <c:pt idx="271">
                  <c:v>114.9096</c:v>
                </c:pt>
                <c:pt idx="272">
                  <c:v>115.2144</c:v>
                </c:pt>
                <c:pt idx="273">
                  <c:v>115.5192</c:v>
                </c:pt>
                <c:pt idx="274">
                  <c:v>115.824</c:v>
                </c:pt>
                <c:pt idx="275">
                  <c:v>116.1288</c:v>
                </c:pt>
                <c:pt idx="276">
                  <c:v>116.4336</c:v>
                </c:pt>
                <c:pt idx="277">
                  <c:v>116.7384</c:v>
                </c:pt>
                <c:pt idx="278">
                  <c:v>117.0432</c:v>
                </c:pt>
                <c:pt idx="279">
                  <c:v>117.348</c:v>
                </c:pt>
                <c:pt idx="280">
                  <c:v>117.6528</c:v>
                </c:pt>
                <c:pt idx="281">
                  <c:v>117.9576</c:v>
                </c:pt>
                <c:pt idx="282">
                  <c:v>118.2624</c:v>
                </c:pt>
                <c:pt idx="283">
                  <c:v>118.5672</c:v>
                </c:pt>
                <c:pt idx="284">
                  <c:v>118.872</c:v>
                </c:pt>
                <c:pt idx="285">
                  <c:v>119.1768</c:v>
                </c:pt>
                <c:pt idx="286">
                  <c:v>119.4816</c:v>
                </c:pt>
                <c:pt idx="287">
                  <c:v>119.7864</c:v>
                </c:pt>
                <c:pt idx="288">
                  <c:v>120.0912</c:v>
                </c:pt>
                <c:pt idx="289">
                  <c:v>120.396</c:v>
                </c:pt>
                <c:pt idx="290">
                  <c:v>120.7008</c:v>
                </c:pt>
                <c:pt idx="291">
                  <c:v>121.0056</c:v>
                </c:pt>
                <c:pt idx="292">
                  <c:v>121.3104</c:v>
                </c:pt>
                <c:pt idx="293">
                  <c:v>121.6152</c:v>
                </c:pt>
                <c:pt idx="294">
                  <c:v>121.92</c:v>
                </c:pt>
                <c:pt idx="295">
                  <c:v>122.2248</c:v>
                </c:pt>
                <c:pt idx="296">
                  <c:v>122.5296</c:v>
                </c:pt>
                <c:pt idx="297">
                  <c:v>122.8344</c:v>
                </c:pt>
                <c:pt idx="298">
                  <c:v>123.1392</c:v>
                </c:pt>
                <c:pt idx="299">
                  <c:v>123.444</c:v>
                </c:pt>
                <c:pt idx="300">
                  <c:v>123.7488</c:v>
                </c:pt>
                <c:pt idx="301">
                  <c:v>124.0536</c:v>
                </c:pt>
                <c:pt idx="302">
                  <c:v>124.3584</c:v>
                </c:pt>
                <c:pt idx="303">
                  <c:v>124.6632</c:v>
                </c:pt>
                <c:pt idx="304">
                  <c:v>124.968</c:v>
                </c:pt>
                <c:pt idx="305">
                  <c:v>125.2728</c:v>
                </c:pt>
                <c:pt idx="306">
                  <c:v>125.5776</c:v>
                </c:pt>
                <c:pt idx="307">
                  <c:v>125.8824</c:v>
                </c:pt>
                <c:pt idx="308">
                  <c:v>126.1872</c:v>
                </c:pt>
                <c:pt idx="309">
                  <c:v>126.492</c:v>
                </c:pt>
                <c:pt idx="310">
                  <c:v>126.7968</c:v>
                </c:pt>
                <c:pt idx="311">
                  <c:v>127.1016</c:v>
                </c:pt>
                <c:pt idx="312">
                  <c:v>127.4064</c:v>
                </c:pt>
                <c:pt idx="313">
                  <c:v>127.71120000000001</c:v>
                </c:pt>
                <c:pt idx="314">
                  <c:v>128.01599999999999</c:v>
                </c:pt>
                <c:pt idx="315">
                  <c:v>128.32079999999999</c:v>
                </c:pt>
                <c:pt idx="316">
                  <c:v>128.62559999999999</c:v>
                </c:pt>
                <c:pt idx="317">
                  <c:v>128.93039999999999</c:v>
                </c:pt>
                <c:pt idx="318">
                  <c:v>129.23519999999999</c:v>
                </c:pt>
                <c:pt idx="319">
                  <c:v>129.54</c:v>
                </c:pt>
                <c:pt idx="320">
                  <c:v>129.84479999999999</c:v>
                </c:pt>
                <c:pt idx="321">
                  <c:v>130.14959999999999</c:v>
                </c:pt>
                <c:pt idx="322">
                  <c:v>130.45439999999999</c:v>
                </c:pt>
                <c:pt idx="323">
                  <c:v>130.75919999999999</c:v>
                </c:pt>
                <c:pt idx="324">
                  <c:v>131.06399999999999</c:v>
                </c:pt>
                <c:pt idx="325">
                  <c:v>131.36879999999999</c:v>
                </c:pt>
                <c:pt idx="326">
                  <c:v>131.67359999999999</c:v>
                </c:pt>
                <c:pt idx="327">
                  <c:v>131.97839999999999</c:v>
                </c:pt>
                <c:pt idx="328">
                  <c:v>132.28319999999999</c:v>
                </c:pt>
                <c:pt idx="329">
                  <c:v>132.58799999999999</c:v>
                </c:pt>
                <c:pt idx="330">
                  <c:v>132.89279999999999</c:v>
                </c:pt>
                <c:pt idx="331">
                  <c:v>133.19759999999999</c:v>
                </c:pt>
                <c:pt idx="332">
                  <c:v>133.50239999999999</c:v>
                </c:pt>
                <c:pt idx="333">
                  <c:v>133.80719999999999</c:v>
                </c:pt>
                <c:pt idx="334">
                  <c:v>134.11199999999999</c:v>
                </c:pt>
                <c:pt idx="335">
                  <c:v>134.41679999999999</c:v>
                </c:pt>
                <c:pt idx="336">
                  <c:v>134.7216</c:v>
                </c:pt>
                <c:pt idx="337">
                  <c:v>135.0264</c:v>
                </c:pt>
                <c:pt idx="338">
                  <c:v>135.3312</c:v>
                </c:pt>
                <c:pt idx="339">
                  <c:v>135.636</c:v>
                </c:pt>
                <c:pt idx="340">
                  <c:v>135.9408</c:v>
                </c:pt>
                <c:pt idx="341">
                  <c:v>136.2456</c:v>
                </c:pt>
                <c:pt idx="342">
                  <c:v>136.5504</c:v>
                </c:pt>
                <c:pt idx="343">
                  <c:v>136.8552</c:v>
                </c:pt>
                <c:pt idx="344">
                  <c:v>137.16</c:v>
                </c:pt>
                <c:pt idx="345">
                  <c:v>137.4648</c:v>
                </c:pt>
                <c:pt idx="346">
                  <c:v>137.7696</c:v>
                </c:pt>
                <c:pt idx="347">
                  <c:v>138.0744</c:v>
                </c:pt>
                <c:pt idx="348">
                  <c:v>138.3792</c:v>
                </c:pt>
                <c:pt idx="349">
                  <c:v>138.684</c:v>
                </c:pt>
                <c:pt idx="350">
                  <c:v>138.9888</c:v>
                </c:pt>
                <c:pt idx="351">
                  <c:v>139.2936</c:v>
                </c:pt>
                <c:pt idx="352">
                  <c:v>139.5984</c:v>
                </c:pt>
                <c:pt idx="353">
                  <c:v>139.9032</c:v>
                </c:pt>
                <c:pt idx="354">
                  <c:v>140.208</c:v>
                </c:pt>
                <c:pt idx="355">
                  <c:v>140.5128</c:v>
                </c:pt>
                <c:pt idx="356">
                  <c:v>140.8176</c:v>
                </c:pt>
                <c:pt idx="357">
                  <c:v>141.1224</c:v>
                </c:pt>
                <c:pt idx="358">
                  <c:v>141.4272</c:v>
                </c:pt>
                <c:pt idx="359">
                  <c:v>141.732</c:v>
                </c:pt>
                <c:pt idx="360">
                  <c:v>142.0368</c:v>
                </c:pt>
                <c:pt idx="361">
                  <c:v>142.3416</c:v>
                </c:pt>
                <c:pt idx="362">
                  <c:v>142.6464</c:v>
                </c:pt>
                <c:pt idx="363">
                  <c:v>142.9512</c:v>
                </c:pt>
                <c:pt idx="364">
                  <c:v>143.256</c:v>
                </c:pt>
                <c:pt idx="365">
                  <c:v>143.5608</c:v>
                </c:pt>
                <c:pt idx="366">
                  <c:v>143.8656</c:v>
                </c:pt>
                <c:pt idx="367">
                  <c:v>144.1704</c:v>
                </c:pt>
                <c:pt idx="368">
                  <c:v>144.4752</c:v>
                </c:pt>
                <c:pt idx="369">
                  <c:v>144.78</c:v>
                </c:pt>
                <c:pt idx="370">
                  <c:v>145.0848</c:v>
                </c:pt>
                <c:pt idx="371">
                  <c:v>145.3896</c:v>
                </c:pt>
                <c:pt idx="372">
                  <c:v>145.6944</c:v>
                </c:pt>
                <c:pt idx="373">
                  <c:v>145.9992</c:v>
                </c:pt>
                <c:pt idx="374">
                  <c:v>146.304</c:v>
                </c:pt>
                <c:pt idx="375">
                  <c:v>146.6088</c:v>
                </c:pt>
                <c:pt idx="376">
                  <c:v>146.9136</c:v>
                </c:pt>
                <c:pt idx="377">
                  <c:v>147.2184</c:v>
                </c:pt>
                <c:pt idx="378">
                  <c:v>147.5232</c:v>
                </c:pt>
                <c:pt idx="379">
                  <c:v>147.828</c:v>
                </c:pt>
                <c:pt idx="380">
                  <c:v>148.1328</c:v>
                </c:pt>
                <c:pt idx="381">
                  <c:v>148.4376</c:v>
                </c:pt>
                <c:pt idx="382">
                  <c:v>148.7424</c:v>
                </c:pt>
                <c:pt idx="383">
                  <c:v>149.0472</c:v>
                </c:pt>
                <c:pt idx="384">
                  <c:v>149.352</c:v>
                </c:pt>
                <c:pt idx="385">
                  <c:v>149.6568</c:v>
                </c:pt>
                <c:pt idx="386">
                  <c:v>149.9616</c:v>
                </c:pt>
                <c:pt idx="387">
                  <c:v>150.2664</c:v>
                </c:pt>
                <c:pt idx="388">
                  <c:v>150.5712</c:v>
                </c:pt>
                <c:pt idx="389">
                  <c:v>150.876</c:v>
                </c:pt>
                <c:pt idx="390">
                  <c:v>151.1808</c:v>
                </c:pt>
                <c:pt idx="391">
                  <c:v>151.48560000000001</c:v>
                </c:pt>
                <c:pt idx="392">
                  <c:v>151.79040000000001</c:v>
                </c:pt>
                <c:pt idx="393">
                  <c:v>152.09520000000001</c:v>
                </c:pt>
                <c:pt idx="394">
                  <c:v>152.4</c:v>
                </c:pt>
                <c:pt idx="395">
                  <c:v>152.70480000000001</c:v>
                </c:pt>
                <c:pt idx="396">
                  <c:v>153.00960000000001</c:v>
                </c:pt>
                <c:pt idx="397">
                  <c:v>153.31440000000001</c:v>
                </c:pt>
                <c:pt idx="398">
                  <c:v>153.61920000000001</c:v>
                </c:pt>
                <c:pt idx="399">
                  <c:v>153.92400000000001</c:v>
                </c:pt>
                <c:pt idx="400">
                  <c:v>154.22880000000001</c:v>
                </c:pt>
                <c:pt idx="401">
                  <c:v>154.53360000000001</c:v>
                </c:pt>
                <c:pt idx="402">
                  <c:v>154.83840000000001</c:v>
                </c:pt>
                <c:pt idx="403">
                  <c:v>155.14320000000001</c:v>
                </c:pt>
                <c:pt idx="404">
                  <c:v>155.44800000000001</c:v>
                </c:pt>
                <c:pt idx="405">
                  <c:v>155.75280000000001</c:v>
                </c:pt>
                <c:pt idx="406">
                  <c:v>156.05760000000001</c:v>
                </c:pt>
                <c:pt idx="407">
                  <c:v>156.36240000000001</c:v>
                </c:pt>
                <c:pt idx="408">
                  <c:v>156.66720000000001</c:v>
                </c:pt>
                <c:pt idx="409">
                  <c:v>156.97200000000001</c:v>
                </c:pt>
                <c:pt idx="410">
                  <c:v>157.27680000000001</c:v>
                </c:pt>
                <c:pt idx="411">
                  <c:v>157.58160000000001</c:v>
                </c:pt>
                <c:pt idx="412">
                  <c:v>157.88640000000001</c:v>
                </c:pt>
                <c:pt idx="413">
                  <c:v>158.19120000000001</c:v>
                </c:pt>
                <c:pt idx="414">
                  <c:v>158.49600000000001</c:v>
                </c:pt>
                <c:pt idx="415">
                  <c:v>158.80080000000001</c:v>
                </c:pt>
                <c:pt idx="416">
                  <c:v>159.10560000000001</c:v>
                </c:pt>
                <c:pt idx="417">
                  <c:v>159.41040000000001</c:v>
                </c:pt>
                <c:pt idx="418">
                  <c:v>159.71520000000001</c:v>
                </c:pt>
                <c:pt idx="419">
                  <c:v>160.02000000000001</c:v>
                </c:pt>
                <c:pt idx="420">
                  <c:v>160.32480000000001</c:v>
                </c:pt>
                <c:pt idx="421">
                  <c:v>160.62960000000001</c:v>
                </c:pt>
                <c:pt idx="422">
                  <c:v>160.93440000000001</c:v>
                </c:pt>
                <c:pt idx="423">
                  <c:v>161.23920000000001</c:v>
                </c:pt>
                <c:pt idx="424">
                  <c:v>161.54400000000001</c:v>
                </c:pt>
                <c:pt idx="425">
                  <c:v>161.84880000000001</c:v>
                </c:pt>
                <c:pt idx="426">
                  <c:v>162.15360000000001</c:v>
                </c:pt>
                <c:pt idx="427">
                  <c:v>162.45840000000001</c:v>
                </c:pt>
                <c:pt idx="428">
                  <c:v>162.76320000000001</c:v>
                </c:pt>
                <c:pt idx="429">
                  <c:v>163.06800000000001</c:v>
                </c:pt>
                <c:pt idx="430">
                  <c:v>163.37280000000001</c:v>
                </c:pt>
                <c:pt idx="431">
                  <c:v>163.67760000000001</c:v>
                </c:pt>
                <c:pt idx="432">
                  <c:v>163.98240000000001</c:v>
                </c:pt>
                <c:pt idx="433">
                  <c:v>164.28720000000001</c:v>
                </c:pt>
                <c:pt idx="434">
                  <c:v>164.59200000000001</c:v>
                </c:pt>
                <c:pt idx="435">
                  <c:v>164.89680000000001</c:v>
                </c:pt>
                <c:pt idx="436">
                  <c:v>165.20160000000001</c:v>
                </c:pt>
                <c:pt idx="437">
                  <c:v>165.50640000000001</c:v>
                </c:pt>
                <c:pt idx="438">
                  <c:v>165.81120000000001</c:v>
                </c:pt>
                <c:pt idx="439">
                  <c:v>166.11600000000001</c:v>
                </c:pt>
                <c:pt idx="440">
                  <c:v>166.42080000000001</c:v>
                </c:pt>
                <c:pt idx="441">
                  <c:v>166.72559999999999</c:v>
                </c:pt>
                <c:pt idx="442">
                  <c:v>167.03039999999999</c:v>
                </c:pt>
                <c:pt idx="443">
                  <c:v>167.33519999999999</c:v>
                </c:pt>
                <c:pt idx="444">
                  <c:v>167.64</c:v>
                </c:pt>
                <c:pt idx="445">
                  <c:v>167.94479999999999</c:v>
                </c:pt>
                <c:pt idx="446">
                  <c:v>168.24959999999999</c:v>
                </c:pt>
                <c:pt idx="447">
                  <c:v>168.55439999999999</c:v>
                </c:pt>
                <c:pt idx="448">
                  <c:v>168.85919999999999</c:v>
                </c:pt>
                <c:pt idx="449">
                  <c:v>169.16399999999999</c:v>
                </c:pt>
                <c:pt idx="450">
                  <c:v>169.46879999999999</c:v>
                </c:pt>
                <c:pt idx="451">
                  <c:v>169.77359999999999</c:v>
                </c:pt>
                <c:pt idx="452">
                  <c:v>170.07839999999999</c:v>
                </c:pt>
                <c:pt idx="453">
                  <c:v>170.38319999999999</c:v>
                </c:pt>
                <c:pt idx="454">
                  <c:v>170.68799999999999</c:v>
                </c:pt>
                <c:pt idx="455">
                  <c:v>170.99279999999999</c:v>
                </c:pt>
                <c:pt idx="456">
                  <c:v>171.29759999999999</c:v>
                </c:pt>
                <c:pt idx="457">
                  <c:v>171.60239999999999</c:v>
                </c:pt>
                <c:pt idx="458">
                  <c:v>171.90719999999999</c:v>
                </c:pt>
                <c:pt idx="459">
                  <c:v>172.21199999999999</c:v>
                </c:pt>
                <c:pt idx="460">
                  <c:v>172.51679999999999</c:v>
                </c:pt>
                <c:pt idx="461">
                  <c:v>172.82159999999999</c:v>
                </c:pt>
                <c:pt idx="462">
                  <c:v>173.12639999999999</c:v>
                </c:pt>
                <c:pt idx="463">
                  <c:v>173.43119999999999</c:v>
                </c:pt>
                <c:pt idx="464">
                  <c:v>173.73599999999999</c:v>
                </c:pt>
                <c:pt idx="465">
                  <c:v>174.04079999999999</c:v>
                </c:pt>
                <c:pt idx="466">
                  <c:v>174.34559999999999</c:v>
                </c:pt>
                <c:pt idx="467">
                  <c:v>174.65039999999999</c:v>
                </c:pt>
                <c:pt idx="468">
                  <c:v>174.95519999999999</c:v>
                </c:pt>
                <c:pt idx="469">
                  <c:v>175.26</c:v>
                </c:pt>
                <c:pt idx="470">
                  <c:v>175.56479999999999</c:v>
                </c:pt>
                <c:pt idx="471">
                  <c:v>175.86959999999999</c:v>
                </c:pt>
                <c:pt idx="472">
                  <c:v>176.17439999999999</c:v>
                </c:pt>
                <c:pt idx="473">
                  <c:v>176.47919999999999</c:v>
                </c:pt>
                <c:pt idx="474">
                  <c:v>176.78399999999999</c:v>
                </c:pt>
                <c:pt idx="475">
                  <c:v>177.08879999999999</c:v>
                </c:pt>
                <c:pt idx="476">
                  <c:v>177.39359999999999</c:v>
                </c:pt>
                <c:pt idx="477">
                  <c:v>177.69839999999999</c:v>
                </c:pt>
                <c:pt idx="478">
                  <c:v>178.00319999999999</c:v>
                </c:pt>
                <c:pt idx="479">
                  <c:v>178.30799999999999</c:v>
                </c:pt>
                <c:pt idx="480">
                  <c:v>178.61279999999999</c:v>
                </c:pt>
                <c:pt idx="481">
                  <c:v>178.91759999999999</c:v>
                </c:pt>
                <c:pt idx="482">
                  <c:v>179.22239999999999</c:v>
                </c:pt>
                <c:pt idx="483">
                  <c:v>179.52719999999999</c:v>
                </c:pt>
                <c:pt idx="484">
                  <c:v>179.83199999999999</c:v>
                </c:pt>
                <c:pt idx="485">
                  <c:v>180.13679999999999</c:v>
                </c:pt>
                <c:pt idx="486">
                  <c:v>180.44159999999999</c:v>
                </c:pt>
                <c:pt idx="487">
                  <c:v>180.74639999999999</c:v>
                </c:pt>
                <c:pt idx="488">
                  <c:v>181.05119999999999</c:v>
                </c:pt>
                <c:pt idx="489">
                  <c:v>181.35599999999999</c:v>
                </c:pt>
                <c:pt idx="490">
                  <c:v>181.66079999999999</c:v>
                </c:pt>
                <c:pt idx="491">
                  <c:v>181.96559999999999</c:v>
                </c:pt>
                <c:pt idx="492">
                  <c:v>182.2704</c:v>
                </c:pt>
                <c:pt idx="493">
                  <c:v>182.5752</c:v>
                </c:pt>
                <c:pt idx="494">
                  <c:v>182.88</c:v>
                </c:pt>
                <c:pt idx="495">
                  <c:v>183.1848</c:v>
                </c:pt>
                <c:pt idx="496">
                  <c:v>183.4896</c:v>
                </c:pt>
                <c:pt idx="497">
                  <c:v>183.7944</c:v>
                </c:pt>
                <c:pt idx="498">
                  <c:v>184.0992</c:v>
                </c:pt>
                <c:pt idx="499">
                  <c:v>184.404</c:v>
                </c:pt>
                <c:pt idx="500">
                  <c:v>184.7088</c:v>
                </c:pt>
                <c:pt idx="501">
                  <c:v>185.0136</c:v>
                </c:pt>
                <c:pt idx="502">
                  <c:v>185.3184</c:v>
                </c:pt>
                <c:pt idx="503">
                  <c:v>185.6232</c:v>
                </c:pt>
                <c:pt idx="504">
                  <c:v>185.928</c:v>
                </c:pt>
                <c:pt idx="505">
                  <c:v>186.2328</c:v>
                </c:pt>
                <c:pt idx="506">
                  <c:v>186.5376</c:v>
                </c:pt>
                <c:pt idx="507">
                  <c:v>186.8424</c:v>
                </c:pt>
                <c:pt idx="508">
                  <c:v>187.1472</c:v>
                </c:pt>
                <c:pt idx="509">
                  <c:v>187.452</c:v>
                </c:pt>
                <c:pt idx="510">
                  <c:v>187.7568</c:v>
                </c:pt>
                <c:pt idx="511">
                  <c:v>188.0616</c:v>
                </c:pt>
                <c:pt idx="512">
                  <c:v>188.3664</c:v>
                </c:pt>
                <c:pt idx="513">
                  <c:v>188.6712</c:v>
                </c:pt>
                <c:pt idx="514">
                  <c:v>188.976</c:v>
                </c:pt>
                <c:pt idx="515">
                  <c:v>189.2808</c:v>
                </c:pt>
                <c:pt idx="516">
                  <c:v>189.5856</c:v>
                </c:pt>
                <c:pt idx="517">
                  <c:v>189.8904</c:v>
                </c:pt>
                <c:pt idx="518">
                  <c:v>190.1952</c:v>
                </c:pt>
                <c:pt idx="519">
                  <c:v>190.5</c:v>
                </c:pt>
                <c:pt idx="520">
                  <c:v>190.8048</c:v>
                </c:pt>
                <c:pt idx="521">
                  <c:v>191.1096</c:v>
                </c:pt>
                <c:pt idx="522">
                  <c:v>191.4144</c:v>
                </c:pt>
                <c:pt idx="523">
                  <c:v>191.7192</c:v>
                </c:pt>
                <c:pt idx="524">
                  <c:v>192.024</c:v>
                </c:pt>
                <c:pt idx="525">
                  <c:v>192.3288</c:v>
                </c:pt>
                <c:pt idx="526">
                  <c:v>192.6336</c:v>
                </c:pt>
                <c:pt idx="527">
                  <c:v>192.9384</c:v>
                </c:pt>
                <c:pt idx="528">
                  <c:v>193.2432</c:v>
                </c:pt>
                <c:pt idx="529">
                  <c:v>193.548</c:v>
                </c:pt>
                <c:pt idx="530">
                  <c:v>193.8528</c:v>
                </c:pt>
                <c:pt idx="531">
                  <c:v>194.1576</c:v>
                </c:pt>
                <c:pt idx="532">
                  <c:v>194.4624</c:v>
                </c:pt>
                <c:pt idx="533">
                  <c:v>194.7672</c:v>
                </c:pt>
                <c:pt idx="534">
                  <c:v>195.072</c:v>
                </c:pt>
                <c:pt idx="535">
                  <c:v>195.3768</c:v>
                </c:pt>
                <c:pt idx="536">
                  <c:v>195.6816</c:v>
                </c:pt>
                <c:pt idx="537">
                  <c:v>195.9864</c:v>
                </c:pt>
                <c:pt idx="538">
                  <c:v>196.2912</c:v>
                </c:pt>
                <c:pt idx="539">
                  <c:v>196.596</c:v>
                </c:pt>
                <c:pt idx="540">
                  <c:v>196.9008</c:v>
                </c:pt>
                <c:pt idx="541">
                  <c:v>197.2056</c:v>
                </c:pt>
                <c:pt idx="542">
                  <c:v>197.5104</c:v>
                </c:pt>
                <c:pt idx="543">
                  <c:v>197.8152</c:v>
                </c:pt>
                <c:pt idx="544">
                  <c:v>198.12</c:v>
                </c:pt>
                <c:pt idx="545">
                  <c:v>198.4248</c:v>
                </c:pt>
                <c:pt idx="546">
                  <c:v>198.7296</c:v>
                </c:pt>
                <c:pt idx="547">
                  <c:v>199.03440000000001</c:v>
                </c:pt>
                <c:pt idx="548">
                  <c:v>199.33920000000001</c:v>
                </c:pt>
                <c:pt idx="549">
                  <c:v>199.64400000000001</c:v>
                </c:pt>
                <c:pt idx="550">
                  <c:v>199.94880000000001</c:v>
                </c:pt>
                <c:pt idx="551">
                  <c:v>200.25360000000001</c:v>
                </c:pt>
                <c:pt idx="552">
                  <c:v>200.55840000000001</c:v>
                </c:pt>
                <c:pt idx="553">
                  <c:v>200.86320000000001</c:v>
                </c:pt>
                <c:pt idx="554">
                  <c:v>201.16800000000001</c:v>
                </c:pt>
                <c:pt idx="555">
                  <c:v>201.47280000000001</c:v>
                </c:pt>
                <c:pt idx="556">
                  <c:v>201.77760000000001</c:v>
                </c:pt>
                <c:pt idx="557">
                  <c:v>202.08240000000001</c:v>
                </c:pt>
                <c:pt idx="558">
                  <c:v>202.38720000000001</c:v>
                </c:pt>
                <c:pt idx="559">
                  <c:v>202.69200000000001</c:v>
                </c:pt>
                <c:pt idx="560">
                  <c:v>202.99680000000001</c:v>
                </c:pt>
                <c:pt idx="561">
                  <c:v>203.30160000000001</c:v>
                </c:pt>
                <c:pt idx="562">
                  <c:v>203.60640000000001</c:v>
                </c:pt>
                <c:pt idx="563">
                  <c:v>203.91120000000001</c:v>
                </c:pt>
                <c:pt idx="564">
                  <c:v>204.21600000000001</c:v>
                </c:pt>
                <c:pt idx="565">
                  <c:v>204.52080000000001</c:v>
                </c:pt>
                <c:pt idx="566">
                  <c:v>204.82560000000001</c:v>
                </c:pt>
                <c:pt idx="567">
                  <c:v>205.13040000000001</c:v>
                </c:pt>
                <c:pt idx="568">
                  <c:v>205.43520000000001</c:v>
                </c:pt>
                <c:pt idx="569">
                  <c:v>205.74</c:v>
                </c:pt>
                <c:pt idx="570">
                  <c:v>206.04480000000001</c:v>
                </c:pt>
                <c:pt idx="571">
                  <c:v>206.34960000000001</c:v>
                </c:pt>
                <c:pt idx="572">
                  <c:v>206.65440000000001</c:v>
                </c:pt>
                <c:pt idx="573">
                  <c:v>206.95920000000001</c:v>
                </c:pt>
                <c:pt idx="574">
                  <c:v>207.26400000000001</c:v>
                </c:pt>
                <c:pt idx="575">
                  <c:v>207.56880000000001</c:v>
                </c:pt>
                <c:pt idx="576">
                  <c:v>207.87360000000001</c:v>
                </c:pt>
                <c:pt idx="577">
                  <c:v>208.17840000000001</c:v>
                </c:pt>
                <c:pt idx="578">
                  <c:v>208.48320000000001</c:v>
                </c:pt>
                <c:pt idx="579">
                  <c:v>208.78800000000001</c:v>
                </c:pt>
                <c:pt idx="580">
                  <c:v>209.09280000000001</c:v>
                </c:pt>
                <c:pt idx="581">
                  <c:v>209.39760000000001</c:v>
                </c:pt>
                <c:pt idx="582">
                  <c:v>209.70240000000001</c:v>
                </c:pt>
                <c:pt idx="583">
                  <c:v>210.00720000000001</c:v>
                </c:pt>
                <c:pt idx="584">
                  <c:v>210.31200000000001</c:v>
                </c:pt>
                <c:pt idx="585">
                  <c:v>210.61680000000001</c:v>
                </c:pt>
                <c:pt idx="586">
                  <c:v>210.92160000000001</c:v>
                </c:pt>
                <c:pt idx="587">
                  <c:v>211.22640000000001</c:v>
                </c:pt>
                <c:pt idx="588">
                  <c:v>211.53120000000001</c:v>
                </c:pt>
                <c:pt idx="589">
                  <c:v>211.83600000000001</c:v>
                </c:pt>
                <c:pt idx="590">
                  <c:v>212.14080000000001</c:v>
                </c:pt>
                <c:pt idx="591">
                  <c:v>212.44560000000001</c:v>
                </c:pt>
                <c:pt idx="592">
                  <c:v>212.75040000000001</c:v>
                </c:pt>
                <c:pt idx="593">
                  <c:v>213.05520000000001</c:v>
                </c:pt>
                <c:pt idx="594">
                  <c:v>213.36</c:v>
                </c:pt>
                <c:pt idx="595">
                  <c:v>213.66480000000001</c:v>
                </c:pt>
                <c:pt idx="596">
                  <c:v>213.96960000000001</c:v>
                </c:pt>
                <c:pt idx="597">
                  <c:v>214.27440000000001</c:v>
                </c:pt>
                <c:pt idx="598">
                  <c:v>214.57919999999999</c:v>
                </c:pt>
                <c:pt idx="599">
                  <c:v>214.88399999999999</c:v>
                </c:pt>
                <c:pt idx="600">
                  <c:v>215.18879999999999</c:v>
                </c:pt>
                <c:pt idx="601">
                  <c:v>215.49359999999999</c:v>
                </c:pt>
                <c:pt idx="602">
                  <c:v>215.79839999999999</c:v>
                </c:pt>
                <c:pt idx="603">
                  <c:v>216.10319999999999</c:v>
                </c:pt>
                <c:pt idx="604">
                  <c:v>216.40799999999999</c:v>
                </c:pt>
                <c:pt idx="605">
                  <c:v>216.71279999999999</c:v>
                </c:pt>
                <c:pt idx="606">
                  <c:v>217.01759999999999</c:v>
                </c:pt>
                <c:pt idx="607">
                  <c:v>217.32239999999999</c:v>
                </c:pt>
                <c:pt idx="608">
                  <c:v>217.62719999999999</c:v>
                </c:pt>
                <c:pt idx="609">
                  <c:v>217.93199999999999</c:v>
                </c:pt>
                <c:pt idx="610">
                  <c:v>218.23679999999999</c:v>
                </c:pt>
                <c:pt idx="611">
                  <c:v>218.54159999999999</c:v>
                </c:pt>
                <c:pt idx="612">
                  <c:v>218.84639999999999</c:v>
                </c:pt>
                <c:pt idx="613">
                  <c:v>219.15119999999999</c:v>
                </c:pt>
                <c:pt idx="614">
                  <c:v>219.45599999999999</c:v>
                </c:pt>
                <c:pt idx="615">
                  <c:v>219.76079999999999</c:v>
                </c:pt>
                <c:pt idx="616">
                  <c:v>220.06559999999999</c:v>
                </c:pt>
                <c:pt idx="617">
                  <c:v>220.37039999999999</c:v>
                </c:pt>
                <c:pt idx="618">
                  <c:v>220.67519999999999</c:v>
                </c:pt>
                <c:pt idx="619">
                  <c:v>220.98</c:v>
                </c:pt>
                <c:pt idx="620">
                  <c:v>221.28479999999999</c:v>
                </c:pt>
                <c:pt idx="621">
                  <c:v>221.58959999999999</c:v>
                </c:pt>
                <c:pt idx="622">
                  <c:v>221.89439999999999</c:v>
                </c:pt>
                <c:pt idx="623">
                  <c:v>222.19919999999999</c:v>
                </c:pt>
                <c:pt idx="624">
                  <c:v>222.50399999999999</c:v>
                </c:pt>
                <c:pt idx="625">
                  <c:v>222.80879999999999</c:v>
                </c:pt>
                <c:pt idx="626">
                  <c:v>223.11359999999999</c:v>
                </c:pt>
                <c:pt idx="627">
                  <c:v>223.41839999999999</c:v>
                </c:pt>
                <c:pt idx="628">
                  <c:v>223.72319999999999</c:v>
                </c:pt>
                <c:pt idx="629">
                  <c:v>224.02799999999999</c:v>
                </c:pt>
                <c:pt idx="630">
                  <c:v>224.33279999999999</c:v>
                </c:pt>
                <c:pt idx="631">
                  <c:v>224.63759999999999</c:v>
                </c:pt>
                <c:pt idx="632">
                  <c:v>224.94239999999999</c:v>
                </c:pt>
                <c:pt idx="633">
                  <c:v>225.24719999999999</c:v>
                </c:pt>
                <c:pt idx="634">
                  <c:v>225.55199999999999</c:v>
                </c:pt>
                <c:pt idx="635">
                  <c:v>225.85679999999999</c:v>
                </c:pt>
                <c:pt idx="636">
                  <c:v>226.16159999999999</c:v>
                </c:pt>
                <c:pt idx="637">
                  <c:v>226.46639999999999</c:v>
                </c:pt>
                <c:pt idx="638">
                  <c:v>226.77119999999999</c:v>
                </c:pt>
                <c:pt idx="639">
                  <c:v>227.07599999999999</c:v>
                </c:pt>
                <c:pt idx="640">
                  <c:v>227.38079999999999</c:v>
                </c:pt>
                <c:pt idx="641">
                  <c:v>227.68559999999999</c:v>
                </c:pt>
                <c:pt idx="642">
                  <c:v>227.99039999999999</c:v>
                </c:pt>
                <c:pt idx="643">
                  <c:v>228.29519999999999</c:v>
                </c:pt>
                <c:pt idx="644">
                  <c:v>228.6</c:v>
                </c:pt>
                <c:pt idx="645">
                  <c:v>228.90479999999999</c:v>
                </c:pt>
                <c:pt idx="646">
                  <c:v>229.20959999999999</c:v>
                </c:pt>
                <c:pt idx="647">
                  <c:v>229.51439999999999</c:v>
                </c:pt>
                <c:pt idx="648">
                  <c:v>229.8192</c:v>
                </c:pt>
                <c:pt idx="649">
                  <c:v>230.124</c:v>
                </c:pt>
                <c:pt idx="650">
                  <c:v>230.4288</c:v>
                </c:pt>
                <c:pt idx="651">
                  <c:v>230.7336</c:v>
                </c:pt>
                <c:pt idx="652">
                  <c:v>231.0384</c:v>
                </c:pt>
                <c:pt idx="653">
                  <c:v>231.3432</c:v>
                </c:pt>
                <c:pt idx="654">
                  <c:v>231.648</c:v>
                </c:pt>
                <c:pt idx="655">
                  <c:v>231.9528</c:v>
                </c:pt>
                <c:pt idx="656">
                  <c:v>232.2576</c:v>
                </c:pt>
                <c:pt idx="657">
                  <c:v>232.5624</c:v>
                </c:pt>
                <c:pt idx="658">
                  <c:v>232.8672</c:v>
                </c:pt>
                <c:pt idx="659">
                  <c:v>233.172</c:v>
                </c:pt>
                <c:pt idx="660">
                  <c:v>233.4768</c:v>
                </c:pt>
                <c:pt idx="661">
                  <c:v>233.7816</c:v>
                </c:pt>
                <c:pt idx="662">
                  <c:v>234.0864</c:v>
                </c:pt>
                <c:pt idx="663">
                  <c:v>234.3912</c:v>
                </c:pt>
                <c:pt idx="664">
                  <c:v>234.696</c:v>
                </c:pt>
                <c:pt idx="665">
                  <c:v>235.0008</c:v>
                </c:pt>
                <c:pt idx="666">
                  <c:v>235.3056</c:v>
                </c:pt>
                <c:pt idx="667">
                  <c:v>235.6104</c:v>
                </c:pt>
                <c:pt idx="668">
                  <c:v>235.9152</c:v>
                </c:pt>
                <c:pt idx="669">
                  <c:v>236.22</c:v>
                </c:pt>
                <c:pt idx="670">
                  <c:v>236.5248</c:v>
                </c:pt>
                <c:pt idx="671">
                  <c:v>236.8296</c:v>
                </c:pt>
                <c:pt idx="672">
                  <c:v>237.1344</c:v>
                </c:pt>
                <c:pt idx="673">
                  <c:v>237.4392</c:v>
                </c:pt>
                <c:pt idx="674">
                  <c:v>237.744</c:v>
                </c:pt>
                <c:pt idx="675">
                  <c:v>238.0488</c:v>
                </c:pt>
                <c:pt idx="676">
                  <c:v>238.3536</c:v>
                </c:pt>
                <c:pt idx="677">
                  <c:v>238.6584</c:v>
                </c:pt>
                <c:pt idx="678">
                  <c:v>238.9632</c:v>
                </c:pt>
                <c:pt idx="679">
                  <c:v>239.268</c:v>
                </c:pt>
                <c:pt idx="680">
                  <c:v>239.5728</c:v>
                </c:pt>
                <c:pt idx="681">
                  <c:v>239.8776</c:v>
                </c:pt>
                <c:pt idx="682">
                  <c:v>240.1824</c:v>
                </c:pt>
                <c:pt idx="683">
                  <c:v>240.4872</c:v>
                </c:pt>
                <c:pt idx="684">
                  <c:v>240.792</c:v>
                </c:pt>
                <c:pt idx="685">
                  <c:v>241.0968</c:v>
                </c:pt>
                <c:pt idx="686">
                  <c:v>241.4016</c:v>
                </c:pt>
                <c:pt idx="687">
                  <c:v>241.7064</c:v>
                </c:pt>
                <c:pt idx="688">
                  <c:v>242.0112</c:v>
                </c:pt>
                <c:pt idx="689">
                  <c:v>242.316</c:v>
                </c:pt>
                <c:pt idx="690">
                  <c:v>242.6208</c:v>
                </c:pt>
                <c:pt idx="691">
                  <c:v>242.9256</c:v>
                </c:pt>
                <c:pt idx="692">
                  <c:v>243.2304</c:v>
                </c:pt>
                <c:pt idx="693">
                  <c:v>243.5352</c:v>
                </c:pt>
                <c:pt idx="694">
                  <c:v>243.84</c:v>
                </c:pt>
                <c:pt idx="695">
                  <c:v>244.1448</c:v>
                </c:pt>
                <c:pt idx="696">
                  <c:v>244.4496</c:v>
                </c:pt>
                <c:pt idx="697">
                  <c:v>244.7544</c:v>
                </c:pt>
                <c:pt idx="698">
                  <c:v>245.0592</c:v>
                </c:pt>
                <c:pt idx="699">
                  <c:v>245.364</c:v>
                </c:pt>
                <c:pt idx="700">
                  <c:v>245.6688</c:v>
                </c:pt>
                <c:pt idx="701">
                  <c:v>245.9736</c:v>
                </c:pt>
                <c:pt idx="702">
                  <c:v>246.2784</c:v>
                </c:pt>
                <c:pt idx="703">
                  <c:v>246.58320000000001</c:v>
                </c:pt>
                <c:pt idx="704">
                  <c:v>246.88800000000001</c:v>
                </c:pt>
                <c:pt idx="705">
                  <c:v>247.19280000000001</c:v>
                </c:pt>
                <c:pt idx="706">
                  <c:v>247.49760000000001</c:v>
                </c:pt>
                <c:pt idx="707">
                  <c:v>247.80240000000001</c:v>
                </c:pt>
                <c:pt idx="708">
                  <c:v>248.10720000000001</c:v>
                </c:pt>
                <c:pt idx="709">
                  <c:v>248.41200000000001</c:v>
                </c:pt>
                <c:pt idx="710">
                  <c:v>248.71680000000001</c:v>
                </c:pt>
                <c:pt idx="711">
                  <c:v>249.02160000000001</c:v>
                </c:pt>
                <c:pt idx="712">
                  <c:v>249.32640000000001</c:v>
                </c:pt>
                <c:pt idx="713">
                  <c:v>249.63120000000001</c:v>
                </c:pt>
                <c:pt idx="714">
                  <c:v>249.93600000000001</c:v>
                </c:pt>
                <c:pt idx="715">
                  <c:v>250.24080000000001</c:v>
                </c:pt>
                <c:pt idx="716">
                  <c:v>250.54560000000001</c:v>
                </c:pt>
                <c:pt idx="717">
                  <c:v>250.85040000000001</c:v>
                </c:pt>
                <c:pt idx="718">
                  <c:v>251.15520000000001</c:v>
                </c:pt>
                <c:pt idx="719">
                  <c:v>251.46</c:v>
                </c:pt>
                <c:pt idx="720">
                  <c:v>251.76480000000001</c:v>
                </c:pt>
                <c:pt idx="721">
                  <c:v>252.06960000000001</c:v>
                </c:pt>
                <c:pt idx="722">
                  <c:v>252.37440000000001</c:v>
                </c:pt>
                <c:pt idx="723">
                  <c:v>252.67920000000001</c:v>
                </c:pt>
                <c:pt idx="724">
                  <c:v>252.98400000000001</c:v>
                </c:pt>
                <c:pt idx="725">
                  <c:v>253.28880000000001</c:v>
                </c:pt>
                <c:pt idx="726">
                  <c:v>253.59360000000001</c:v>
                </c:pt>
                <c:pt idx="727">
                  <c:v>253.89840000000001</c:v>
                </c:pt>
                <c:pt idx="728">
                  <c:v>254.20320000000001</c:v>
                </c:pt>
                <c:pt idx="729">
                  <c:v>254.50800000000001</c:v>
                </c:pt>
                <c:pt idx="730">
                  <c:v>254.81280000000001</c:v>
                </c:pt>
                <c:pt idx="731">
                  <c:v>255.11760000000001</c:v>
                </c:pt>
                <c:pt idx="732">
                  <c:v>255.42240000000001</c:v>
                </c:pt>
                <c:pt idx="733">
                  <c:v>255.72720000000001</c:v>
                </c:pt>
                <c:pt idx="734">
                  <c:v>256.03199999999998</c:v>
                </c:pt>
                <c:pt idx="735">
                  <c:v>256.33679999999998</c:v>
                </c:pt>
                <c:pt idx="736">
                  <c:v>256.64159999999998</c:v>
                </c:pt>
                <c:pt idx="737">
                  <c:v>256.94639999999998</c:v>
                </c:pt>
                <c:pt idx="738">
                  <c:v>257.25119999999998</c:v>
                </c:pt>
                <c:pt idx="739">
                  <c:v>257.55599999999998</c:v>
                </c:pt>
                <c:pt idx="740">
                  <c:v>257.86079999999998</c:v>
                </c:pt>
                <c:pt idx="741">
                  <c:v>258.16559999999998</c:v>
                </c:pt>
                <c:pt idx="742">
                  <c:v>258.47039999999998</c:v>
                </c:pt>
                <c:pt idx="743">
                  <c:v>258.77519999999998</c:v>
                </c:pt>
                <c:pt idx="744">
                  <c:v>259.08</c:v>
                </c:pt>
                <c:pt idx="745">
                  <c:v>259.38479999999998</c:v>
                </c:pt>
                <c:pt idx="746">
                  <c:v>259.68959999999998</c:v>
                </c:pt>
                <c:pt idx="747">
                  <c:v>259.99439999999998</c:v>
                </c:pt>
                <c:pt idx="748">
                  <c:v>260.29919999999998</c:v>
                </c:pt>
                <c:pt idx="749">
                  <c:v>260.60399999999998</c:v>
                </c:pt>
                <c:pt idx="750">
                  <c:v>260.90879999999999</c:v>
                </c:pt>
                <c:pt idx="751">
                  <c:v>261.21359999999999</c:v>
                </c:pt>
                <c:pt idx="752">
                  <c:v>261.51839999999999</c:v>
                </c:pt>
                <c:pt idx="753">
                  <c:v>261.82319999999999</c:v>
                </c:pt>
                <c:pt idx="754">
                  <c:v>262.12799999999999</c:v>
                </c:pt>
                <c:pt idx="755">
                  <c:v>262.43279999999999</c:v>
                </c:pt>
                <c:pt idx="756">
                  <c:v>262.73759999999999</c:v>
                </c:pt>
                <c:pt idx="757">
                  <c:v>263.04239999999999</c:v>
                </c:pt>
                <c:pt idx="758">
                  <c:v>263.34719999999999</c:v>
                </c:pt>
                <c:pt idx="759">
                  <c:v>263.65199999999999</c:v>
                </c:pt>
                <c:pt idx="760">
                  <c:v>263.95679999999999</c:v>
                </c:pt>
                <c:pt idx="761">
                  <c:v>264.26159999999999</c:v>
                </c:pt>
                <c:pt idx="762">
                  <c:v>264.56639999999999</c:v>
                </c:pt>
                <c:pt idx="763">
                  <c:v>264.87119999999999</c:v>
                </c:pt>
                <c:pt idx="764">
                  <c:v>265.17599999999999</c:v>
                </c:pt>
                <c:pt idx="765">
                  <c:v>265.48079999999999</c:v>
                </c:pt>
                <c:pt idx="766">
                  <c:v>265.78559999999999</c:v>
                </c:pt>
                <c:pt idx="767">
                  <c:v>266.09039999999999</c:v>
                </c:pt>
                <c:pt idx="768">
                  <c:v>266.39519999999999</c:v>
                </c:pt>
                <c:pt idx="769">
                  <c:v>266.7</c:v>
                </c:pt>
                <c:pt idx="770">
                  <c:v>267.00479999999999</c:v>
                </c:pt>
                <c:pt idx="771">
                  <c:v>267.30959999999999</c:v>
                </c:pt>
                <c:pt idx="772">
                  <c:v>267.61439999999999</c:v>
                </c:pt>
                <c:pt idx="773">
                  <c:v>267.91919999999999</c:v>
                </c:pt>
                <c:pt idx="774">
                  <c:v>268.22399999999999</c:v>
                </c:pt>
                <c:pt idx="775">
                  <c:v>268.52879999999999</c:v>
                </c:pt>
                <c:pt idx="776">
                  <c:v>268.83359999999999</c:v>
                </c:pt>
                <c:pt idx="777">
                  <c:v>269.13839999999999</c:v>
                </c:pt>
                <c:pt idx="778">
                  <c:v>269.44319999999999</c:v>
                </c:pt>
                <c:pt idx="779">
                  <c:v>269.74799999999999</c:v>
                </c:pt>
                <c:pt idx="780">
                  <c:v>270.05279999999999</c:v>
                </c:pt>
                <c:pt idx="781">
                  <c:v>270.35759999999999</c:v>
                </c:pt>
                <c:pt idx="782">
                  <c:v>270.66239999999999</c:v>
                </c:pt>
                <c:pt idx="783">
                  <c:v>270.96719999999999</c:v>
                </c:pt>
                <c:pt idx="784">
                  <c:v>271.27199999999999</c:v>
                </c:pt>
                <c:pt idx="785">
                  <c:v>271.57679999999999</c:v>
                </c:pt>
                <c:pt idx="786">
                  <c:v>271.88159999999999</c:v>
                </c:pt>
                <c:pt idx="787">
                  <c:v>272.18639999999999</c:v>
                </c:pt>
                <c:pt idx="788">
                  <c:v>272.49119999999999</c:v>
                </c:pt>
                <c:pt idx="789">
                  <c:v>272.79599999999999</c:v>
                </c:pt>
                <c:pt idx="790">
                  <c:v>273.10079999999999</c:v>
                </c:pt>
                <c:pt idx="791">
                  <c:v>273.40559999999999</c:v>
                </c:pt>
                <c:pt idx="792">
                  <c:v>273.71039999999999</c:v>
                </c:pt>
                <c:pt idx="793">
                  <c:v>274.01519999999999</c:v>
                </c:pt>
                <c:pt idx="794">
                  <c:v>274.32</c:v>
                </c:pt>
                <c:pt idx="795">
                  <c:v>274.62479999999999</c:v>
                </c:pt>
                <c:pt idx="796">
                  <c:v>274.92959999999999</c:v>
                </c:pt>
                <c:pt idx="797">
                  <c:v>275.23439999999999</c:v>
                </c:pt>
                <c:pt idx="798">
                  <c:v>275.53919999999999</c:v>
                </c:pt>
                <c:pt idx="799">
                  <c:v>275.84399999999999</c:v>
                </c:pt>
                <c:pt idx="800">
                  <c:v>276.14879999999999</c:v>
                </c:pt>
                <c:pt idx="801">
                  <c:v>276.45359999999999</c:v>
                </c:pt>
                <c:pt idx="802">
                  <c:v>276.75839999999999</c:v>
                </c:pt>
                <c:pt idx="803">
                  <c:v>277.06319999999999</c:v>
                </c:pt>
                <c:pt idx="804">
                  <c:v>277.36799999999999</c:v>
                </c:pt>
                <c:pt idx="805">
                  <c:v>277.6728</c:v>
                </c:pt>
                <c:pt idx="806">
                  <c:v>277.9776</c:v>
                </c:pt>
                <c:pt idx="807">
                  <c:v>278.2824</c:v>
                </c:pt>
                <c:pt idx="808">
                  <c:v>278.5872</c:v>
                </c:pt>
                <c:pt idx="809">
                  <c:v>278.892</c:v>
                </c:pt>
                <c:pt idx="810">
                  <c:v>279.1968</c:v>
                </c:pt>
                <c:pt idx="811">
                  <c:v>279.5016</c:v>
                </c:pt>
                <c:pt idx="812">
                  <c:v>279.8064</c:v>
                </c:pt>
                <c:pt idx="813">
                  <c:v>280.1112</c:v>
                </c:pt>
                <c:pt idx="814">
                  <c:v>280.416</c:v>
                </c:pt>
                <c:pt idx="815">
                  <c:v>280.7208</c:v>
                </c:pt>
                <c:pt idx="816">
                  <c:v>281.0256</c:v>
                </c:pt>
                <c:pt idx="817">
                  <c:v>281.3304</c:v>
                </c:pt>
                <c:pt idx="818">
                  <c:v>281.6352</c:v>
                </c:pt>
                <c:pt idx="819">
                  <c:v>281.94</c:v>
                </c:pt>
                <c:pt idx="820">
                  <c:v>282.2448</c:v>
                </c:pt>
                <c:pt idx="821">
                  <c:v>282.5496</c:v>
                </c:pt>
                <c:pt idx="822">
                  <c:v>282.8544</c:v>
                </c:pt>
                <c:pt idx="823">
                  <c:v>283.1592</c:v>
                </c:pt>
                <c:pt idx="824">
                  <c:v>283.464</c:v>
                </c:pt>
                <c:pt idx="825">
                  <c:v>283.7688</c:v>
                </c:pt>
                <c:pt idx="826">
                  <c:v>284.0736</c:v>
                </c:pt>
                <c:pt idx="827">
                  <c:v>284.3784</c:v>
                </c:pt>
                <c:pt idx="828">
                  <c:v>284.6832</c:v>
                </c:pt>
                <c:pt idx="829">
                  <c:v>284.988</c:v>
                </c:pt>
                <c:pt idx="830">
                  <c:v>285.2928</c:v>
                </c:pt>
                <c:pt idx="831">
                  <c:v>285.5976</c:v>
                </c:pt>
                <c:pt idx="832">
                  <c:v>285.9024</c:v>
                </c:pt>
                <c:pt idx="833">
                  <c:v>286.2072</c:v>
                </c:pt>
                <c:pt idx="834">
                  <c:v>286.512</c:v>
                </c:pt>
                <c:pt idx="835">
                  <c:v>286.8168</c:v>
                </c:pt>
                <c:pt idx="836">
                  <c:v>287.1216</c:v>
                </c:pt>
                <c:pt idx="837">
                  <c:v>287.4264</c:v>
                </c:pt>
                <c:pt idx="838">
                  <c:v>287.7312</c:v>
                </c:pt>
                <c:pt idx="839">
                  <c:v>288.036</c:v>
                </c:pt>
                <c:pt idx="840">
                  <c:v>288.3408</c:v>
                </c:pt>
                <c:pt idx="841">
                  <c:v>288.6456</c:v>
                </c:pt>
                <c:pt idx="842">
                  <c:v>288.9504</c:v>
                </c:pt>
                <c:pt idx="843">
                  <c:v>289.2552</c:v>
                </c:pt>
                <c:pt idx="844">
                  <c:v>289.56</c:v>
                </c:pt>
                <c:pt idx="845">
                  <c:v>289.8648</c:v>
                </c:pt>
                <c:pt idx="846">
                  <c:v>290.1696</c:v>
                </c:pt>
                <c:pt idx="847">
                  <c:v>290.4744</c:v>
                </c:pt>
                <c:pt idx="848">
                  <c:v>290.7792</c:v>
                </c:pt>
                <c:pt idx="849">
                  <c:v>291.084</c:v>
                </c:pt>
                <c:pt idx="850">
                  <c:v>291.3888</c:v>
                </c:pt>
                <c:pt idx="851">
                  <c:v>291.6936</c:v>
                </c:pt>
                <c:pt idx="852">
                  <c:v>291.9984</c:v>
                </c:pt>
                <c:pt idx="853">
                  <c:v>292.3032</c:v>
                </c:pt>
                <c:pt idx="854">
                  <c:v>292.608</c:v>
                </c:pt>
                <c:pt idx="855">
                  <c:v>292.9128</c:v>
                </c:pt>
                <c:pt idx="856">
                  <c:v>293.2176</c:v>
                </c:pt>
                <c:pt idx="857">
                  <c:v>293.5224</c:v>
                </c:pt>
                <c:pt idx="858">
                  <c:v>293.8272</c:v>
                </c:pt>
                <c:pt idx="859">
                  <c:v>294.13200000000001</c:v>
                </c:pt>
                <c:pt idx="860">
                  <c:v>294.43680000000001</c:v>
                </c:pt>
                <c:pt idx="861">
                  <c:v>294.74160000000001</c:v>
                </c:pt>
                <c:pt idx="862">
                  <c:v>295.04640000000001</c:v>
                </c:pt>
                <c:pt idx="863">
                  <c:v>295.35120000000001</c:v>
                </c:pt>
                <c:pt idx="864">
                  <c:v>295.65600000000001</c:v>
                </c:pt>
                <c:pt idx="865">
                  <c:v>295.96080000000001</c:v>
                </c:pt>
                <c:pt idx="866">
                  <c:v>296.26560000000001</c:v>
                </c:pt>
                <c:pt idx="867">
                  <c:v>296.57040000000001</c:v>
                </c:pt>
                <c:pt idx="868">
                  <c:v>296.87520000000001</c:v>
                </c:pt>
                <c:pt idx="869">
                  <c:v>297.18</c:v>
                </c:pt>
                <c:pt idx="870">
                  <c:v>297.48480000000001</c:v>
                </c:pt>
                <c:pt idx="871">
                  <c:v>297.78960000000001</c:v>
                </c:pt>
                <c:pt idx="872">
                  <c:v>298.09440000000001</c:v>
                </c:pt>
                <c:pt idx="873">
                  <c:v>298.39920000000001</c:v>
                </c:pt>
                <c:pt idx="874">
                  <c:v>298.70400000000001</c:v>
                </c:pt>
                <c:pt idx="875">
                  <c:v>299.00880000000001</c:v>
                </c:pt>
                <c:pt idx="876">
                  <c:v>299.31360000000001</c:v>
                </c:pt>
                <c:pt idx="877">
                  <c:v>299.61840000000001</c:v>
                </c:pt>
                <c:pt idx="878">
                  <c:v>299.92320000000001</c:v>
                </c:pt>
                <c:pt idx="879">
                  <c:v>300.22800000000001</c:v>
                </c:pt>
                <c:pt idx="880">
                  <c:v>300.53280000000001</c:v>
                </c:pt>
                <c:pt idx="881">
                  <c:v>300.83760000000001</c:v>
                </c:pt>
                <c:pt idx="882">
                  <c:v>301.14240000000001</c:v>
                </c:pt>
                <c:pt idx="883">
                  <c:v>301.44720000000001</c:v>
                </c:pt>
                <c:pt idx="884">
                  <c:v>301.75200000000001</c:v>
                </c:pt>
                <c:pt idx="885">
                  <c:v>302.05680000000001</c:v>
                </c:pt>
                <c:pt idx="886">
                  <c:v>302.36160000000001</c:v>
                </c:pt>
                <c:pt idx="887">
                  <c:v>302.66640000000001</c:v>
                </c:pt>
                <c:pt idx="888">
                  <c:v>302.97120000000001</c:v>
                </c:pt>
                <c:pt idx="889">
                  <c:v>303.27600000000001</c:v>
                </c:pt>
                <c:pt idx="890">
                  <c:v>303.58080000000001</c:v>
                </c:pt>
                <c:pt idx="891">
                  <c:v>303.88560000000001</c:v>
                </c:pt>
                <c:pt idx="892">
                  <c:v>304.19040000000001</c:v>
                </c:pt>
                <c:pt idx="893">
                  <c:v>304.49520000000001</c:v>
                </c:pt>
                <c:pt idx="894">
                  <c:v>304.8</c:v>
                </c:pt>
                <c:pt idx="895">
                  <c:v>305.10480000000001</c:v>
                </c:pt>
                <c:pt idx="896">
                  <c:v>305.40960000000001</c:v>
                </c:pt>
                <c:pt idx="897">
                  <c:v>305.71440000000001</c:v>
                </c:pt>
                <c:pt idx="898">
                  <c:v>306.01920000000001</c:v>
                </c:pt>
                <c:pt idx="899">
                  <c:v>306.32400000000001</c:v>
                </c:pt>
                <c:pt idx="900">
                  <c:v>306.62880000000001</c:v>
                </c:pt>
                <c:pt idx="901">
                  <c:v>306.93360000000001</c:v>
                </c:pt>
                <c:pt idx="902">
                  <c:v>307.23840000000001</c:v>
                </c:pt>
                <c:pt idx="903">
                  <c:v>307.54320000000001</c:v>
                </c:pt>
                <c:pt idx="904">
                  <c:v>307.84800000000001</c:v>
                </c:pt>
                <c:pt idx="905">
                  <c:v>308.15280000000001</c:v>
                </c:pt>
                <c:pt idx="906">
                  <c:v>308.45760000000001</c:v>
                </c:pt>
                <c:pt idx="907">
                  <c:v>308.76240000000001</c:v>
                </c:pt>
                <c:pt idx="908">
                  <c:v>309.06720000000001</c:v>
                </c:pt>
                <c:pt idx="909">
                  <c:v>309.37200000000001</c:v>
                </c:pt>
                <c:pt idx="910">
                  <c:v>309.67680000000001</c:v>
                </c:pt>
                <c:pt idx="911">
                  <c:v>309.98160000000001</c:v>
                </c:pt>
                <c:pt idx="912">
                  <c:v>310.28640000000001</c:v>
                </c:pt>
                <c:pt idx="913">
                  <c:v>310.59120000000001</c:v>
                </c:pt>
                <c:pt idx="914">
                  <c:v>310.89600000000002</c:v>
                </c:pt>
                <c:pt idx="915">
                  <c:v>311.20080000000002</c:v>
                </c:pt>
                <c:pt idx="916">
                  <c:v>311.50560000000002</c:v>
                </c:pt>
                <c:pt idx="917">
                  <c:v>311.81040000000002</c:v>
                </c:pt>
                <c:pt idx="918">
                  <c:v>312.11520000000002</c:v>
                </c:pt>
                <c:pt idx="919">
                  <c:v>312.42</c:v>
                </c:pt>
                <c:pt idx="920">
                  <c:v>312.72480000000002</c:v>
                </c:pt>
                <c:pt idx="921">
                  <c:v>313.02960000000002</c:v>
                </c:pt>
                <c:pt idx="922">
                  <c:v>313.33440000000002</c:v>
                </c:pt>
                <c:pt idx="923">
                  <c:v>313.63920000000002</c:v>
                </c:pt>
                <c:pt idx="924">
                  <c:v>313.94400000000002</c:v>
                </c:pt>
                <c:pt idx="925">
                  <c:v>314.24880000000002</c:v>
                </c:pt>
                <c:pt idx="926">
                  <c:v>314.55360000000002</c:v>
                </c:pt>
                <c:pt idx="927">
                  <c:v>314.85840000000002</c:v>
                </c:pt>
                <c:pt idx="928">
                  <c:v>315.16320000000002</c:v>
                </c:pt>
                <c:pt idx="929">
                  <c:v>315.46800000000002</c:v>
                </c:pt>
                <c:pt idx="930">
                  <c:v>315.77280000000002</c:v>
                </c:pt>
                <c:pt idx="931">
                  <c:v>316.07760000000002</c:v>
                </c:pt>
                <c:pt idx="932">
                  <c:v>316.38240000000002</c:v>
                </c:pt>
                <c:pt idx="933">
                  <c:v>316.68720000000002</c:v>
                </c:pt>
                <c:pt idx="934">
                  <c:v>316.99200000000002</c:v>
                </c:pt>
                <c:pt idx="935">
                  <c:v>317.29680000000002</c:v>
                </c:pt>
                <c:pt idx="936">
                  <c:v>317.60160000000002</c:v>
                </c:pt>
                <c:pt idx="937">
                  <c:v>317.90640000000002</c:v>
                </c:pt>
                <c:pt idx="938">
                  <c:v>318.21120000000002</c:v>
                </c:pt>
                <c:pt idx="939">
                  <c:v>318.51600000000002</c:v>
                </c:pt>
                <c:pt idx="940">
                  <c:v>318.82080000000002</c:v>
                </c:pt>
                <c:pt idx="941">
                  <c:v>319.12560000000002</c:v>
                </c:pt>
                <c:pt idx="942">
                  <c:v>319.43040000000002</c:v>
                </c:pt>
                <c:pt idx="943">
                  <c:v>319.73520000000002</c:v>
                </c:pt>
                <c:pt idx="944">
                  <c:v>320.04000000000002</c:v>
                </c:pt>
                <c:pt idx="945">
                  <c:v>320.34480000000002</c:v>
                </c:pt>
                <c:pt idx="946">
                  <c:v>320.64960000000002</c:v>
                </c:pt>
                <c:pt idx="947">
                  <c:v>320.95440000000002</c:v>
                </c:pt>
                <c:pt idx="948">
                  <c:v>321.25920000000002</c:v>
                </c:pt>
                <c:pt idx="949">
                  <c:v>321.56400000000002</c:v>
                </c:pt>
                <c:pt idx="950">
                  <c:v>321.86880000000002</c:v>
                </c:pt>
                <c:pt idx="951">
                  <c:v>322.17360000000002</c:v>
                </c:pt>
                <c:pt idx="952">
                  <c:v>322.47840000000002</c:v>
                </c:pt>
                <c:pt idx="953">
                  <c:v>322.78320000000002</c:v>
                </c:pt>
                <c:pt idx="954">
                  <c:v>323.08800000000002</c:v>
                </c:pt>
                <c:pt idx="955">
                  <c:v>323.39280000000002</c:v>
                </c:pt>
                <c:pt idx="956">
                  <c:v>323.69760000000002</c:v>
                </c:pt>
                <c:pt idx="957">
                  <c:v>324.00240000000002</c:v>
                </c:pt>
                <c:pt idx="958">
                  <c:v>324.30720000000002</c:v>
                </c:pt>
                <c:pt idx="959">
                  <c:v>324.61200000000002</c:v>
                </c:pt>
                <c:pt idx="960">
                  <c:v>324.91680000000002</c:v>
                </c:pt>
                <c:pt idx="961">
                  <c:v>325.22160000000002</c:v>
                </c:pt>
                <c:pt idx="962">
                  <c:v>325.52640000000002</c:v>
                </c:pt>
                <c:pt idx="963">
                  <c:v>325.83120000000002</c:v>
                </c:pt>
                <c:pt idx="964">
                  <c:v>326.13600000000002</c:v>
                </c:pt>
                <c:pt idx="965">
                  <c:v>326.44080000000002</c:v>
                </c:pt>
                <c:pt idx="966">
                  <c:v>326.74560000000002</c:v>
                </c:pt>
                <c:pt idx="967">
                  <c:v>327.05040000000002</c:v>
                </c:pt>
                <c:pt idx="968">
                  <c:v>327.35520000000002</c:v>
                </c:pt>
                <c:pt idx="969">
                  <c:v>327.66000000000003</c:v>
                </c:pt>
                <c:pt idx="970">
                  <c:v>327.96480000000003</c:v>
                </c:pt>
                <c:pt idx="971">
                  <c:v>328.26960000000003</c:v>
                </c:pt>
                <c:pt idx="972">
                  <c:v>328.57440000000003</c:v>
                </c:pt>
                <c:pt idx="973">
                  <c:v>328.87920000000003</c:v>
                </c:pt>
                <c:pt idx="974">
                  <c:v>329.18400000000003</c:v>
                </c:pt>
                <c:pt idx="975">
                  <c:v>329.48880000000003</c:v>
                </c:pt>
                <c:pt idx="976">
                  <c:v>329.79360000000003</c:v>
                </c:pt>
                <c:pt idx="977">
                  <c:v>330.09840000000003</c:v>
                </c:pt>
                <c:pt idx="978">
                  <c:v>330.40320000000003</c:v>
                </c:pt>
                <c:pt idx="979">
                  <c:v>330.70800000000003</c:v>
                </c:pt>
                <c:pt idx="980">
                  <c:v>331.01280000000003</c:v>
                </c:pt>
                <c:pt idx="981">
                  <c:v>331.31760000000003</c:v>
                </c:pt>
                <c:pt idx="982">
                  <c:v>331.62240000000003</c:v>
                </c:pt>
                <c:pt idx="983">
                  <c:v>331.92720000000003</c:v>
                </c:pt>
                <c:pt idx="984">
                  <c:v>332.23200000000003</c:v>
                </c:pt>
                <c:pt idx="985">
                  <c:v>332.53680000000003</c:v>
                </c:pt>
                <c:pt idx="986">
                  <c:v>332.84160000000003</c:v>
                </c:pt>
                <c:pt idx="987">
                  <c:v>333.14640000000003</c:v>
                </c:pt>
                <c:pt idx="988">
                  <c:v>333.45119999999997</c:v>
                </c:pt>
                <c:pt idx="989">
                  <c:v>333.75599999999997</c:v>
                </c:pt>
                <c:pt idx="990">
                  <c:v>334.06079999999997</c:v>
                </c:pt>
                <c:pt idx="991">
                  <c:v>334.36559999999997</c:v>
                </c:pt>
                <c:pt idx="992">
                  <c:v>334.67039999999997</c:v>
                </c:pt>
                <c:pt idx="993">
                  <c:v>334.97519999999997</c:v>
                </c:pt>
                <c:pt idx="994">
                  <c:v>335.28</c:v>
                </c:pt>
                <c:pt idx="995">
                  <c:v>335.58479999999997</c:v>
                </c:pt>
                <c:pt idx="996">
                  <c:v>335.88959999999997</c:v>
                </c:pt>
                <c:pt idx="997">
                  <c:v>336.19439999999997</c:v>
                </c:pt>
                <c:pt idx="998">
                  <c:v>336.49919999999997</c:v>
                </c:pt>
                <c:pt idx="999">
                  <c:v>336.80399999999997</c:v>
                </c:pt>
                <c:pt idx="1000">
                  <c:v>337.10879999999997</c:v>
                </c:pt>
                <c:pt idx="1001">
                  <c:v>337.41359999999997</c:v>
                </c:pt>
                <c:pt idx="1002">
                  <c:v>337.71839999999997</c:v>
                </c:pt>
                <c:pt idx="1003">
                  <c:v>338.02319999999997</c:v>
                </c:pt>
                <c:pt idx="1004">
                  <c:v>338.32799999999997</c:v>
                </c:pt>
                <c:pt idx="1005">
                  <c:v>338.63279999999997</c:v>
                </c:pt>
                <c:pt idx="1006">
                  <c:v>338.93759999999997</c:v>
                </c:pt>
                <c:pt idx="1007">
                  <c:v>339.24239999999998</c:v>
                </c:pt>
                <c:pt idx="1008">
                  <c:v>339.54719999999998</c:v>
                </c:pt>
                <c:pt idx="1009">
                  <c:v>339.85199999999998</c:v>
                </c:pt>
                <c:pt idx="1010">
                  <c:v>340.15679999999998</c:v>
                </c:pt>
                <c:pt idx="1011">
                  <c:v>340.46159999999998</c:v>
                </c:pt>
                <c:pt idx="1012">
                  <c:v>340.76639999999998</c:v>
                </c:pt>
                <c:pt idx="1013">
                  <c:v>341.07119999999998</c:v>
                </c:pt>
                <c:pt idx="1014">
                  <c:v>341.37599999999998</c:v>
                </c:pt>
                <c:pt idx="1015">
                  <c:v>341.68079999999998</c:v>
                </c:pt>
                <c:pt idx="1016">
                  <c:v>341.98559999999998</c:v>
                </c:pt>
                <c:pt idx="1017">
                  <c:v>342.29039999999998</c:v>
                </c:pt>
                <c:pt idx="1018">
                  <c:v>342.59519999999998</c:v>
                </c:pt>
                <c:pt idx="1019">
                  <c:v>342.9</c:v>
                </c:pt>
                <c:pt idx="1020">
                  <c:v>343.20479999999998</c:v>
                </c:pt>
                <c:pt idx="1021">
                  <c:v>343.50959999999998</c:v>
                </c:pt>
                <c:pt idx="1022">
                  <c:v>343.81439999999998</c:v>
                </c:pt>
                <c:pt idx="1023">
                  <c:v>344.11919999999998</c:v>
                </c:pt>
                <c:pt idx="1024">
                  <c:v>344.42399999999998</c:v>
                </c:pt>
                <c:pt idx="1025">
                  <c:v>344.72879999999998</c:v>
                </c:pt>
                <c:pt idx="1026">
                  <c:v>345.03359999999998</c:v>
                </c:pt>
                <c:pt idx="1027">
                  <c:v>345.33839999999998</c:v>
                </c:pt>
                <c:pt idx="1028">
                  <c:v>345.64319999999998</c:v>
                </c:pt>
                <c:pt idx="1029">
                  <c:v>345.94799999999998</c:v>
                </c:pt>
                <c:pt idx="1030">
                  <c:v>346.25279999999998</c:v>
                </c:pt>
                <c:pt idx="1031">
                  <c:v>346.55759999999998</c:v>
                </c:pt>
                <c:pt idx="1032">
                  <c:v>346.86239999999998</c:v>
                </c:pt>
                <c:pt idx="1033">
                  <c:v>347.16719999999998</c:v>
                </c:pt>
                <c:pt idx="1034">
                  <c:v>347.47199999999998</c:v>
                </c:pt>
                <c:pt idx="1035">
                  <c:v>347.77679999999998</c:v>
                </c:pt>
                <c:pt idx="1036">
                  <c:v>348.08159999999998</c:v>
                </c:pt>
                <c:pt idx="1037">
                  <c:v>348.38639999999998</c:v>
                </c:pt>
                <c:pt idx="1038">
                  <c:v>348.69119999999998</c:v>
                </c:pt>
                <c:pt idx="1039">
                  <c:v>348.99599999999998</c:v>
                </c:pt>
                <c:pt idx="1040">
                  <c:v>349.30079999999998</c:v>
                </c:pt>
                <c:pt idx="1041">
                  <c:v>349.60559999999998</c:v>
                </c:pt>
                <c:pt idx="1042">
                  <c:v>349.91039999999998</c:v>
                </c:pt>
                <c:pt idx="1043">
                  <c:v>350.21519999999998</c:v>
                </c:pt>
                <c:pt idx="1044">
                  <c:v>350.52</c:v>
                </c:pt>
                <c:pt idx="1045">
                  <c:v>350.82479999999998</c:v>
                </c:pt>
                <c:pt idx="1046">
                  <c:v>351.12959999999998</c:v>
                </c:pt>
                <c:pt idx="1047">
                  <c:v>351.43439999999998</c:v>
                </c:pt>
                <c:pt idx="1048">
                  <c:v>351.73919999999998</c:v>
                </c:pt>
                <c:pt idx="1049">
                  <c:v>352.04399999999998</c:v>
                </c:pt>
                <c:pt idx="1050">
                  <c:v>352.34879999999998</c:v>
                </c:pt>
                <c:pt idx="1051">
                  <c:v>352.65359999999998</c:v>
                </c:pt>
                <c:pt idx="1052">
                  <c:v>352.95839999999998</c:v>
                </c:pt>
                <c:pt idx="1053">
                  <c:v>353.26319999999998</c:v>
                </c:pt>
                <c:pt idx="1054">
                  <c:v>353.56799999999998</c:v>
                </c:pt>
                <c:pt idx="1055">
                  <c:v>353.87279999999998</c:v>
                </c:pt>
                <c:pt idx="1056">
                  <c:v>354.17759999999998</c:v>
                </c:pt>
                <c:pt idx="1057">
                  <c:v>354.48239999999998</c:v>
                </c:pt>
                <c:pt idx="1058">
                  <c:v>354.78719999999998</c:v>
                </c:pt>
                <c:pt idx="1059">
                  <c:v>355.09199999999998</c:v>
                </c:pt>
                <c:pt idx="1060">
                  <c:v>355.39679999999998</c:v>
                </c:pt>
                <c:pt idx="1061">
                  <c:v>355.70159999999998</c:v>
                </c:pt>
                <c:pt idx="1062">
                  <c:v>356.00639999999999</c:v>
                </c:pt>
                <c:pt idx="1063">
                  <c:v>356.31119999999999</c:v>
                </c:pt>
                <c:pt idx="1064">
                  <c:v>356.61599999999999</c:v>
                </c:pt>
                <c:pt idx="1065">
                  <c:v>356.92079999999999</c:v>
                </c:pt>
                <c:pt idx="1066">
                  <c:v>357.22559999999999</c:v>
                </c:pt>
                <c:pt idx="1067">
                  <c:v>357.53039999999999</c:v>
                </c:pt>
                <c:pt idx="1068">
                  <c:v>357.83519999999999</c:v>
                </c:pt>
                <c:pt idx="1069">
                  <c:v>358.14</c:v>
                </c:pt>
                <c:pt idx="1070">
                  <c:v>358.44479999999999</c:v>
                </c:pt>
                <c:pt idx="1071">
                  <c:v>358.74959999999999</c:v>
                </c:pt>
                <c:pt idx="1072">
                  <c:v>359.05439999999999</c:v>
                </c:pt>
                <c:pt idx="1073">
                  <c:v>359.35919999999999</c:v>
                </c:pt>
                <c:pt idx="1074">
                  <c:v>359.66399999999999</c:v>
                </c:pt>
                <c:pt idx="1075">
                  <c:v>359.96879999999999</c:v>
                </c:pt>
                <c:pt idx="1076">
                  <c:v>360.27359999999999</c:v>
                </c:pt>
                <c:pt idx="1077">
                  <c:v>360.57839999999999</c:v>
                </c:pt>
                <c:pt idx="1078">
                  <c:v>360.88319999999999</c:v>
                </c:pt>
                <c:pt idx="1079">
                  <c:v>361.18799999999999</c:v>
                </c:pt>
                <c:pt idx="1080">
                  <c:v>361.49279999999999</c:v>
                </c:pt>
                <c:pt idx="1081">
                  <c:v>361.79759999999999</c:v>
                </c:pt>
                <c:pt idx="1082">
                  <c:v>362.10239999999999</c:v>
                </c:pt>
                <c:pt idx="1083">
                  <c:v>362.40719999999999</c:v>
                </c:pt>
                <c:pt idx="1084">
                  <c:v>362.71199999999999</c:v>
                </c:pt>
                <c:pt idx="1085">
                  <c:v>363.01679999999999</c:v>
                </c:pt>
                <c:pt idx="1086">
                  <c:v>363.32159999999999</c:v>
                </c:pt>
                <c:pt idx="1087">
                  <c:v>363.62639999999999</c:v>
                </c:pt>
                <c:pt idx="1088">
                  <c:v>363.93119999999999</c:v>
                </c:pt>
                <c:pt idx="1089">
                  <c:v>364.23599999999999</c:v>
                </c:pt>
                <c:pt idx="1090">
                  <c:v>364.54079999999999</c:v>
                </c:pt>
                <c:pt idx="1091">
                  <c:v>364.84559999999999</c:v>
                </c:pt>
                <c:pt idx="1092">
                  <c:v>365.15039999999999</c:v>
                </c:pt>
                <c:pt idx="1093">
                  <c:v>365.45519999999999</c:v>
                </c:pt>
                <c:pt idx="1094">
                  <c:v>365.76</c:v>
                </c:pt>
                <c:pt idx="1095">
                  <c:v>366.06479999999999</c:v>
                </c:pt>
                <c:pt idx="1096">
                  <c:v>366.36959999999999</c:v>
                </c:pt>
                <c:pt idx="1097">
                  <c:v>366.67439999999999</c:v>
                </c:pt>
                <c:pt idx="1098">
                  <c:v>366.97919999999999</c:v>
                </c:pt>
                <c:pt idx="1099">
                  <c:v>367.28399999999999</c:v>
                </c:pt>
                <c:pt idx="1100">
                  <c:v>367.58879999999999</c:v>
                </c:pt>
                <c:pt idx="1101">
                  <c:v>367.89359999999999</c:v>
                </c:pt>
                <c:pt idx="1102">
                  <c:v>368.19839999999999</c:v>
                </c:pt>
                <c:pt idx="1103">
                  <c:v>368.50319999999999</c:v>
                </c:pt>
                <c:pt idx="1104">
                  <c:v>368.80799999999999</c:v>
                </c:pt>
                <c:pt idx="1105">
                  <c:v>369.11279999999999</c:v>
                </c:pt>
                <c:pt idx="1106">
                  <c:v>369.41759999999999</c:v>
                </c:pt>
                <c:pt idx="1107">
                  <c:v>369.72239999999999</c:v>
                </c:pt>
                <c:pt idx="1108">
                  <c:v>370.02719999999999</c:v>
                </c:pt>
                <c:pt idx="1109">
                  <c:v>370.33199999999999</c:v>
                </c:pt>
                <c:pt idx="1110">
                  <c:v>370.63679999999999</c:v>
                </c:pt>
                <c:pt idx="1111">
                  <c:v>370.94159999999999</c:v>
                </c:pt>
                <c:pt idx="1112">
                  <c:v>371.24639999999999</c:v>
                </c:pt>
                <c:pt idx="1113">
                  <c:v>371.55119999999999</c:v>
                </c:pt>
                <c:pt idx="1114">
                  <c:v>371.85599999999999</c:v>
                </c:pt>
                <c:pt idx="1115">
                  <c:v>372.16079999999999</c:v>
                </c:pt>
                <c:pt idx="1116">
                  <c:v>372.46559999999999</c:v>
                </c:pt>
                <c:pt idx="1117">
                  <c:v>372.7704</c:v>
                </c:pt>
                <c:pt idx="1118">
                  <c:v>373.0752</c:v>
                </c:pt>
                <c:pt idx="1119">
                  <c:v>373.38</c:v>
                </c:pt>
                <c:pt idx="1120">
                  <c:v>373.6848</c:v>
                </c:pt>
                <c:pt idx="1121">
                  <c:v>373.9896</c:v>
                </c:pt>
                <c:pt idx="1122">
                  <c:v>374.2944</c:v>
                </c:pt>
                <c:pt idx="1123">
                  <c:v>374.5992</c:v>
                </c:pt>
                <c:pt idx="1124">
                  <c:v>374.904</c:v>
                </c:pt>
                <c:pt idx="1125">
                  <c:v>375.2088</c:v>
                </c:pt>
                <c:pt idx="1126">
                  <c:v>375.5136</c:v>
                </c:pt>
                <c:pt idx="1127">
                  <c:v>375.8184</c:v>
                </c:pt>
                <c:pt idx="1128">
                  <c:v>376.1232</c:v>
                </c:pt>
                <c:pt idx="1129">
                  <c:v>376.428</c:v>
                </c:pt>
                <c:pt idx="1130">
                  <c:v>376.7328</c:v>
                </c:pt>
                <c:pt idx="1131">
                  <c:v>377.0376</c:v>
                </c:pt>
                <c:pt idx="1132">
                  <c:v>377.3424</c:v>
                </c:pt>
                <c:pt idx="1133">
                  <c:v>377.6472</c:v>
                </c:pt>
                <c:pt idx="1134">
                  <c:v>377.952</c:v>
                </c:pt>
                <c:pt idx="1135">
                  <c:v>378.2568</c:v>
                </c:pt>
                <c:pt idx="1136">
                  <c:v>378.5616</c:v>
                </c:pt>
                <c:pt idx="1137">
                  <c:v>378.8664</c:v>
                </c:pt>
                <c:pt idx="1138">
                  <c:v>379.1712</c:v>
                </c:pt>
                <c:pt idx="1139">
                  <c:v>379.476</c:v>
                </c:pt>
                <c:pt idx="1140">
                  <c:v>379.7808</c:v>
                </c:pt>
                <c:pt idx="1141">
                  <c:v>380.0856</c:v>
                </c:pt>
                <c:pt idx="1142">
                  <c:v>380.3904</c:v>
                </c:pt>
                <c:pt idx="1143">
                  <c:v>380.6952</c:v>
                </c:pt>
                <c:pt idx="1144">
                  <c:v>381</c:v>
                </c:pt>
                <c:pt idx="1145">
                  <c:v>381.3048</c:v>
                </c:pt>
                <c:pt idx="1146">
                  <c:v>381.6096</c:v>
                </c:pt>
                <c:pt idx="1147">
                  <c:v>381.9144</c:v>
                </c:pt>
                <c:pt idx="1148">
                  <c:v>382.2192</c:v>
                </c:pt>
                <c:pt idx="1149">
                  <c:v>382.524</c:v>
                </c:pt>
                <c:pt idx="1150">
                  <c:v>382.8288</c:v>
                </c:pt>
                <c:pt idx="1151">
                  <c:v>383.1336</c:v>
                </c:pt>
                <c:pt idx="1152">
                  <c:v>383.4384</c:v>
                </c:pt>
                <c:pt idx="1153">
                  <c:v>383.7432</c:v>
                </c:pt>
                <c:pt idx="1154">
                  <c:v>384.048</c:v>
                </c:pt>
                <c:pt idx="1155">
                  <c:v>384.3528</c:v>
                </c:pt>
                <c:pt idx="1156">
                  <c:v>384.6576</c:v>
                </c:pt>
                <c:pt idx="1157">
                  <c:v>384.9624</c:v>
                </c:pt>
                <c:pt idx="1158">
                  <c:v>385.2672</c:v>
                </c:pt>
                <c:pt idx="1159">
                  <c:v>385.572</c:v>
                </c:pt>
                <c:pt idx="1160">
                  <c:v>385.8768</c:v>
                </c:pt>
                <c:pt idx="1161">
                  <c:v>386.1816</c:v>
                </c:pt>
                <c:pt idx="1162">
                  <c:v>386.4864</c:v>
                </c:pt>
                <c:pt idx="1163">
                  <c:v>386.7912</c:v>
                </c:pt>
                <c:pt idx="1164">
                  <c:v>387.096</c:v>
                </c:pt>
                <c:pt idx="1165">
                  <c:v>387.4008</c:v>
                </c:pt>
                <c:pt idx="1166">
                  <c:v>387.7056</c:v>
                </c:pt>
                <c:pt idx="1167">
                  <c:v>388.0104</c:v>
                </c:pt>
                <c:pt idx="1168">
                  <c:v>388.3152</c:v>
                </c:pt>
                <c:pt idx="1169">
                  <c:v>388.62</c:v>
                </c:pt>
                <c:pt idx="1170">
                  <c:v>388.9248</c:v>
                </c:pt>
                <c:pt idx="1171">
                  <c:v>389.2296</c:v>
                </c:pt>
                <c:pt idx="1172">
                  <c:v>389.53440000000001</c:v>
                </c:pt>
                <c:pt idx="1173">
                  <c:v>389.83920000000001</c:v>
                </c:pt>
                <c:pt idx="1174">
                  <c:v>390.14400000000001</c:v>
                </c:pt>
                <c:pt idx="1175">
                  <c:v>390.44880000000001</c:v>
                </c:pt>
                <c:pt idx="1176">
                  <c:v>390.75360000000001</c:v>
                </c:pt>
                <c:pt idx="1177">
                  <c:v>391.05840000000001</c:v>
                </c:pt>
                <c:pt idx="1178">
                  <c:v>391.36320000000001</c:v>
                </c:pt>
                <c:pt idx="1179">
                  <c:v>391.66800000000001</c:v>
                </c:pt>
                <c:pt idx="1180">
                  <c:v>391.97280000000001</c:v>
                </c:pt>
                <c:pt idx="1181">
                  <c:v>392.27760000000001</c:v>
                </c:pt>
                <c:pt idx="1182">
                  <c:v>392.58240000000001</c:v>
                </c:pt>
                <c:pt idx="1183">
                  <c:v>392.88720000000001</c:v>
                </c:pt>
                <c:pt idx="1184">
                  <c:v>393.19200000000001</c:v>
                </c:pt>
                <c:pt idx="1185">
                  <c:v>393.49680000000001</c:v>
                </c:pt>
                <c:pt idx="1186">
                  <c:v>393.80160000000001</c:v>
                </c:pt>
                <c:pt idx="1187">
                  <c:v>394.10640000000001</c:v>
                </c:pt>
                <c:pt idx="1188">
                  <c:v>394.41120000000001</c:v>
                </c:pt>
                <c:pt idx="1189">
                  <c:v>394.71600000000001</c:v>
                </c:pt>
                <c:pt idx="1190">
                  <c:v>395.02080000000001</c:v>
                </c:pt>
                <c:pt idx="1191">
                  <c:v>395.32560000000001</c:v>
                </c:pt>
                <c:pt idx="1192">
                  <c:v>395.63040000000001</c:v>
                </c:pt>
                <c:pt idx="1193">
                  <c:v>395.93520000000001</c:v>
                </c:pt>
                <c:pt idx="1194">
                  <c:v>396.24</c:v>
                </c:pt>
                <c:pt idx="1195">
                  <c:v>396.54480000000001</c:v>
                </c:pt>
                <c:pt idx="1196">
                  <c:v>396.84960000000001</c:v>
                </c:pt>
                <c:pt idx="1197">
                  <c:v>397.15440000000001</c:v>
                </c:pt>
                <c:pt idx="1198">
                  <c:v>397.45920000000001</c:v>
                </c:pt>
                <c:pt idx="1199">
                  <c:v>397.76400000000001</c:v>
                </c:pt>
                <c:pt idx="1200">
                  <c:v>398.06880000000001</c:v>
                </c:pt>
                <c:pt idx="1201">
                  <c:v>398.37360000000001</c:v>
                </c:pt>
                <c:pt idx="1202">
                  <c:v>398.67840000000001</c:v>
                </c:pt>
                <c:pt idx="1203">
                  <c:v>398.98320000000001</c:v>
                </c:pt>
                <c:pt idx="1204">
                  <c:v>399.28800000000001</c:v>
                </c:pt>
                <c:pt idx="1205">
                  <c:v>399.59280000000001</c:v>
                </c:pt>
                <c:pt idx="1206">
                  <c:v>399.89760000000001</c:v>
                </c:pt>
                <c:pt idx="1207">
                  <c:v>400.20240000000001</c:v>
                </c:pt>
                <c:pt idx="1208">
                  <c:v>400.50720000000001</c:v>
                </c:pt>
                <c:pt idx="1209">
                  <c:v>400.81200000000001</c:v>
                </c:pt>
                <c:pt idx="1210">
                  <c:v>401.11680000000001</c:v>
                </c:pt>
                <c:pt idx="1211">
                  <c:v>401.42160000000001</c:v>
                </c:pt>
                <c:pt idx="1212">
                  <c:v>401.72640000000001</c:v>
                </c:pt>
                <c:pt idx="1213">
                  <c:v>402.03120000000001</c:v>
                </c:pt>
                <c:pt idx="1214">
                  <c:v>402.33600000000001</c:v>
                </c:pt>
                <c:pt idx="1215">
                  <c:v>402.64080000000001</c:v>
                </c:pt>
                <c:pt idx="1216">
                  <c:v>402.94560000000001</c:v>
                </c:pt>
                <c:pt idx="1217">
                  <c:v>403.25040000000001</c:v>
                </c:pt>
                <c:pt idx="1218">
                  <c:v>403.55520000000001</c:v>
                </c:pt>
                <c:pt idx="1219">
                  <c:v>403.86</c:v>
                </c:pt>
                <c:pt idx="1220">
                  <c:v>404.16480000000001</c:v>
                </c:pt>
                <c:pt idx="1221">
                  <c:v>404.46960000000001</c:v>
                </c:pt>
                <c:pt idx="1222">
                  <c:v>404.77440000000001</c:v>
                </c:pt>
                <c:pt idx="1223">
                  <c:v>405.07920000000001</c:v>
                </c:pt>
                <c:pt idx="1224">
                  <c:v>405.38400000000001</c:v>
                </c:pt>
                <c:pt idx="1225">
                  <c:v>405.68880000000001</c:v>
                </c:pt>
                <c:pt idx="1226">
                  <c:v>405.99360000000001</c:v>
                </c:pt>
                <c:pt idx="1227">
                  <c:v>406.29840000000002</c:v>
                </c:pt>
                <c:pt idx="1228">
                  <c:v>406.60320000000002</c:v>
                </c:pt>
                <c:pt idx="1229">
                  <c:v>406.90800000000002</c:v>
                </c:pt>
                <c:pt idx="1230">
                  <c:v>407.21280000000002</c:v>
                </c:pt>
                <c:pt idx="1231">
                  <c:v>407.51760000000002</c:v>
                </c:pt>
                <c:pt idx="1232">
                  <c:v>407.82240000000002</c:v>
                </c:pt>
                <c:pt idx="1233">
                  <c:v>408.12720000000002</c:v>
                </c:pt>
                <c:pt idx="1234">
                  <c:v>408.43200000000002</c:v>
                </c:pt>
                <c:pt idx="1235">
                  <c:v>408.73680000000002</c:v>
                </c:pt>
                <c:pt idx="1236">
                  <c:v>409.04160000000002</c:v>
                </c:pt>
                <c:pt idx="1237">
                  <c:v>409.34640000000002</c:v>
                </c:pt>
                <c:pt idx="1238">
                  <c:v>409.65120000000002</c:v>
                </c:pt>
                <c:pt idx="1239">
                  <c:v>409.95600000000002</c:v>
                </c:pt>
                <c:pt idx="1240">
                  <c:v>410.26080000000002</c:v>
                </c:pt>
                <c:pt idx="1241">
                  <c:v>410.56560000000002</c:v>
                </c:pt>
                <c:pt idx="1242">
                  <c:v>410.87040000000002</c:v>
                </c:pt>
                <c:pt idx="1243">
                  <c:v>411.17520000000002</c:v>
                </c:pt>
                <c:pt idx="1244">
                  <c:v>411.48</c:v>
                </c:pt>
                <c:pt idx="1245">
                  <c:v>411.78480000000002</c:v>
                </c:pt>
                <c:pt idx="1246">
                  <c:v>412.08960000000002</c:v>
                </c:pt>
                <c:pt idx="1247">
                  <c:v>412.39440000000002</c:v>
                </c:pt>
                <c:pt idx="1248">
                  <c:v>412.69920000000002</c:v>
                </c:pt>
                <c:pt idx="1249">
                  <c:v>413.00400000000002</c:v>
                </c:pt>
                <c:pt idx="1250">
                  <c:v>413.30880000000002</c:v>
                </c:pt>
                <c:pt idx="1251">
                  <c:v>413.61360000000002</c:v>
                </c:pt>
                <c:pt idx="1252">
                  <c:v>413.91840000000002</c:v>
                </c:pt>
                <c:pt idx="1253">
                  <c:v>414.22320000000002</c:v>
                </c:pt>
                <c:pt idx="1254">
                  <c:v>414.52800000000002</c:v>
                </c:pt>
                <c:pt idx="1255">
                  <c:v>414.83280000000002</c:v>
                </c:pt>
                <c:pt idx="1256">
                  <c:v>415.13760000000002</c:v>
                </c:pt>
                <c:pt idx="1257">
                  <c:v>415.44240000000002</c:v>
                </c:pt>
                <c:pt idx="1258">
                  <c:v>415.74720000000002</c:v>
                </c:pt>
                <c:pt idx="1259">
                  <c:v>416.05200000000002</c:v>
                </c:pt>
                <c:pt idx="1260">
                  <c:v>416.35680000000002</c:v>
                </c:pt>
                <c:pt idx="1261">
                  <c:v>416.66160000000002</c:v>
                </c:pt>
                <c:pt idx="1262">
                  <c:v>416.96640000000002</c:v>
                </c:pt>
                <c:pt idx="1263">
                  <c:v>417.27120000000002</c:v>
                </c:pt>
                <c:pt idx="1264">
                  <c:v>417.57600000000002</c:v>
                </c:pt>
                <c:pt idx="1265">
                  <c:v>417.88080000000002</c:v>
                </c:pt>
                <c:pt idx="1266">
                  <c:v>418.18560000000002</c:v>
                </c:pt>
                <c:pt idx="1267">
                  <c:v>418.49040000000002</c:v>
                </c:pt>
                <c:pt idx="1268">
                  <c:v>418.79520000000002</c:v>
                </c:pt>
                <c:pt idx="1269">
                  <c:v>419.1</c:v>
                </c:pt>
                <c:pt idx="1270">
                  <c:v>419.40480000000002</c:v>
                </c:pt>
                <c:pt idx="1271">
                  <c:v>419.70960000000002</c:v>
                </c:pt>
                <c:pt idx="1272">
                  <c:v>420.01440000000002</c:v>
                </c:pt>
                <c:pt idx="1273">
                  <c:v>420.31920000000002</c:v>
                </c:pt>
                <c:pt idx="1274">
                  <c:v>420.62400000000002</c:v>
                </c:pt>
                <c:pt idx="1275">
                  <c:v>420.92880000000002</c:v>
                </c:pt>
                <c:pt idx="1276">
                  <c:v>421.23360000000002</c:v>
                </c:pt>
                <c:pt idx="1277">
                  <c:v>421.53840000000002</c:v>
                </c:pt>
                <c:pt idx="1278">
                  <c:v>421.84320000000002</c:v>
                </c:pt>
                <c:pt idx="1279">
                  <c:v>422.14800000000002</c:v>
                </c:pt>
                <c:pt idx="1280">
                  <c:v>422.45280000000002</c:v>
                </c:pt>
                <c:pt idx="1281">
                  <c:v>422.75760000000002</c:v>
                </c:pt>
                <c:pt idx="1282">
                  <c:v>423.06240000000003</c:v>
                </c:pt>
                <c:pt idx="1283">
                  <c:v>423.36720000000003</c:v>
                </c:pt>
                <c:pt idx="1284">
                  <c:v>423.67200000000003</c:v>
                </c:pt>
                <c:pt idx="1285">
                  <c:v>423.97680000000003</c:v>
                </c:pt>
                <c:pt idx="1286">
                  <c:v>424.28160000000003</c:v>
                </c:pt>
                <c:pt idx="1287">
                  <c:v>424.58640000000003</c:v>
                </c:pt>
                <c:pt idx="1288">
                  <c:v>424.89120000000003</c:v>
                </c:pt>
                <c:pt idx="1289">
                  <c:v>425.19600000000003</c:v>
                </c:pt>
                <c:pt idx="1290">
                  <c:v>425.50080000000003</c:v>
                </c:pt>
                <c:pt idx="1291">
                  <c:v>425.80560000000003</c:v>
                </c:pt>
                <c:pt idx="1292">
                  <c:v>426.11040000000003</c:v>
                </c:pt>
                <c:pt idx="1293">
                  <c:v>426.41520000000003</c:v>
                </c:pt>
                <c:pt idx="1294">
                  <c:v>426.72</c:v>
                </c:pt>
                <c:pt idx="1295">
                  <c:v>427.02480000000003</c:v>
                </c:pt>
                <c:pt idx="1296">
                  <c:v>427.32960000000003</c:v>
                </c:pt>
                <c:pt idx="1297">
                  <c:v>427.63440000000003</c:v>
                </c:pt>
                <c:pt idx="1298">
                  <c:v>427.93920000000003</c:v>
                </c:pt>
                <c:pt idx="1299">
                  <c:v>428.24400000000003</c:v>
                </c:pt>
                <c:pt idx="1300">
                  <c:v>428.54880000000003</c:v>
                </c:pt>
                <c:pt idx="1301">
                  <c:v>428.85359999999997</c:v>
                </c:pt>
                <c:pt idx="1302">
                  <c:v>429.15839999999997</c:v>
                </c:pt>
                <c:pt idx="1303">
                  <c:v>429.46319999999997</c:v>
                </c:pt>
                <c:pt idx="1304">
                  <c:v>429.76799999999997</c:v>
                </c:pt>
                <c:pt idx="1305">
                  <c:v>430.07279999999997</c:v>
                </c:pt>
                <c:pt idx="1306">
                  <c:v>430.37759999999997</c:v>
                </c:pt>
                <c:pt idx="1307">
                  <c:v>430.68239999999997</c:v>
                </c:pt>
                <c:pt idx="1308">
                  <c:v>430.98719999999997</c:v>
                </c:pt>
                <c:pt idx="1309">
                  <c:v>431.29199999999997</c:v>
                </c:pt>
                <c:pt idx="1310">
                  <c:v>431.59679999999997</c:v>
                </c:pt>
                <c:pt idx="1311">
                  <c:v>431.90159999999997</c:v>
                </c:pt>
                <c:pt idx="1312">
                  <c:v>432.20639999999997</c:v>
                </c:pt>
                <c:pt idx="1313">
                  <c:v>432.51119999999997</c:v>
                </c:pt>
                <c:pt idx="1314">
                  <c:v>432.81599999999997</c:v>
                </c:pt>
                <c:pt idx="1315">
                  <c:v>433.12079999999997</c:v>
                </c:pt>
                <c:pt idx="1316">
                  <c:v>433.42559999999997</c:v>
                </c:pt>
                <c:pt idx="1317">
                  <c:v>433.73039999999997</c:v>
                </c:pt>
                <c:pt idx="1318">
                  <c:v>434.03519999999997</c:v>
                </c:pt>
                <c:pt idx="1319">
                  <c:v>434.34</c:v>
                </c:pt>
                <c:pt idx="1320">
                  <c:v>434.64479999999998</c:v>
                </c:pt>
                <c:pt idx="1321">
                  <c:v>434.94959999999998</c:v>
                </c:pt>
                <c:pt idx="1322">
                  <c:v>435.25439999999998</c:v>
                </c:pt>
                <c:pt idx="1323">
                  <c:v>435.55919999999998</c:v>
                </c:pt>
                <c:pt idx="1324">
                  <c:v>435.86399999999998</c:v>
                </c:pt>
                <c:pt idx="1325">
                  <c:v>436.16879999999998</c:v>
                </c:pt>
                <c:pt idx="1326">
                  <c:v>436.47359999999998</c:v>
                </c:pt>
                <c:pt idx="1327">
                  <c:v>436.77839999999998</c:v>
                </c:pt>
                <c:pt idx="1328">
                  <c:v>437.08319999999998</c:v>
                </c:pt>
                <c:pt idx="1329">
                  <c:v>437.38799999999998</c:v>
                </c:pt>
                <c:pt idx="1330">
                  <c:v>437.69279999999998</c:v>
                </c:pt>
                <c:pt idx="1331">
                  <c:v>437.99759999999998</c:v>
                </c:pt>
                <c:pt idx="1332">
                  <c:v>438.30239999999998</c:v>
                </c:pt>
                <c:pt idx="1333">
                  <c:v>438.60719999999998</c:v>
                </c:pt>
                <c:pt idx="1334">
                  <c:v>438.91199999999998</c:v>
                </c:pt>
                <c:pt idx="1335">
                  <c:v>439.21679999999998</c:v>
                </c:pt>
                <c:pt idx="1336">
                  <c:v>439.52159999999998</c:v>
                </c:pt>
                <c:pt idx="1337">
                  <c:v>439.82639999999998</c:v>
                </c:pt>
                <c:pt idx="1338">
                  <c:v>440.13119999999998</c:v>
                </c:pt>
                <c:pt idx="1339">
                  <c:v>440.43599999999998</c:v>
                </c:pt>
                <c:pt idx="1340">
                  <c:v>440.74079999999998</c:v>
                </c:pt>
                <c:pt idx="1341">
                  <c:v>441.04559999999998</c:v>
                </c:pt>
                <c:pt idx="1342">
                  <c:v>441.35039999999998</c:v>
                </c:pt>
                <c:pt idx="1343">
                  <c:v>441.65519999999998</c:v>
                </c:pt>
                <c:pt idx="1344">
                  <c:v>441.96</c:v>
                </c:pt>
                <c:pt idx="1345">
                  <c:v>442.26479999999998</c:v>
                </c:pt>
                <c:pt idx="1346">
                  <c:v>442.56959999999998</c:v>
                </c:pt>
                <c:pt idx="1347">
                  <c:v>442.87439999999998</c:v>
                </c:pt>
                <c:pt idx="1348">
                  <c:v>443.17919999999998</c:v>
                </c:pt>
                <c:pt idx="1349">
                  <c:v>443.48399999999998</c:v>
                </c:pt>
                <c:pt idx="1350">
                  <c:v>443.78879999999998</c:v>
                </c:pt>
                <c:pt idx="1351">
                  <c:v>444.09359999999998</c:v>
                </c:pt>
                <c:pt idx="1352">
                  <c:v>444.39839999999998</c:v>
                </c:pt>
                <c:pt idx="1353">
                  <c:v>444.70319999999998</c:v>
                </c:pt>
                <c:pt idx="1354">
                  <c:v>445.00799999999998</c:v>
                </c:pt>
                <c:pt idx="1355">
                  <c:v>445.31279999999998</c:v>
                </c:pt>
                <c:pt idx="1356">
                  <c:v>445.61759999999998</c:v>
                </c:pt>
                <c:pt idx="1357">
                  <c:v>445.92239999999998</c:v>
                </c:pt>
                <c:pt idx="1358">
                  <c:v>446.22719999999998</c:v>
                </c:pt>
                <c:pt idx="1359">
                  <c:v>446.53199999999998</c:v>
                </c:pt>
                <c:pt idx="1360">
                  <c:v>446.83679999999998</c:v>
                </c:pt>
                <c:pt idx="1361">
                  <c:v>447.14159999999998</c:v>
                </c:pt>
                <c:pt idx="1362">
                  <c:v>447.44639999999998</c:v>
                </c:pt>
                <c:pt idx="1363">
                  <c:v>447.75119999999998</c:v>
                </c:pt>
                <c:pt idx="1364">
                  <c:v>448.05599999999998</c:v>
                </c:pt>
                <c:pt idx="1365">
                  <c:v>448.36079999999998</c:v>
                </c:pt>
                <c:pt idx="1366">
                  <c:v>448.66559999999998</c:v>
                </c:pt>
                <c:pt idx="1367">
                  <c:v>448.97039999999998</c:v>
                </c:pt>
                <c:pt idx="1368">
                  <c:v>449.27519999999998</c:v>
                </c:pt>
                <c:pt idx="1369">
                  <c:v>449.58</c:v>
                </c:pt>
                <c:pt idx="1370">
                  <c:v>449.88479999999998</c:v>
                </c:pt>
                <c:pt idx="1371">
                  <c:v>450.18959999999998</c:v>
                </c:pt>
                <c:pt idx="1372">
                  <c:v>450.49439999999998</c:v>
                </c:pt>
                <c:pt idx="1373">
                  <c:v>450.79919999999998</c:v>
                </c:pt>
                <c:pt idx="1374">
                  <c:v>451.10399999999998</c:v>
                </c:pt>
                <c:pt idx="1375">
                  <c:v>451.40879999999999</c:v>
                </c:pt>
                <c:pt idx="1376">
                  <c:v>451.71359999999999</c:v>
                </c:pt>
                <c:pt idx="1377">
                  <c:v>452.01839999999999</c:v>
                </c:pt>
                <c:pt idx="1378">
                  <c:v>452.32319999999999</c:v>
                </c:pt>
                <c:pt idx="1379">
                  <c:v>452.62799999999999</c:v>
                </c:pt>
                <c:pt idx="1380">
                  <c:v>452.93279999999999</c:v>
                </c:pt>
                <c:pt idx="1381">
                  <c:v>453.23759999999999</c:v>
                </c:pt>
                <c:pt idx="1382">
                  <c:v>453.54239999999999</c:v>
                </c:pt>
                <c:pt idx="1383">
                  <c:v>453.84719999999999</c:v>
                </c:pt>
                <c:pt idx="1384">
                  <c:v>454.15199999999999</c:v>
                </c:pt>
                <c:pt idx="1385">
                  <c:v>454.45679999999999</c:v>
                </c:pt>
                <c:pt idx="1386">
                  <c:v>454.76159999999999</c:v>
                </c:pt>
                <c:pt idx="1387">
                  <c:v>455.06639999999999</c:v>
                </c:pt>
                <c:pt idx="1388">
                  <c:v>455.37119999999999</c:v>
                </c:pt>
                <c:pt idx="1389">
                  <c:v>455.67599999999999</c:v>
                </c:pt>
                <c:pt idx="1390">
                  <c:v>455.98079999999999</c:v>
                </c:pt>
                <c:pt idx="1391">
                  <c:v>456.28559999999999</c:v>
                </c:pt>
                <c:pt idx="1392">
                  <c:v>456.59039999999999</c:v>
                </c:pt>
                <c:pt idx="1393">
                  <c:v>456.89519999999999</c:v>
                </c:pt>
                <c:pt idx="1394">
                  <c:v>457.2</c:v>
                </c:pt>
                <c:pt idx="1395">
                  <c:v>457.50479999999999</c:v>
                </c:pt>
                <c:pt idx="1396">
                  <c:v>457.80959999999999</c:v>
                </c:pt>
                <c:pt idx="1397">
                  <c:v>458.11439999999999</c:v>
                </c:pt>
                <c:pt idx="1398">
                  <c:v>458.41919999999999</c:v>
                </c:pt>
                <c:pt idx="1399">
                  <c:v>458.72399999999999</c:v>
                </c:pt>
                <c:pt idx="1400">
                  <c:v>459.02879999999999</c:v>
                </c:pt>
                <c:pt idx="1401">
                  <c:v>459.33359999999999</c:v>
                </c:pt>
                <c:pt idx="1402">
                  <c:v>459.63839999999999</c:v>
                </c:pt>
                <c:pt idx="1403">
                  <c:v>459.94319999999999</c:v>
                </c:pt>
                <c:pt idx="1404">
                  <c:v>460.24799999999999</c:v>
                </c:pt>
                <c:pt idx="1405">
                  <c:v>460.55279999999999</c:v>
                </c:pt>
                <c:pt idx="1406">
                  <c:v>460.85759999999999</c:v>
                </c:pt>
                <c:pt idx="1407">
                  <c:v>461.16239999999999</c:v>
                </c:pt>
                <c:pt idx="1408">
                  <c:v>461.46719999999999</c:v>
                </c:pt>
                <c:pt idx="1409">
                  <c:v>461.77199999999999</c:v>
                </c:pt>
                <c:pt idx="1410">
                  <c:v>462.07679999999999</c:v>
                </c:pt>
                <c:pt idx="1411">
                  <c:v>462.38159999999999</c:v>
                </c:pt>
                <c:pt idx="1412">
                  <c:v>462.68639999999999</c:v>
                </c:pt>
                <c:pt idx="1413">
                  <c:v>462.99119999999999</c:v>
                </c:pt>
                <c:pt idx="1414">
                  <c:v>463.29599999999999</c:v>
                </c:pt>
                <c:pt idx="1415">
                  <c:v>463.60079999999999</c:v>
                </c:pt>
                <c:pt idx="1416">
                  <c:v>463.90559999999999</c:v>
                </c:pt>
                <c:pt idx="1417">
                  <c:v>464.21039999999999</c:v>
                </c:pt>
                <c:pt idx="1418">
                  <c:v>464.51519999999999</c:v>
                </c:pt>
                <c:pt idx="1419">
                  <c:v>464.82</c:v>
                </c:pt>
                <c:pt idx="1420">
                  <c:v>465.12479999999999</c:v>
                </c:pt>
                <c:pt idx="1421">
                  <c:v>465.42959999999999</c:v>
                </c:pt>
                <c:pt idx="1422">
                  <c:v>465.73439999999999</c:v>
                </c:pt>
                <c:pt idx="1423">
                  <c:v>466.03919999999999</c:v>
                </c:pt>
                <c:pt idx="1424">
                  <c:v>466.34399999999999</c:v>
                </c:pt>
                <c:pt idx="1425">
                  <c:v>466.64879999999999</c:v>
                </c:pt>
                <c:pt idx="1426">
                  <c:v>466.95359999999999</c:v>
                </c:pt>
                <c:pt idx="1427">
                  <c:v>467.25839999999999</c:v>
                </c:pt>
                <c:pt idx="1428">
                  <c:v>467.56319999999999</c:v>
                </c:pt>
                <c:pt idx="1429">
                  <c:v>467.86799999999999</c:v>
                </c:pt>
                <c:pt idx="1430">
                  <c:v>468.1728</c:v>
                </c:pt>
                <c:pt idx="1431">
                  <c:v>468.4776</c:v>
                </c:pt>
                <c:pt idx="1432">
                  <c:v>468.7824</c:v>
                </c:pt>
                <c:pt idx="1433">
                  <c:v>469.0872</c:v>
                </c:pt>
                <c:pt idx="1434">
                  <c:v>469.392</c:v>
                </c:pt>
                <c:pt idx="1435">
                  <c:v>469.6968</c:v>
                </c:pt>
                <c:pt idx="1436">
                  <c:v>470.0016</c:v>
                </c:pt>
                <c:pt idx="1437">
                  <c:v>470.3064</c:v>
                </c:pt>
                <c:pt idx="1438">
                  <c:v>470.6112</c:v>
                </c:pt>
                <c:pt idx="1439">
                  <c:v>470.916</c:v>
                </c:pt>
                <c:pt idx="1440">
                  <c:v>471.2208</c:v>
                </c:pt>
                <c:pt idx="1441">
                  <c:v>471.5256</c:v>
                </c:pt>
                <c:pt idx="1442">
                  <c:v>471.8304</c:v>
                </c:pt>
                <c:pt idx="1443">
                  <c:v>472.1352</c:v>
                </c:pt>
                <c:pt idx="1444">
                  <c:v>472.44</c:v>
                </c:pt>
                <c:pt idx="1445">
                  <c:v>472.7448</c:v>
                </c:pt>
                <c:pt idx="1446">
                  <c:v>473.0496</c:v>
                </c:pt>
                <c:pt idx="1447">
                  <c:v>473.3544</c:v>
                </c:pt>
                <c:pt idx="1448">
                  <c:v>473.6592</c:v>
                </c:pt>
                <c:pt idx="1449">
                  <c:v>473.964</c:v>
                </c:pt>
                <c:pt idx="1450">
                  <c:v>474.2688</c:v>
                </c:pt>
                <c:pt idx="1451">
                  <c:v>474.5736</c:v>
                </c:pt>
                <c:pt idx="1452">
                  <c:v>474.8784</c:v>
                </c:pt>
                <c:pt idx="1453">
                  <c:v>475.1832</c:v>
                </c:pt>
                <c:pt idx="1454">
                  <c:v>475.488</c:v>
                </c:pt>
                <c:pt idx="1455">
                  <c:v>475.7928</c:v>
                </c:pt>
                <c:pt idx="1456">
                  <c:v>476.0976</c:v>
                </c:pt>
                <c:pt idx="1457">
                  <c:v>476.4024</c:v>
                </c:pt>
                <c:pt idx="1458">
                  <c:v>476.7072</c:v>
                </c:pt>
                <c:pt idx="1459">
                  <c:v>477.012</c:v>
                </c:pt>
                <c:pt idx="1460">
                  <c:v>477.3168</c:v>
                </c:pt>
                <c:pt idx="1461">
                  <c:v>477.6216</c:v>
                </c:pt>
                <c:pt idx="1462">
                  <c:v>477.9264</c:v>
                </c:pt>
                <c:pt idx="1463">
                  <c:v>478.2312</c:v>
                </c:pt>
                <c:pt idx="1464">
                  <c:v>478.536</c:v>
                </c:pt>
                <c:pt idx="1465">
                  <c:v>478.8408</c:v>
                </c:pt>
                <c:pt idx="1466">
                  <c:v>479.1456</c:v>
                </c:pt>
                <c:pt idx="1467">
                  <c:v>479.4504</c:v>
                </c:pt>
                <c:pt idx="1468">
                  <c:v>479.7552</c:v>
                </c:pt>
                <c:pt idx="1469">
                  <c:v>480.06</c:v>
                </c:pt>
                <c:pt idx="1470">
                  <c:v>480.3648</c:v>
                </c:pt>
                <c:pt idx="1471">
                  <c:v>480.6696</c:v>
                </c:pt>
                <c:pt idx="1472">
                  <c:v>480.9744</c:v>
                </c:pt>
                <c:pt idx="1473">
                  <c:v>481.2792</c:v>
                </c:pt>
                <c:pt idx="1474">
                  <c:v>481.584</c:v>
                </c:pt>
                <c:pt idx="1475">
                  <c:v>481.8888</c:v>
                </c:pt>
                <c:pt idx="1476">
                  <c:v>482.1936</c:v>
                </c:pt>
                <c:pt idx="1477">
                  <c:v>482.4984</c:v>
                </c:pt>
                <c:pt idx="1478">
                  <c:v>482.8032</c:v>
                </c:pt>
                <c:pt idx="1479">
                  <c:v>483.108</c:v>
                </c:pt>
                <c:pt idx="1480">
                  <c:v>483.4128</c:v>
                </c:pt>
                <c:pt idx="1481">
                  <c:v>483.7176</c:v>
                </c:pt>
                <c:pt idx="1482">
                  <c:v>484.0224</c:v>
                </c:pt>
                <c:pt idx="1483">
                  <c:v>484.3272</c:v>
                </c:pt>
                <c:pt idx="1484">
                  <c:v>484.63200000000001</c:v>
                </c:pt>
                <c:pt idx="1485">
                  <c:v>484.93680000000001</c:v>
                </c:pt>
                <c:pt idx="1486">
                  <c:v>485.24160000000001</c:v>
                </c:pt>
                <c:pt idx="1487">
                  <c:v>485.54640000000001</c:v>
                </c:pt>
                <c:pt idx="1488">
                  <c:v>485.85120000000001</c:v>
                </c:pt>
                <c:pt idx="1489">
                  <c:v>486.15600000000001</c:v>
                </c:pt>
                <c:pt idx="1490">
                  <c:v>486.46080000000001</c:v>
                </c:pt>
                <c:pt idx="1491">
                  <c:v>486.76560000000001</c:v>
                </c:pt>
                <c:pt idx="1492">
                  <c:v>487.07040000000001</c:v>
                </c:pt>
                <c:pt idx="1493">
                  <c:v>487.37520000000001</c:v>
                </c:pt>
                <c:pt idx="1494">
                  <c:v>487.68</c:v>
                </c:pt>
                <c:pt idx="1495">
                  <c:v>487.98480000000001</c:v>
                </c:pt>
                <c:pt idx="1496">
                  <c:v>488.28960000000001</c:v>
                </c:pt>
                <c:pt idx="1497">
                  <c:v>488.59440000000001</c:v>
                </c:pt>
                <c:pt idx="1498">
                  <c:v>488.89920000000001</c:v>
                </c:pt>
                <c:pt idx="1499">
                  <c:v>489.20400000000001</c:v>
                </c:pt>
                <c:pt idx="1500">
                  <c:v>489.50880000000001</c:v>
                </c:pt>
                <c:pt idx="1501">
                  <c:v>489.81360000000001</c:v>
                </c:pt>
                <c:pt idx="1502">
                  <c:v>490.11840000000001</c:v>
                </c:pt>
                <c:pt idx="1503">
                  <c:v>490.42320000000001</c:v>
                </c:pt>
                <c:pt idx="1504">
                  <c:v>490.72800000000001</c:v>
                </c:pt>
                <c:pt idx="1505">
                  <c:v>491.03280000000001</c:v>
                </c:pt>
                <c:pt idx="1506">
                  <c:v>491.33760000000001</c:v>
                </c:pt>
                <c:pt idx="1507">
                  <c:v>491.64240000000001</c:v>
                </c:pt>
                <c:pt idx="1508">
                  <c:v>491.94720000000001</c:v>
                </c:pt>
                <c:pt idx="1509">
                  <c:v>492.25200000000001</c:v>
                </c:pt>
                <c:pt idx="1510">
                  <c:v>492.55680000000001</c:v>
                </c:pt>
                <c:pt idx="1511">
                  <c:v>492.86160000000001</c:v>
                </c:pt>
                <c:pt idx="1512">
                  <c:v>493.16640000000001</c:v>
                </c:pt>
                <c:pt idx="1513">
                  <c:v>493.47120000000001</c:v>
                </c:pt>
                <c:pt idx="1514">
                  <c:v>493.77600000000001</c:v>
                </c:pt>
                <c:pt idx="1515">
                  <c:v>494.08080000000001</c:v>
                </c:pt>
                <c:pt idx="1516">
                  <c:v>494.38560000000001</c:v>
                </c:pt>
                <c:pt idx="1517">
                  <c:v>494.69040000000001</c:v>
                </c:pt>
                <c:pt idx="1518">
                  <c:v>494.99520000000001</c:v>
                </c:pt>
                <c:pt idx="1519">
                  <c:v>495.3</c:v>
                </c:pt>
                <c:pt idx="1520">
                  <c:v>495.60480000000001</c:v>
                </c:pt>
                <c:pt idx="1521">
                  <c:v>495.90960000000001</c:v>
                </c:pt>
                <c:pt idx="1522">
                  <c:v>496.21440000000001</c:v>
                </c:pt>
                <c:pt idx="1523">
                  <c:v>496.51920000000001</c:v>
                </c:pt>
                <c:pt idx="1524">
                  <c:v>496.82400000000001</c:v>
                </c:pt>
                <c:pt idx="1525">
                  <c:v>497.12880000000001</c:v>
                </c:pt>
                <c:pt idx="1526">
                  <c:v>497.43360000000001</c:v>
                </c:pt>
                <c:pt idx="1527">
                  <c:v>497.73840000000001</c:v>
                </c:pt>
                <c:pt idx="1528">
                  <c:v>498.04320000000001</c:v>
                </c:pt>
                <c:pt idx="1529">
                  <c:v>498.34800000000001</c:v>
                </c:pt>
                <c:pt idx="1530">
                  <c:v>498.65280000000001</c:v>
                </c:pt>
                <c:pt idx="1531">
                  <c:v>498.95760000000001</c:v>
                </c:pt>
                <c:pt idx="1532">
                  <c:v>499.26240000000001</c:v>
                </c:pt>
                <c:pt idx="1533">
                  <c:v>499.56720000000001</c:v>
                </c:pt>
                <c:pt idx="1534">
                  <c:v>499.87200000000001</c:v>
                </c:pt>
                <c:pt idx="1535">
                  <c:v>500.17680000000001</c:v>
                </c:pt>
                <c:pt idx="1536">
                  <c:v>500.48160000000001</c:v>
                </c:pt>
                <c:pt idx="1537">
                  <c:v>500.78640000000001</c:v>
                </c:pt>
                <c:pt idx="1538">
                  <c:v>501.09120000000001</c:v>
                </c:pt>
                <c:pt idx="1539">
                  <c:v>501.39600000000002</c:v>
                </c:pt>
                <c:pt idx="1540">
                  <c:v>501.70080000000002</c:v>
                </c:pt>
                <c:pt idx="1541">
                  <c:v>502.00560000000002</c:v>
                </c:pt>
                <c:pt idx="1542">
                  <c:v>502.31040000000002</c:v>
                </c:pt>
                <c:pt idx="1543">
                  <c:v>502.61520000000002</c:v>
                </c:pt>
                <c:pt idx="1544">
                  <c:v>502.92</c:v>
                </c:pt>
                <c:pt idx="1545">
                  <c:v>503.22480000000002</c:v>
                </c:pt>
                <c:pt idx="1546">
                  <c:v>503.52960000000002</c:v>
                </c:pt>
                <c:pt idx="1547">
                  <c:v>503.83440000000002</c:v>
                </c:pt>
                <c:pt idx="1548">
                  <c:v>504.13920000000002</c:v>
                </c:pt>
                <c:pt idx="1549">
                  <c:v>504.44400000000002</c:v>
                </c:pt>
                <c:pt idx="1550">
                  <c:v>504.74880000000002</c:v>
                </c:pt>
                <c:pt idx="1551">
                  <c:v>505.05360000000002</c:v>
                </c:pt>
                <c:pt idx="1552">
                  <c:v>505.35840000000002</c:v>
                </c:pt>
                <c:pt idx="1553">
                  <c:v>505.66320000000002</c:v>
                </c:pt>
                <c:pt idx="1554">
                  <c:v>505.96800000000002</c:v>
                </c:pt>
                <c:pt idx="1555">
                  <c:v>506.27280000000002</c:v>
                </c:pt>
                <c:pt idx="1556">
                  <c:v>506.57760000000002</c:v>
                </c:pt>
                <c:pt idx="1557">
                  <c:v>506.88240000000002</c:v>
                </c:pt>
                <c:pt idx="1558">
                  <c:v>507.18720000000002</c:v>
                </c:pt>
                <c:pt idx="1559">
                  <c:v>507.49200000000002</c:v>
                </c:pt>
                <c:pt idx="1560">
                  <c:v>507.79680000000002</c:v>
                </c:pt>
                <c:pt idx="1561">
                  <c:v>508.10160000000002</c:v>
                </c:pt>
                <c:pt idx="1562">
                  <c:v>508.40640000000002</c:v>
                </c:pt>
                <c:pt idx="1563">
                  <c:v>508.71120000000002</c:v>
                </c:pt>
                <c:pt idx="1564">
                  <c:v>509.01600000000002</c:v>
                </c:pt>
                <c:pt idx="1565">
                  <c:v>509.32080000000002</c:v>
                </c:pt>
                <c:pt idx="1566">
                  <c:v>509.62560000000002</c:v>
                </c:pt>
                <c:pt idx="1567">
                  <c:v>509.93040000000002</c:v>
                </c:pt>
                <c:pt idx="1568">
                  <c:v>510.23520000000002</c:v>
                </c:pt>
                <c:pt idx="1569">
                  <c:v>510.54</c:v>
                </c:pt>
                <c:pt idx="1570">
                  <c:v>510.84480000000002</c:v>
                </c:pt>
                <c:pt idx="1571">
                  <c:v>511.14960000000002</c:v>
                </c:pt>
                <c:pt idx="1572">
                  <c:v>511.45440000000002</c:v>
                </c:pt>
                <c:pt idx="1573">
                  <c:v>511.75920000000002</c:v>
                </c:pt>
                <c:pt idx="1574">
                  <c:v>512.06399999999996</c:v>
                </c:pt>
                <c:pt idx="1575">
                  <c:v>512.36879999999996</c:v>
                </c:pt>
                <c:pt idx="1576">
                  <c:v>512.67359999999996</c:v>
                </c:pt>
                <c:pt idx="1577">
                  <c:v>512.97839999999997</c:v>
                </c:pt>
                <c:pt idx="1578">
                  <c:v>513.28319999999997</c:v>
                </c:pt>
                <c:pt idx="1579">
                  <c:v>513.58799999999997</c:v>
                </c:pt>
                <c:pt idx="1580">
                  <c:v>513.89279999999997</c:v>
                </c:pt>
                <c:pt idx="1581">
                  <c:v>514.19759999999997</c:v>
                </c:pt>
                <c:pt idx="1582">
                  <c:v>514.50239999999997</c:v>
                </c:pt>
                <c:pt idx="1583">
                  <c:v>514.80719999999997</c:v>
                </c:pt>
                <c:pt idx="1584">
                  <c:v>515.11199999999997</c:v>
                </c:pt>
                <c:pt idx="1585">
                  <c:v>515.41679999999997</c:v>
                </c:pt>
                <c:pt idx="1586">
                  <c:v>515.72159999999997</c:v>
                </c:pt>
                <c:pt idx="1587">
                  <c:v>516.02639999999997</c:v>
                </c:pt>
                <c:pt idx="1588">
                  <c:v>516.33119999999997</c:v>
                </c:pt>
                <c:pt idx="1589">
                  <c:v>516.63599999999997</c:v>
                </c:pt>
                <c:pt idx="1590">
                  <c:v>516.94079999999997</c:v>
                </c:pt>
                <c:pt idx="1591">
                  <c:v>517.24559999999997</c:v>
                </c:pt>
                <c:pt idx="1592">
                  <c:v>517.55039999999997</c:v>
                </c:pt>
                <c:pt idx="1593">
                  <c:v>517.85519999999997</c:v>
                </c:pt>
                <c:pt idx="1594">
                  <c:v>518.16</c:v>
                </c:pt>
                <c:pt idx="1595">
                  <c:v>518.46479999999997</c:v>
                </c:pt>
                <c:pt idx="1596">
                  <c:v>518.76959999999997</c:v>
                </c:pt>
                <c:pt idx="1597">
                  <c:v>519.07439999999997</c:v>
                </c:pt>
                <c:pt idx="1598">
                  <c:v>519.37919999999997</c:v>
                </c:pt>
                <c:pt idx="1599">
                  <c:v>519.68399999999997</c:v>
                </c:pt>
                <c:pt idx="1600">
                  <c:v>519.98879999999997</c:v>
                </c:pt>
                <c:pt idx="1601">
                  <c:v>520.29359999999997</c:v>
                </c:pt>
                <c:pt idx="1602">
                  <c:v>520.59839999999997</c:v>
                </c:pt>
                <c:pt idx="1603">
                  <c:v>520.90319999999997</c:v>
                </c:pt>
                <c:pt idx="1604">
                  <c:v>521.20799999999997</c:v>
                </c:pt>
                <c:pt idx="1605">
                  <c:v>521.51279999999997</c:v>
                </c:pt>
                <c:pt idx="1606">
                  <c:v>521.81759999999997</c:v>
                </c:pt>
                <c:pt idx="1607">
                  <c:v>522.12239999999997</c:v>
                </c:pt>
                <c:pt idx="1608">
                  <c:v>522.42719999999997</c:v>
                </c:pt>
                <c:pt idx="1609">
                  <c:v>522.73199999999997</c:v>
                </c:pt>
                <c:pt idx="1610">
                  <c:v>523.03679999999997</c:v>
                </c:pt>
                <c:pt idx="1611">
                  <c:v>523.34159999999997</c:v>
                </c:pt>
                <c:pt idx="1612">
                  <c:v>523.64639999999997</c:v>
                </c:pt>
                <c:pt idx="1613">
                  <c:v>523.95119999999997</c:v>
                </c:pt>
                <c:pt idx="1614">
                  <c:v>524.25599999999997</c:v>
                </c:pt>
                <c:pt idx="1615">
                  <c:v>524.56079999999997</c:v>
                </c:pt>
                <c:pt idx="1616">
                  <c:v>524.86559999999997</c:v>
                </c:pt>
                <c:pt idx="1617">
                  <c:v>525.17039999999997</c:v>
                </c:pt>
                <c:pt idx="1618">
                  <c:v>525.47519999999997</c:v>
                </c:pt>
                <c:pt idx="1619">
                  <c:v>525.78</c:v>
                </c:pt>
                <c:pt idx="1620">
                  <c:v>526.08479999999997</c:v>
                </c:pt>
                <c:pt idx="1621">
                  <c:v>526.38959999999997</c:v>
                </c:pt>
                <c:pt idx="1622">
                  <c:v>526.69439999999997</c:v>
                </c:pt>
                <c:pt idx="1623">
                  <c:v>526.99919999999997</c:v>
                </c:pt>
                <c:pt idx="1624">
                  <c:v>527.30399999999997</c:v>
                </c:pt>
                <c:pt idx="1625">
                  <c:v>527.60879999999997</c:v>
                </c:pt>
                <c:pt idx="1626">
                  <c:v>527.91359999999997</c:v>
                </c:pt>
                <c:pt idx="1627">
                  <c:v>528.21839999999997</c:v>
                </c:pt>
                <c:pt idx="1628">
                  <c:v>528.52319999999997</c:v>
                </c:pt>
                <c:pt idx="1629">
                  <c:v>528.82799999999997</c:v>
                </c:pt>
                <c:pt idx="1630">
                  <c:v>529.13279999999997</c:v>
                </c:pt>
                <c:pt idx="1631">
                  <c:v>529.43759999999997</c:v>
                </c:pt>
                <c:pt idx="1632">
                  <c:v>529.74239999999998</c:v>
                </c:pt>
                <c:pt idx="1633">
                  <c:v>530.04719999999998</c:v>
                </c:pt>
                <c:pt idx="1634">
                  <c:v>530.35199999999998</c:v>
                </c:pt>
                <c:pt idx="1635">
                  <c:v>530.65679999999998</c:v>
                </c:pt>
                <c:pt idx="1636">
                  <c:v>530.96159999999998</c:v>
                </c:pt>
                <c:pt idx="1637">
                  <c:v>531.26639999999998</c:v>
                </c:pt>
                <c:pt idx="1638">
                  <c:v>531.57119999999998</c:v>
                </c:pt>
                <c:pt idx="1639">
                  <c:v>531.87599999999998</c:v>
                </c:pt>
                <c:pt idx="1640">
                  <c:v>532.18079999999998</c:v>
                </c:pt>
                <c:pt idx="1641">
                  <c:v>532.48559999999998</c:v>
                </c:pt>
                <c:pt idx="1642">
                  <c:v>532.79039999999998</c:v>
                </c:pt>
                <c:pt idx="1643">
                  <c:v>533.09519999999998</c:v>
                </c:pt>
                <c:pt idx="1644">
                  <c:v>533.4</c:v>
                </c:pt>
                <c:pt idx="1645">
                  <c:v>533.70479999999998</c:v>
                </c:pt>
                <c:pt idx="1646">
                  <c:v>534.00959999999998</c:v>
                </c:pt>
                <c:pt idx="1647">
                  <c:v>534.31439999999998</c:v>
                </c:pt>
                <c:pt idx="1648">
                  <c:v>534.61919999999998</c:v>
                </c:pt>
                <c:pt idx="1649">
                  <c:v>534.92399999999998</c:v>
                </c:pt>
                <c:pt idx="1650">
                  <c:v>535.22879999999998</c:v>
                </c:pt>
                <c:pt idx="1651">
                  <c:v>535.53359999999998</c:v>
                </c:pt>
                <c:pt idx="1652">
                  <c:v>535.83839999999998</c:v>
                </c:pt>
                <c:pt idx="1653">
                  <c:v>536.14319999999998</c:v>
                </c:pt>
                <c:pt idx="1654">
                  <c:v>536.44799999999998</c:v>
                </c:pt>
                <c:pt idx="1655">
                  <c:v>536.75279999999998</c:v>
                </c:pt>
                <c:pt idx="1656">
                  <c:v>537.05759999999998</c:v>
                </c:pt>
                <c:pt idx="1657">
                  <c:v>537.36239999999998</c:v>
                </c:pt>
                <c:pt idx="1658">
                  <c:v>537.66719999999998</c:v>
                </c:pt>
                <c:pt idx="1659">
                  <c:v>537.97199999999998</c:v>
                </c:pt>
                <c:pt idx="1660">
                  <c:v>538.27679999999998</c:v>
                </c:pt>
                <c:pt idx="1661">
                  <c:v>538.58159999999998</c:v>
                </c:pt>
                <c:pt idx="1662">
                  <c:v>538.88639999999998</c:v>
                </c:pt>
                <c:pt idx="1663">
                  <c:v>539.19119999999998</c:v>
                </c:pt>
                <c:pt idx="1664">
                  <c:v>539.49599999999998</c:v>
                </c:pt>
                <c:pt idx="1665">
                  <c:v>539.80079999999998</c:v>
                </c:pt>
                <c:pt idx="1666">
                  <c:v>540.10559999999998</c:v>
                </c:pt>
                <c:pt idx="1667">
                  <c:v>540.41039999999998</c:v>
                </c:pt>
                <c:pt idx="1668">
                  <c:v>540.71519999999998</c:v>
                </c:pt>
                <c:pt idx="1669">
                  <c:v>541.02</c:v>
                </c:pt>
                <c:pt idx="1670">
                  <c:v>541.32479999999998</c:v>
                </c:pt>
                <c:pt idx="1671">
                  <c:v>541.62959999999998</c:v>
                </c:pt>
                <c:pt idx="1672">
                  <c:v>541.93439999999998</c:v>
                </c:pt>
                <c:pt idx="1673">
                  <c:v>542.23919999999998</c:v>
                </c:pt>
                <c:pt idx="1674">
                  <c:v>542.54399999999998</c:v>
                </c:pt>
                <c:pt idx="1675">
                  <c:v>542.84879999999998</c:v>
                </c:pt>
                <c:pt idx="1676">
                  <c:v>543.15359999999998</c:v>
                </c:pt>
                <c:pt idx="1677">
                  <c:v>543.45839999999998</c:v>
                </c:pt>
                <c:pt idx="1678">
                  <c:v>543.76319999999998</c:v>
                </c:pt>
                <c:pt idx="1679">
                  <c:v>544.06799999999998</c:v>
                </c:pt>
                <c:pt idx="1680">
                  <c:v>544.37279999999998</c:v>
                </c:pt>
                <c:pt idx="1681">
                  <c:v>544.67759999999998</c:v>
                </c:pt>
                <c:pt idx="1682">
                  <c:v>544.98239999999998</c:v>
                </c:pt>
                <c:pt idx="1683">
                  <c:v>545.28719999999998</c:v>
                </c:pt>
                <c:pt idx="1684">
                  <c:v>545.59199999999998</c:v>
                </c:pt>
                <c:pt idx="1685">
                  <c:v>545.89679999999998</c:v>
                </c:pt>
                <c:pt idx="1686">
                  <c:v>546.20159999999998</c:v>
                </c:pt>
                <c:pt idx="1687">
                  <c:v>546.50639999999999</c:v>
                </c:pt>
                <c:pt idx="1688">
                  <c:v>546.81119999999999</c:v>
                </c:pt>
                <c:pt idx="1689">
                  <c:v>547.11599999999999</c:v>
                </c:pt>
                <c:pt idx="1690">
                  <c:v>547.42079999999999</c:v>
                </c:pt>
                <c:pt idx="1691">
                  <c:v>547.72559999999999</c:v>
                </c:pt>
                <c:pt idx="1692">
                  <c:v>548.03039999999999</c:v>
                </c:pt>
                <c:pt idx="1693">
                  <c:v>548.33519999999999</c:v>
                </c:pt>
                <c:pt idx="1694">
                  <c:v>548.64</c:v>
                </c:pt>
                <c:pt idx="1695">
                  <c:v>548.94479999999999</c:v>
                </c:pt>
                <c:pt idx="1696">
                  <c:v>549.24959999999999</c:v>
                </c:pt>
                <c:pt idx="1697">
                  <c:v>549.55439999999999</c:v>
                </c:pt>
                <c:pt idx="1698">
                  <c:v>549.85919999999999</c:v>
                </c:pt>
                <c:pt idx="1699">
                  <c:v>550.16399999999999</c:v>
                </c:pt>
                <c:pt idx="1700">
                  <c:v>550.46879999999999</c:v>
                </c:pt>
                <c:pt idx="1701">
                  <c:v>550.77359999999999</c:v>
                </c:pt>
                <c:pt idx="1702">
                  <c:v>551.07839999999999</c:v>
                </c:pt>
                <c:pt idx="1703">
                  <c:v>551.38319999999999</c:v>
                </c:pt>
                <c:pt idx="1704">
                  <c:v>551.68799999999999</c:v>
                </c:pt>
                <c:pt idx="1705">
                  <c:v>551.99279999999999</c:v>
                </c:pt>
                <c:pt idx="1706">
                  <c:v>552.29759999999999</c:v>
                </c:pt>
                <c:pt idx="1707">
                  <c:v>552.60239999999999</c:v>
                </c:pt>
                <c:pt idx="1708">
                  <c:v>552.90719999999999</c:v>
                </c:pt>
                <c:pt idx="1709">
                  <c:v>553.21199999999999</c:v>
                </c:pt>
                <c:pt idx="1710">
                  <c:v>553.51679999999999</c:v>
                </c:pt>
                <c:pt idx="1711">
                  <c:v>553.82159999999999</c:v>
                </c:pt>
                <c:pt idx="1712">
                  <c:v>554.12639999999999</c:v>
                </c:pt>
                <c:pt idx="1713">
                  <c:v>554.43119999999999</c:v>
                </c:pt>
                <c:pt idx="1714">
                  <c:v>554.73599999999999</c:v>
                </c:pt>
                <c:pt idx="1715">
                  <c:v>555.04079999999999</c:v>
                </c:pt>
                <c:pt idx="1716">
                  <c:v>555.34559999999999</c:v>
                </c:pt>
                <c:pt idx="1717">
                  <c:v>555.65039999999999</c:v>
                </c:pt>
                <c:pt idx="1718">
                  <c:v>555.95519999999999</c:v>
                </c:pt>
                <c:pt idx="1719">
                  <c:v>556.26</c:v>
                </c:pt>
                <c:pt idx="1720">
                  <c:v>556.56479999999999</c:v>
                </c:pt>
                <c:pt idx="1721">
                  <c:v>556.86959999999999</c:v>
                </c:pt>
                <c:pt idx="1722">
                  <c:v>557.17439999999999</c:v>
                </c:pt>
                <c:pt idx="1723">
                  <c:v>557.47919999999999</c:v>
                </c:pt>
                <c:pt idx="1724">
                  <c:v>557.78399999999999</c:v>
                </c:pt>
                <c:pt idx="1725">
                  <c:v>558.08879999999999</c:v>
                </c:pt>
                <c:pt idx="1726">
                  <c:v>558.39359999999999</c:v>
                </c:pt>
                <c:pt idx="1727">
                  <c:v>558.69839999999999</c:v>
                </c:pt>
                <c:pt idx="1728">
                  <c:v>559.00319999999999</c:v>
                </c:pt>
                <c:pt idx="1729">
                  <c:v>559.30799999999999</c:v>
                </c:pt>
                <c:pt idx="1730">
                  <c:v>559.61279999999999</c:v>
                </c:pt>
                <c:pt idx="1731">
                  <c:v>559.91759999999999</c:v>
                </c:pt>
                <c:pt idx="1732">
                  <c:v>560.22239999999999</c:v>
                </c:pt>
                <c:pt idx="1733">
                  <c:v>560.52719999999999</c:v>
                </c:pt>
                <c:pt idx="1734">
                  <c:v>560.83199999999999</c:v>
                </c:pt>
                <c:pt idx="1735">
                  <c:v>561.13679999999999</c:v>
                </c:pt>
                <c:pt idx="1736">
                  <c:v>561.44159999999999</c:v>
                </c:pt>
                <c:pt idx="1737">
                  <c:v>561.74639999999999</c:v>
                </c:pt>
                <c:pt idx="1738">
                  <c:v>562.05119999999999</c:v>
                </c:pt>
                <c:pt idx="1739">
                  <c:v>562.35599999999999</c:v>
                </c:pt>
                <c:pt idx="1740">
                  <c:v>562.66079999999999</c:v>
                </c:pt>
                <c:pt idx="1741">
                  <c:v>562.96559999999999</c:v>
                </c:pt>
                <c:pt idx="1742">
                  <c:v>563.2704</c:v>
                </c:pt>
                <c:pt idx="1743">
                  <c:v>563.5752</c:v>
                </c:pt>
                <c:pt idx="1744">
                  <c:v>563.88</c:v>
                </c:pt>
                <c:pt idx="1745">
                  <c:v>564.1848</c:v>
                </c:pt>
                <c:pt idx="1746">
                  <c:v>564.4896</c:v>
                </c:pt>
                <c:pt idx="1747">
                  <c:v>564.7944</c:v>
                </c:pt>
                <c:pt idx="1748">
                  <c:v>565.0992</c:v>
                </c:pt>
                <c:pt idx="1749">
                  <c:v>565.404</c:v>
                </c:pt>
                <c:pt idx="1750">
                  <c:v>565.7088</c:v>
                </c:pt>
                <c:pt idx="1751">
                  <c:v>566.0136</c:v>
                </c:pt>
                <c:pt idx="1752">
                  <c:v>566.3184</c:v>
                </c:pt>
                <c:pt idx="1753">
                  <c:v>566.6232</c:v>
                </c:pt>
                <c:pt idx="1754">
                  <c:v>566.928</c:v>
                </c:pt>
                <c:pt idx="1755">
                  <c:v>567.2328</c:v>
                </c:pt>
                <c:pt idx="1756">
                  <c:v>567.5376</c:v>
                </c:pt>
                <c:pt idx="1757">
                  <c:v>567.8424</c:v>
                </c:pt>
                <c:pt idx="1758">
                  <c:v>568.1472</c:v>
                </c:pt>
                <c:pt idx="1759">
                  <c:v>568.452</c:v>
                </c:pt>
                <c:pt idx="1760">
                  <c:v>568.7568</c:v>
                </c:pt>
                <c:pt idx="1761">
                  <c:v>569.0616</c:v>
                </c:pt>
                <c:pt idx="1762">
                  <c:v>569.3664</c:v>
                </c:pt>
                <c:pt idx="1763">
                  <c:v>569.6712</c:v>
                </c:pt>
                <c:pt idx="1764">
                  <c:v>569.976</c:v>
                </c:pt>
                <c:pt idx="1765">
                  <c:v>570.2808</c:v>
                </c:pt>
                <c:pt idx="1766">
                  <c:v>570.5856</c:v>
                </c:pt>
                <c:pt idx="1767">
                  <c:v>570.8904</c:v>
                </c:pt>
                <c:pt idx="1768">
                  <c:v>571.1952</c:v>
                </c:pt>
                <c:pt idx="1769">
                  <c:v>571.5</c:v>
                </c:pt>
                <c:pt idx="1770">
                  <c:v>571.8048</c:v>
                </c:pt>
                <c:pt idx="1771">
                  <c:v>572.1096</c:v>
                </c:pt>
                <c:pt idx="1772">
                  <c:v>572.4144</c:v>
                </c:pt>
                <c:pt idx="1773">
                  <c:v>572.7192</c:v>
                </c:pt>
                <c:pt idx="1774">
                  <c:v>573.024</c:v>
                </c:pt>
                <c:pt idx="1775">
                  <c:v>573.3288</c:v>
                </c:pt>
                <c:pt idx="1776">
                  <c:v>573.6336</c:v>
                </c:pt>
                <c:pt idx="1777">
                  <c:v>573.9384</c:v>
                </c:pt>
                <c:pt idx="1778">
                  <c:v>574.2432</c:v>
                </c:pt>
                <c:pt idx="1779">
                  <c:v>574.548</c:v>
                </c:pt>
                <c:pt idx="1780">
                  <c:v>574.8528</c:v>
                </c:pt>
                <c:pt idx="1781">
                  <c:v>575.1576</c:v>
                </c:pt>
                <c:pt idx="1782">
                  <c:v>575.4624</c:v>
                </c:pt>
                <c:pt idx="1783">
                  <c:v>575.7672</c:v>
                </c:pt>
                <c:pt idx="1784">
                  <c:v>576.072</c:v>
                </c:pt>
                <c:pt idx="1785">
                  <c:v>576.3768</c:v>
                </c:pt>
                <c:pt idx="1786">
                  <c:v>576.6816</c:v>
                </c:pt>
                <c:pt idx="1787">
                  <c:v>576.9864</c:v>
                </c:pt>
                <c:pt idx="1788">
                  <c:v>577.2912</c:v>
                </c:pt>
                <c:pt idx="1789">
                  <c:v>577.596</c:v>
                </c:pt>
                <c:pt idx="1790">
                  <c:v>577.9008</c:v>
                </c:pt>
                <c:pt idx="1791">
                  <c:v>578.2056</c:v>
                </c:pt>
                <c:pt idx="1792">
                  <c:v>578.5104</c:v>
                </c:pt>
                <c:pt idx="1793">
                  <c:v>578.8152</c:v>
                </c:pt>
                <c:pt idx="1794">
                  <c:v>579.12</c:v>
                </c:pt>
                <c:pt idx="1795">
                  <c:v>579.4248</c:v>
                </c:pt>
                <c:pt idx="1796">
                  <c:v>579.7296</c:v>
                </c:pt>
                <c:pt idx="1797">
                  <c:v>580.03440000000001</c:v>
                </c:pt>
                <c:pt idx="1798">
                  <c:v>580.33920000000001</c:v>
                </c:pt>
                <c:pt idx="1799">
                  <c:v>580.64400000000001</c:v>
                </c:pt>
                <c:pt idx="1800">
                  <c:v>580.94880000000001</c:v>
                </c:pt>
                <c:pt idx="1801">
                  <c:v>581.25360000000001</c:v>
                </c:pt>
                <c:pt idx="1802">
                  <c:v>581.55840000000001</c:v>
                </c:pt>
                <c:pt idx="1803">
                  <c:v>581.86320000000001</c:v>
                </c:pt>
                <c:pt idx="1804">
                  <c:v>582.16800000000001</c:v>
                </c:pt>
                <c:pt idx="1805">
                  <c:v>582.47280000000001</c:v>
                </c:pt>
                <c:pt idx="1806">
                  <c:v>582.77760000000001</c:v>
                </c:pt>
                <c:pt idx="1807">
                  <c:v>583.08240000000001</c:v>
                </c:pt>
                <c:pt idx="1808">
                  <c:v>583.38720000000001</c:v>
                </c:pt>
                <c:pt idx="1809">
                  <c:v>583.69200000000001</c:v>
                </c:pt>
                <c:pt idx="1810">
                  <c:v>583.99680000000001</c:v>
                </c:pt>
                <c:pt idx="1811">
                  <c:v>584.30160000000001</c:v>
                </c:pt>
                <c:pt idx="1812">
                  <c:v>584.60640000000001</c:v>
                </c:pt>
                <c:pt idx="1813">
                  <c:v>584.91120000000001</c:v>
                </c:pt>
                <c:pt idx="1814">
                  <c:v>585.21600000000001</c:v>
                </c:pt>
                <c:pt idx="1815">
                  <c:v>585.52080000000001</c:v>
                </c:pt>
                <c:pt idx="1816">
                  <c:v>585.82560000000001</c:v>
                </c:pt>
                <c:pt idx="1817">
                  <c:v>586.13040000000001</c:v>
                </c:pt>
                <c:pt idx="1818">
                  <c:v>586.43520000000001</c:v>
                </c:pt>
                <c:pt idx="1819">
                  <c:v>586.74</c:v>
                </c:pt>
                <c:pt idx="1820">
                  <c:v>587.04480000000001</c:v>
                </c:pt>
                <c:pt idx="1821">
                  <c:v>587.34960000000001</c:v>
                </c:pt>
                <c:pt idx="1822">
                  <c:v>587.65440000000001</c:v>
                </c:pt>
                <c:pt idx="1823">
                  <c:v>587.95920000000001</c:v>
                </c:pt>
                <c:pt idx="1824">
                  <c:v>588.26400000000001</c:v>
                </c:pt>
                <c:pt idx="1825">
                  <c:v>588.56880000000001</c:v>
                </c:pt>
                <c:pt idx="1826">
                  <c:v>588.87360000000001</c:v>
                </c:pt>
                <c:pt idx="1827">
                  <c:v>589.17840000000001</c:v>
                </c:pt>
                <c:pt idx="1828">
                  <c:v>589.48320000000001</c:v>
                </c:pt>
                <c:pt idx="1829">
                  <c:v>589.78800000000001</c:v>
                </c:pt>
                <c:pt idx="1830">
                  <c:v>590.09280000000001</c:v>
                </c:pt>
                <c:pt idx="1831">
                  <c:v>590.39760000000001</c:v>
                </c:pt>
                <c:pt idx="1832">
                  <c:v>590.70240000000001</c:v>
                </c:pt>
                <c:pt idx="1833">
                  <c:v>591.00720000000001</c:v>
                </c:pt>
                <c:pt idx="1834">
                  <c:v>591.31200000000001</c:v>
                </c:pt>
                <c:pt idx="1835">
                  <c:v>591.61680000000001</c:v>
                </c:pt>
                <c:pt idx="1836">
                  <c:v>591.92160000000001</c:v>
                </c:pt>
                <c:pt idx="1837">
                  <c:v>592.22640000000001</c:v>
                </c:pt>
                <c:pt idx="1838">
                  <c:v>592.53120000000001</c:v>
                </c:pt>
                <c:pt idx="1839">
                  <c:v>592.83600000000001</c:v>
                </c:pt>
                <c:pt idx="1840">
                  <c:v>593.14080000000001</c:v>
                </c:pt>
                <c:pt idx="1841">
                  <c:v>593.44560000000001</c:v>
                </c:pt>
                <c:pt idx="1842">
                  <c:v>593.75040000000001</c:v>
                </c:pt>
                <c:pt idx="1843">
                  <c:v>594.05520000000001</c:v>
                </c:pt>
                <c:pt idx="1844">
                  <c:v>594.36</c:v>
                </c:pt>
                <c:pt idx="1845">
                  <c:v>594.66480000000001</c:v>
                </c:pt>
                <c:pt idx="1846">
                  <c:v>594.96960000000001</c:v>
                </c:pt>
                <c:pt idx="1847">
                  <c:v>595.27440000000001</c:v>
                </c:pt>
                <c:pt idx="1848">
                  <c:v>595.57920000000001</c:v>
                </c:pt>
                <c:pt idx="1849">
                  <c:v>595.88400000000001</c:v>
                </c:pt>
                <c:pt idx="1850">
                  <c:v>596.18880000000001</c:v>
                </c:pt>
                <c:pt idx="1851">
                  <c:v>596.49360000000001</c:v>
                </c:pt>
                <c:pt idx="1852">
                  <c:v>596.79840000000002</c:v>
                </c:pt>
                <c:pt idx="1853">
                  <c:v>597.10320000000002</c:v>
                </c:pt>
                <c:pt idx="1854">
                  <c:v>597.40800000000002</c:v>
                </c:pt>
                <c:pt idx="1855">
                  <c:v>597.71280000000002</c:v>
                </c:pt>
                <c:pt idx="1856">
                  <c:v>598.01760000000002</c:v>
                </c:pt>
                <c:pt idx="1857">
                  <c:v>598.32240000000002</c:v>
                </c:pt>
                <c:pt idx="1858">
                  <c:v>598.62720000000002</c:v>
                </c:pt>
                <c:pt idx="1859">
                  <c:v>598.93200000000002</c:v>
                </c:pt>
                <c:pt idx="1860">
                  <c:v>599.23680000000002</c:v>
                </c:pt>
                <c:pt idx="1861">
                  <c:v>599.54160000000002</c:v>
                </c:pt>
                <c:pt idx="1862">
                  <c:v>599.84640000000002</c:v>
                </c:pt>
                <c:pt idx="1863">
                  <c:v>600.15120000000002</c:v>
                </c:pt>
                <c:pt idx="1864">
                  <c:v>600.45600000000002</c:v>
                </c:pt>
                <c:pt idx="1865">
                  <c:v>600.76080000000002</c:v>
                </c:pt>
                <c:pt idx="1866">
                  <c:v>601.06560000000002</c:v>
                </c:pt>
                <c:pt idx="1867">
                  <c:v>601.37040000000002</c:v>
                </c:pt>
                <c:pt idx="1868">
                  <c:v>601.67520000000002</c:v>
                </c:pt>
                <c:pt idx="1869">
                  <c:v>601.98</c:v>
                </c:pt>
                <c:pt idx="1870">
                  <c:v>602.28480000000002</c:v>
                </c:pt>
                <c:pt idx="1871">
                  <c:v>602.58960000000002</c:v>
                </c:pt>
                <c:pt idx="1872">
                  <c:v>602.89440000000002</c:v>
                </c:pt>
                <c:pt idx="1873">
                  <c:v>603.19920000000002</c:v>
                </c:pt>
                <c:pt idx="1874">
                  <c:v>603.50400000000002</c:v>
                </c:pt>
                <c:pt idx="1875">
                  <c:v>603.80880000000002</c:v>
                </c:pt>
                <c:pt idx="1876">
                  <c:v>604.11360000000002</c:v>
                </c:pt>
                <c:pt idx="1877">
                  <c:v>604.41840000000002</c:v>
                </c:pt>
                <c:pt idx="1878">
                  <c:v>604.72320000000002</c:v>
                </c:pt>
                <c:pt idx="1879">
                  <c:v>605.02800000000002</c:v>
                </c:pt>
                <c:pt idx="1880">
                  <c:v>605.33280000000002</c:v>
                </c:pt>
                <c:pt idx="1881">
                  <c:v>605.63760000000002</c:v>
                </c:pt>
                <c:pt idx="1882">
                  <c:v>605.94240000000002</c:v>
                </c:pt>
                <c:pt idx="1883">
                  <c:v>606.24720000000002</c:v>
                </c:pt>
                <c:pt idx="1884">
                  <c:v>606.55200000000002</c:v>
                </c:pt>
                <c:pt idx="1885">
                  <c:v>606.85680000000002</c:v>
                </c:pt>
                <c:pt idx="1886">
                  <c:v>607.16160000000002</c:v>
                </c:pt>
                <c:pt idx="1887">
                  <c:v>607.46640000000002</c:v>
                </c:pt>
                <c:pt idx="1888">
                  <c:v>607.77120000000002</c:v>
                </c:pt>
                <c:pt idx="1889">
                  <c:v>608.07600000000002</c:v>
                </c:pt>
                <c:pt idx="1890">
                  <c:v>608.38080000000002</c:v>
                </c:pt>
                <c:pt idx="1891">
                  <c:v>608.68560000000002</c:v>
                </c:pt>
                <c:pt idx="1892">
                  <c:v>608.99040000000002</c:v>
                </c:pt>
                <c:pt idx="1893">
                  <c:v>609.29520000000002</c:v>
                </c:pt>
                <c:pt idx="1894">
                  <c:v>609.6</c:v>
                </c:pt>
                <c:pt idx="1895">
                  <c:v>609.90480000000002</c:v>
                </c:pt>
                <c:pt idx="1896">
                  <c:v>610.20960000000002</c:v>
                </c:pt>
                <c:pt idx="1897">
                  <c:v>610.51440000000002</c:v>
                </c:pt>
                <c:pt idx="1898">
                  <c:v>610.81920000000002</c:v>
                </c:pt>
                <c:pt idx="1899">
                  <c:v>611.12400000000002</c:v>
                </c:pt>
                <c:pt idx="1900">
                  <c:v>611.42880000000002</c:v>
                </c:pt>
                <c:pt idx="1901">
                  <c:v>611.73360000000002</c:v>
                </c:pt>
                <c:pt idx="1902">
                  <c:v>612.03840000000002</c:v>
                </c:pt>
                <c:pt idx="1903">
                  <c:v>612.34320000000002</c:v>
                </c:pt>
                <c:pt idx="1904">
                  <c:v>612.64800000000002</c:v>
                </c:pt>
                <c:pt idx="1905">
                  <c:v>612.95280000000002</c:v>
                </c:pt>
                <c:pt idx="1906">
                  <c:v>613.25760000000002</c:v>
                </c:pt>
                <c:pt idx="1907">
                  <c:v>613.56240000000003</c:v>
                </c:pt>
                <c:pt idx="1908">
                  <c:v>613.86720000000003</c:v>
                </c:pt>
                <c:pt idx="1909">
                  <c:v>614.17200000000003</c:v>
                </c:pt>
                <c:pt idx="1910">
                  <c:v>614.47680000000003</c:v>
                </c:pt>
                <c:pt idx="1911">
                  <c:v>614.78160000000003</c:v>
                </c:pt>
                <c:pt idx="1912">
                  <c:v>615.08640000000003</c:v>
                </c:pt>
                <c:pt idx="1913">
                  <c:v>615.39120000000003</c:v>
                </c:pt>
                <c:pt idx="1914">
                  <c:v>615.69600000000003</c:v>
                </c:pt>
                <c:pt idx="1915">
                  <c:v>616.00080000000003</c:v>
                </c:pt>
                <c:pt idx="1916">
                  <c:v>616.30560000000003</c:v>
                </c:pt>
                <c:pt idx="1917">
                  <c:v>616.61040000000003</c:v>
                </c:pt>
                <c:pt idx="1918">
                  <c:v>616.91520000000003</c:v>
                </c:pt>
                <c:pt idx="1919">
                  <c:v>617.22</c:v>
                </c:pt>
                <c:pt idx="1920">
                  <c:v>617.52480000000003</c:v>
                </c:pt>
                <c:pt idx="1921">
                  <c:v>617.82960000000003</c:v>
                </c:pt>
                <c:pt idx="1922">
                  <c:v>618.13440000000003</c:v>
                </c:pt>
                <c:pt idx="1923">
                  <c:v>618.43920000000003</c:v>
                </c:pt>
                <c:pt idx="1924">
                  <c:v>618.74400000000003</c:v>
                </c:pt>
                <c:pt idx="1925">
                  <c:v>619.04880000000003</c:v>
                </c:pt>
                <c:pt idx="1926">
                  <c:v>619.35360000000003</c:v>
                </c:pt>
                <c:pt idx="1927">
                  <c:v>619.65840000000003</c:v>
                </c:pt>
                <c:pt idx="1928">
                  <c:v>619.96320000000003</c:v>
                </c:pt>
                <c:pt idx="1929">
                  <c:v>620.26800000000003</c:v>
                </c:pt>
                <c:pt idx="1930">
                  <c:v>620.57280000000003</c:v>
                </c:pt>
                <c:pt idx="1931">
                  <c:v>620.87760000000003</c:v>
                </c:pt>
                <c:pt idx="1932">
                  <c:v>621.18240000000003</c:v>
                </c:pt>
                <c:pt idx="1933">
                  <c:v>621.48720000000003</c:v>
                </c:pt>
                <c:pt idx="1934">
                  <c:v>621.79200000000003</c:v>
                </c:pt>
                <c:pt idx="1935">
                  <c:v>622.09680000000003</c:v>
                </c:pt>
                <c:pt idx="1936">
                  <c:v>622.40160000000003</c:v>
                </c:pt>
                <c:pt idx="1937">
                  <c:v>622.70640000000003</c:v>
                </c:pt>
                <c:pt idx="1938">
                  <c:v>623.01120000000003</c:v>
                </c:pt>
                <c:pt idx="1939">
                  <c:v>623.31600000000003</c:v>
                </c:pt>
                <c:pt idx="1940">
                  <c:v>623.62080000000003</c:v>
                </c:pt>
                <c:pt idx="1941">
                  <c:v>623.92560000000003</c:v>
                </c:pt>
                <c:pt idx="1942">
                  <c:v>624.23040000000003</c:v>
                </c:pt>
                <c:pt idx="1943">
                  <c:v>624.53520000000003</c:v>
                </c:pt>
                <c:pt idx="1944">
                  <c:v>624.84</c:v>
                </c:pt>
                <c:pt idx="1945">
                  <c:v>625.14480000000003</c:v>
                </c:pt>
                <c:pt idx="1946">
                  <c:v>625.44960000000003</c:v>
                </c:pt>
                <c:pt idx="1947">
                  <c:v>625.75440000000003</c:v>
                </c:pt>
                <c:pt idx="1948">
                  <c:v>626.05920000000003</c:v>
                </c:pt>
                <c:pt idx="1949">
                  <c:v>626.36400000000003</c:v>
                </c:pt>
                <c:pt idx="1950">
                  <c:v>626.66880000000003</c:v>
                </c:pt>
                <c:pt idx="1951">
                  <c:v>626.97360000000003</c:v>
                </c:pt>
                <c:pt idx="1952">
                  <c:v>627.27840000000003</c:v>
                </c:pt>
                <c:pt idx="1953">
                  <c:v>627.58320000000003</c:v>
                </c:pt>
                <c:pt idx="1954">
                  <c:v>627.88800000000003</c:v>
                </c:pt>
                <c:pt idx="1955">
                  <c:v>628.19280000000003</c:v>
                </c:pt>
                <c:pt idx="1956">
                  <c:v>628.49760000000003</c:v>
                </c:pt>
                <c:pt idx="1957">
                  <c:v>628.80240000000003</c:v>
                </c:pt>
                <c:pt idx="1958">
                  <c:v>629.10720000000003</c:v>
                </c:pt>
                <c:pt idx="1959">
                  <c:v>629.41200000000003</c:v>
                </c:pt>
                <c:pt idx="1960">
                  <c:v>629.71680000000003</c:v>
                </c:pt>
                <c:pt idx="1961">
                  <c:v>630.02160000000003</c:v>
                </c:pt>
                <c:pt idx="1962">
                  <c:v>630.32640000000004</c:v>
                </c:pt>
                <c:pt idx="1963">
                  <c:v>630.63120000000004</c:v>
                </c:pt>
                <c:pt idx="1964">
                  <c:v>630.93600000000004</c:v>
                </c:pt>
                <c:pt idx="1965">
                  <c:v>631.24080000000004</c:v>
                </c:pt>
                <c:pt idx="1966">
                  <c:v>631.54560000000004</c:v>
                </c:pt>
                <c:pt idx="1967">
                  <c:v>631.85040000000004</c:v>
                </c:pt>
                <c:pt idx="1968">
                  <c:v>632.15520000000004</c:v>
                </c:pt>
                <c:pt idx="1969">
                  <c:v>632.46</c:v>
                </c:pt>
                <c:pt idx="1970">
                  <c:v>632.76480000000004</c:v>
                </c:pt>
                <c:pt idx="1971">
                  <c:v>633.06960000000004</c:v>
                </c:pt>
                <c:pt idx="1972">
                  <c:v>633.37440000000004</c:v>
                </c:pt>
                <c:pt idx="1973">
                  <c:v>633.67920000000004</c:v>
                </c:pt>
                <c:pt idx="1974">
                  <c:v>633.98400000000004</c:v>
                </c:pt>
                <c:pt idx="1975">
                  <c:v>634.28880000000004</c:v>
                </c:pt>
                <c:pt idx="1976">
                  <c:v>634.59360000000004</c:v>
                </c:pt>
                <c:pt idx="1977">
                  <c:v>634.89840000000004</c:v>
                </c:pt>
                <c:pt idx="1978">
                  <c:v>635.20320000000004</c:v>
                </c:pt>
                <c:pt idx="1979">
                  <c:v>635.50800000000004</c:v>
                </c:pt>
                <c:pt idx="1980">
                  <c:v>635.81280000000004</c:v>
                </c:pt>
                <c:pt idx="1981">
                  <c:v>636.11760000000004</c:v>
                </c:pt>
                <c:pt idx="1982">
                  <c:v>636.42240000000004</c:v>
                </c:pt>
                <c:pt idx="1983">
                  <c:v>636.72720000000004</c:v>
                </c:pt>
                <c:pt idx="1984">
                  <c:v>637.03200000000004</c:v>
                </c:pt>
                <c:pt idx="1985">
                  <c:v>637.33680000000004</c:v>
                </c:pt>
                <c:pt idx="1986">
                  <c:v>637.64160000000004</c:v>
                </c:pt>
                <c:pt idx="1987">
                  <c:v>637.94640000000004</c:v>
                </c:pt>
                <c:pt idx="1988">
                  <c:v>638.25120000000004</c:v>
                </c:pt>
                <c:pt idx="1989">
                  <c:v>638.55600000000004</c:v>
                </c:pt>
                <c:pt idx="1990">
                  <c:v>638.86080000000004</c:v>
                </c:pt>
                <c:pt idx="1991">
                  <c:v>639.16560000000004</c:v>
                </c:pt>
                <c:pt idx="1992">
                  <c:v>639.47040000000004</c:v>
                </c:pt>
                <c:pt idx="1993">
                  <c:v>639.77520000000004</c:v>
                </c:pt>
                <c:pt idx="1994">
                  <c:v>640.08000000000004</c:v>
                </c:pt>
                <c:pt idx="1995">
                  <c:v>640.38480000000004</c:v>
                </c:pt>
                <c:pt idx="1996">
                  <c:v>640.68960000000004</c:v>
                </c:pt>
                <c:pt idx="1997">
                  <c:v>640.99440000000004</c:v>
                </c:pt>
                <c:pt idx="1998">
                  <c:v>641.29920000000004</c:v>
                </c:pt>
                <c:pt idx="1999">
                  <c:v>641.60400000000004</c:v>
                </c:pt>
                <c:pt idx="2000">
                  <c:v>641.90880000000004</c:v>
                </c:pt>
                <c:pt idx="2001">
                  <c:v>642.21360000000004</c:v>
                </c:pt>
                <c:pt idx="2002">
                  <c:v>642.51840000000004</c:v>
                </c:pt>
                <c:pt idx="2003">
                  <c:v>642.82320000000004</c:v>
                </c:pt>
                <c:pt idx="2004">
                  <c:v>643.12800000000004</c:v>
                </c:pt>
                <c:pt idx="2005">
                  <c:v>643.43280000000004</c:v>
                </c:pt>
                <c:pt idx="2006">
                  <c:v>643.73760000000004</c:v>
                </c:pt>
                <c:pt idx="2007">
                  <c:v>644.04240000000004</c:v>
                </c:pt>
                <c:pt idx="2008">
                  <c:v>644.34720000000004</c:v>
                </c:pt>
                <c:pt idx="2009">
                  <c:v>644.65200000000004</c:v>
                </c:pt>
                <c:pt idx="2010">
                  <c:v>644.95680000000004</c:v>
                </c:pt>
                <c:pt idx="2011">
                  <c:v>645.26160000000004</c:v>
                </c:pt>
                <c:pt idx="2012">
                  <c:v>645.56640000000004</c:v>
                </c:pt>
                <c:pt idx="2013">
                  <c:v>645.87120000000004</c:v>
                </c:pt>
                <c:pt idx="2014">
                  <c:v>646.17600000000004</c:v>
                </c:pt>
                <c:pt idx="2015">
                  <c:v>646.48080000000004</c:v>
                </c:pt>
                <c:pt idx="2016">
                  <c:v>646.78560000000004</c:v>
                </c:pt>
                <c:pt idx="2017">
                  <c:v>647.09040000000005</c:v>
                </c:pt>
                <c:pt idx="2018">
                  <c:v>647.39520000000005</c:v>
                </c:pt>
                <c:pt idx="2019">
                  <c:v>647.70000000000005</c:v>
                </c:pt>
                <c:pt idx="2020">
                  <c:v>648.00480000000005</c:v>
                </c:pt>
                <c:pt idx="2021">
                  <c:v>648.30960000000005</c:v>
                </c:pt>
                <c:pt idx="2022">
                  <c:v>648.61440000000005</c:v>
                </c:pt>
                <c:pt idx="2023">
                  <c:v>648.91920000000005</c:v>
                </c:pt>
                <c:pt idx="2024">
                  <c:v>649.22400000000005</c:v>
                </c:pt>
                <c:pt idx="2025">
                  <c:v>649.52880000000005</c:v>
                </c:pt>
                <c:pt idx="2026">
                  <c:v>649.83360000000005</c:v>
                </c:pt>
                <c:pt idx="2027">
                  <c:v>650.13840000000005</c:v>
                </c:pt>
                <c:pt idx="2028">
                  <c:v>650.44320000000005</c:v>
                </c:pt>
                <c:pt idx="2029">
                  <c:v>650.74800000000005</c:v>
                </c:pt>
                <c:pt idx="2030">
                  <c:v>651.05280000000005</c:v>
                </c:pt>
                <c:pt idx="2031">
                  <c:v>651.35760000000005</c:v>
                </c:pt>
                <c:pt idx="2032">
                  <c:v>651.66240000000005</c:v>
                </c:pt>
                <c:pt idx="2033">
                  <c:v>651.96720000000005</c:v>
                </c:pt>
                <c:pt idx="2034">
                  <c:v>652.27200000000005</c:v>
                </c:pt>
                <c:pt idx="2035">
                  <c:v>652.57680000000005</c:v>
                </c:pt>
                <c:pt idx="2036">
                  <c:v>652.88160000000005</c:v>
                </c:pt>
                <c:pt idx="2037">
                  <c:v>653.18640000000005</c:v>
                </c:pt>
                <c:pt idx="2038">
                  <c:v>653.49120000000005</c:v>
                </c:pt>
                <c:pt idx="2039">
                  <c:v>653.79600000000005</c:v>
                </c:pt>
                <c:pt idx="2040">
                  <c:v>654.10080000000005</c:v>
                </c:pt>
                <c:pt idx="2041">
                  <c:v>654.40560000000005</c:v>
                </c:pt>
                <c:pt idx="2042">
                  <c:v>654.71040000000005</c:v>
                </c:pt>
                <c:pt idx="2043">
                  <c:v>655.01520000000005</c:v>
                </c:pt>
                <c:pt idx="2044">
                  <c:v>655.32000000000005</c:v>
                </c:pt>
                <c:pt idx="2045">
                  <c:v>655.62480000000005</c:v>
                </c:pt>
                <c:pt idx="2046">
                  <c:v>655.92960000000005</c:v>
                </c:pt>
                <c:pt idx="2047">
                  <c:v>656.23440000000005</c:v>
                </c:pt>
                <c:pt idx="2048">
                  <c:v>656.53920000000005</c:v>
                </c:pt>
                <c:pt idx="2049">
                  <c:v>656.84400000000005</c:v>
                </c:pt>
                <c:pt idx="2050">
                  <c:v>657.14880000000005</c:v>
                </c:pt>
                <c:pt idx="2051">
                  <c:v>657.45360000000005</c:v>
                </c:pt>
                <c:pt idx="2052">
                  <c:v>657.75840000000005</c:v>
                </c:pt>
                <c:pt idx="2053">
                  <c:v>658.06320000000005</c:v>
                </c:pt>
                <c:pt idx="2054">
                  <c:v>658.36800000000005</c:v>
                </c:pt>
                <c:pt idx="2055">
                  <c:v>658.67280000000005</c:v>
                </c:pt>
                <c:pt idx="2056">
                  <c:v>658.97760000000005</c:v>
                </c:pt>
                <c:pt idx="2057">
                  <c:v>659.28240000000005</c:v>
                </c:pt>
                <c:pt idx="2058">
                  <c:v>659.58720000000005</c:v>
                </c:pt>
                <c:pt idx="2059">
                  <c:v>659.89200000000005</c:v>
                </c:pt>
                <c:pt idx="2060">
                  <c:v>660.19680000000005</c:v>
                </c:pt>
                <c:pt idx="2061">
                  <c:v>660.50160000000005</c:v>
                </c:pt>
                <c:pt idx="2062">
                  <c:v>660.80640000000005</c:v>
                </c:pt>
                <c:pt idx="2063">
                  <c:v>661.11120000000005</c:v>
                </c:pt>
                <c:pt idx="2064">
                  <c:v>661.41600000000005</c:v>
                </c:pt>
                <c:pt idx="2065">
                  <c:v>661.72080000000005</c:v>
                </c:pt>
                <c:pt idx="2066">
                  <c:v>662.02560000000005</c:v>
                </c:pt>
                <c:pt idx="2067">
                  <c:v>662.33040000000005</c:v>
                </c:pt>
                <c:pt idx="2068">
                  <c:v>662.63520000000005</c:v>
                </c:pt>
                <c:pt idx="2069">
                  <c:v>662.94</c:v>
                </c:pt>
                <c:pt idx="2070">
                  <c:v>663.24480000000005</c:v>
                </c:pt>
                <c:pt idx="2071">
                  <c:v>663.54960000000005</c:v>
                </c:pt>
                <c:pt idx="2072">
                  <c:v>663.85440000000006</c:v>
                </c:pt>
                <c:pt idx="2073">
                  <c:v>664.15920000000006</c:v>
                </c:pt>
                <c:pt idx="2074">
                  <c:v>664.46400000000006</c:v>
                </c:pt>
                <c:pt idx="2075">
                  <c:v>664.76880000000006</c:v>
                </c:pt>
                <c:pt idx="2076">
                  <c:v>665.07360000000006</c:v>
                </c:pt>
                <c:pt idx="2077">
                  <c:v>665.37840000000006</c:v>
                </c:pt>
                <c:pt idx="2078">
                  <c:v>665.68320000000006</c:v>
                </c:pt>
                <c:pt idx="2079">
                  <c:v>665.98800000000006</c:v>
                </c:pt>
                <c:pt idx="2080">
                  <c:v>666.29280000000006</c:v>
                </c:pt>
                <c:pt idx="2081">
                  <c:v>666.59760000000006</c:v>
                </c:pt>
                <c:pt idx="2082">
                  <c:v>666.90239999999994</c:v>
                </c:pt>
                <c:pt idx="2083">
                  <c:v>667.20719999999994</c:v>
                </c:pt>
                <c:pt idx="2084">
                  <c:v>667.51199999999994</c:v>
                </c:pt>
                <c:pt idx="2085">
                  <c:v>667.81679999999994</c:v>
                </c:pt>
                <c:pt idx="2086">
                  <c:v>668.12159999999994</c:v>
                </c:pt>
                <c:pt idx="2087">
                  <c:v>668.42639999999994</c:v>
                </c:pt>
                <c:pt idx="2088">
                  <c:v>668.73119999999994</c:v>
                </c:pt>
                <c:pt idx="2089">
                  <c:v>669.03599999999994</c:v>
                </c:pt>
                <c:pt idx="2090">
                  <c:v>669.34079999999994</c:v>
                </c:pt>
                <c:pt idx="2091">
                  <c:v>669.64559999999994</c:v>
                </c:pt>
                <c:pt idx="2092">
                  <c:v>669.95039999999995</c:v>
                </c:pt>
                <c:pt idx="2093">
                  <c:v>670.25519999999995</c:v>
                </c:pt>
                <c:pt idx="2094">
                  <c:v>670.56</c:v>
                </c:pt>
                <c:pt idx="2095">
                  <c:v>670.86479999999995</c:v>
                </c:pt>
                <c:pt idx="2096">
                  <c:v>671.16959999999995</c:v>
                </c:pt>
                <c:pt idx="2097">
                  <c:v>671.47439999999995</c:v>
                </c:pt>
                <c:pt idx="2098">
                  <c:v>671.77919999999995</c:v>
                </c:pt>
                <c:pt idx="2099">
                  <c:v>672.08399999999995</c:v>
                </c:pt>
                <c:pt idx="2100">
                  <c:v>672.38879999999995</c:v>
                </c:pt>
                <c:pt idx="2101">
                  <c:v>672.69359999999995</c:v>
                </c:pt>
                <c:pt idx="2102">
                  <c:v>672.99839999999995</c:v>
                </c:pt>
                <c:pt idx="2103">
                  <c:v>673.30319999999995</c:v>
                </c:pt>
                <c:pt idx="2104">
                  <c:v>673.60799999999995</c:v>
                </c:pt>
                <c:pt idx="2105">
                  <c:v>673.91279999999995</c:v>
                </c:pt>
                <c:pt idx="2106">
                  <c:v>674.21759999999995</c:v>
                </c:pt>
                <c:pt idx="2107">
                  <c:v>674.52239999999995</c:v>
                </c:pt>
                <c:pt idx="2108">
                  <c:v>674.82719999999995</c:v>
                </c:pt>
                <c:pt idx="2109">
                  <c:v>675.13199999999995</c:v>
                </c:pt>
                <c:pt idx="2110">
                  <c:v>675.43679999999995</c:v>
                </c:pt>
                <c:pt idx="2111">
                  <c:v>675.74159999999995</c:v>
                </c:pt>
                <c:pt idx="2112">
                  <c:v>676.04639999999995</c:v>
                </c:pt>
                <c:pt idx="2113">
                  <c:v>676.35119999999995</c:v>
                </c:pt>
                <c:pt idx="2114">
                  <c:v>676.65599999999995</c:v>
                </c:pt>
                <c:pt idx="2115">
                  <c:v>676.96079999999995</c:v>
                </c:pt>
                <c:pt idx="2116">
                  <c:v>677.26559999999995</c:v>
                </c:pt>
                <c:pt idx="2117">
                  <c:v>677.57039999999995</c:v>
                </c:pt>
                <c:pt idx="2118">
                  <c:v>677.87519999999995</c:v>
                </c:pt>
                <c:pt idx="2119">
                  <c:v>678.18</c:v>
                </c:pt>
                <c:pt idx="2120">
                  <c:v>678.48479999999995</c:v>
                </c:pt>
                <c:pt idx="2121">
                  <c:v>678.78959999999995</c:v>
                </c:pt>
                <c:pt idx="2122">
                  <c:v>679.09439999999995</c:v>
                </c:pt>
                <c:pt idx="2123">
                  <c:v>679.39919999999995</c:v>
                </c:pt>
                <c:pt idx="2124">
                  <c:v>679.70399999999995</c:v>
                </c:pt>
                <c:pt idx="2125">
                  <c:v>680.00879999999995</c:v>
                </c:pt>
                <c:pt idx="2126">
                  <c:v>680.31359999999995</c:v>
                </c:pt>
                <c:pt idx="2127">
                  <c:v>680.61839999999995</c:v>
                </c:pt>
                <c:pt idx="2128">
                  <c:v>680.92319999999995</c:v>
                </c:pt>
                <c:pt idx="2129">
                  <c:v>681.22799999999995</c:v>
                </c:pt>
                <c:pt idx="2130">
                  <c:v>681.53279999999995</c:v>
                </c:pt>
                <c:pt idx="2131">
                  <c:v>681.83759999999995</c:v>
                </c:pt>
                <c:pt idx="2132">
                  <c:v>682.14239999999995</c:v>
                </c:pt>
                <c:pt idx="2133">
                  <c:v>682.44719999999995</c:v>
                </c:pt>
                <c:pt idx="2134">
                  <c:v>682.75199999999995</c:v>
                </c:pt>
                <c:pt idx="2135">
                  <c:v>683.05679999999995</c:v>
                </c:pt>
                <c:pt idx="2136">
                  <c:v>683.36159999999995</c:v>
                </c:pt>
                <c:pt idx="2137">
                  <c:v>683.66639999999995</c:v>
                </c:pt>
                <c:pt idx="2138">
                  <c:v>683.97119999999995</c:v>
                </c:pt>
                <c:pt idx="2139">
                  <c:v>684.27599999999995</c:v>
                </c:pt>
                <c:pt idx="2140">
                  <c:v>684.58079999999995</c:v>
                </c:pt>
                <c:pt idx="2141">
                  <c:v>684.88559999999995</c:v>
                </c:pt>
                <c:pt idx="2142">
                  <c:v>685.19039999999995</c:v>
                </c:pt>
                <c:pt idx="2143">
                  <c:v>685.49519999999995</c:v>
                </c:pt>
                <c:pt idx="2144">
                  <c:v>685.8</c:v>
                </c:pt>
                <c:pt idx="2145">
                  <c:v>686.10479999999995</c:v>
                </c:pt>
                <c:pt idx="2146">
                  <c:v>686.40959999999995</c:v>
                </c:pt>
                <c:pt idx="2147">
                  <c:v>686.71439999999996</c:v>
                </c:pt>
                <c:pt idx="2148">
                  <c:v>687.01919999999996</c:v>
                </c:pt>
                <c:pt idx="2149">
                  <c:v>687.32399999999996</c:v>
                </c:pt>
                <c:pt idx="2150">
                  <c:v>687.62879999999996</c:v>
                </c:pt>
                <c:pt idx="2151">
                  <c:v>687.93359999999996</c:v>
                </c:pt>
                <c:pt idx="2152">
                  <c:v>688.23839999999996</c:v>
                </c:pt>
                <c:pt idx="2153">
                  <c:v>688.54319999999996</c:v>
                </c:pt>
                <c:pt idx="2154">
                  <c:v>688.84799999999996</c:v>
                </c:pt>
                <c:pt idx="2155">
                  <c:v>689.15279999999996</c:v>
                </c:pt>
                <c:pt idx="2156">
                  <c:v>689.45759999999996</c:v>
                </c:pt>
                <c:pt idx="2157">
                  <c:v>689.76239999999996</c:v>
                </c:pt>
                <c:pt idx="2158">
                  <c:v>690.06719999999996</c:v>
                </c:pt>
                <c:pt idx="2159">
                  <c:v>690.37199999999996</c:v>
                </c:pt>
                <c:pt idx="2160">
                  <c:v>690.67679999999996</c:v>
                </c:pt>
                <c:pt idx="2161">
                  <c:v>690.98159999999996</c:v>
                </c:pt>
                <c:pt idx="2162">
                  <c:v>691.28639999999996</c:v>
                </c:pt>
                <c:pt idx="2163">
                  <c:v>691.59119999999996</c:v>
                </c:pt>
                <c:pt idx="2164">
                  <c:v>691.89599999999996</c:v>
                </c:pt>
                <c:pt idx="2165">
                  <c:v>692.20079999999996</c:v>
                </c:pt>
                <c:pt idx="2166">
                  <c:v>692.50559999999996</c:v>
                </c:pt>
                <c:pt idx="2167">
                  <c:v>692.81039999999996</c:v>
                </c:pt>
                <c:pt idx="2168">
                  <c:v>693.11519999999996</c:v>
                </c:pt>
                <c:pt idx="2169">
                  <c:v>693.42</c:v>
                </c:pt>
                <c:pt idx="2170">
                  <c:v>693.72479999999996</c:v>
                </c:pt>
                <c:pt idx="2171">
                  <c:v>694.02959999999996</c:v>
                </c:pt>
                <c:pt idx="2172">
                  <c:v>694.33439999999996</c:v>
                </c:pt>
                <c:pt idx="2173">
                  <c:v>694.63919999999996</c:v>
                </c:pt>
                <c:pt idx="2174">
                  <c:v>694.94399999999996</c:v>
                </c:pt>
                <c:pt idx="2175">
                  <c:v>695.24879999999996</c:v>
                </c:pt>
                <c:pt idx="2176">
                  <c:v>695.55359999999996</c:v>
                </c:pt>
                <c:pt idx="2177">
                  <c:v>695.85839999999996</c:v>
                </c:pt>
                <c:pt idx="2178">
                  <c:v>696.16319999999996</c:v>
                </c:pt>
                <c:pt idx="2179">
                  <c:v>696.46799999999996</c:v>
                </c:pt>
                <c:pt idx="2180">
                  <c:v>696.77279999999996</c:v>
                </c:pt>
                <c:pt idx="2181">
                  <c:v>697.07759999999996</c:v>
                </c:pt>
                <c:pt idx="2182">
                  <c:v>697.38239999999996</c:v>
                </c:pt>
                <c:pt idx="2183">
                  <c:v>697.68719999999996</c:v>
                </c:pt>
                <c:pt idx="2184">
                  <c:v>697.99199999999996</c:v>
                </c:pt>
                <c:pt idx="2185">
                  <c:v>698.29679999999996</c:v>
                </c:pt>
                <c:pt idx="2186">
                  <c:v>698.60159999999996</c:v>
                </c:pt>
                <c:pt idx="2187">
                  <c:v>698.90639999999996</c:v>
                </c:pt>
                <c:pt idx="2188">
                  <c:v>699.21119999999996</c:v>
                </c:pt>
                <c:pt idx="2189">
                  <c:v>699.51599999999996</c:v>
                </c:pt>
                <c:pt idx="2190">
                  <c:v>699.82079999999996</c:v>
                </c:pt>
                <c:pt idx="2191">
                  <c:v>700.12559999999996</c:v>
                </c:pt>
                <c:pt idx="2192">
                  <c:v>700.43039999999996</c:v>
                </c:pt>
                <c:pt idx="2193">
                  <c:v>700.73519999999996</c:v>
                </c:pt>
                <c:pt idx="2194">
                  <c:v>701.04</c:v>
                </c:pt>
                <c:pt idx="2195">
                  <c:v>701.34479999999996</c:v>
                </c:pt>
                <c:pt idx="2196">
                  <c:v>701.64959999999996</c:v>
                </c:pt>
                <c:pt idx="2197">
                  <c:v>701.95439999999996</c:v>
                </c:pt>
                <c:pt idx="2198">
                  <c:v>702.25919999999996</c:v>
                </c:pt>
                <c:pt idx="2199">
                  <c:v>702.56399999999996</c:v>
                </c:pt>
                <c:pt idx="2200">
                  <c:v>702.86879999999996</c:v>
                </c:pt>
                <c:pt idx="2201">
                  <c:v>703.17359999999996</c:v>
                </c:pt>
                <c:pt idx="2202">
                  <c:v>703.47839999999997</c:v>
                </c:pt>
                <c:pt idx="2203">
                  <c:v>703.78319999999997</c:v>
                </c:pt>
                <c:pt idx="2204">
                  <c:v>704.08799999999997</c:v>
                </c:pt>
                <c:pt idx="2205">
                  <c:v>704.39279999999997</c:v>
                </c:pt>
                <c:pt idx="2206">
                  <c:v>704.69759999999997</c:v>
                </c:pt>
                <c:pt idx="2207">
                  <c:v>705.00239999999997</c:v>
                </c:pt>
                <c:pt idx="2208">
                  <c:v>705.30719999999997</c:v>
                </c:pt>
                <c:pt idx="2209">
                  <c:v>705.61199999999997</c:v>
                </c:pt>
                <c:pt idx="2210">
                  <c:v>705.91679999999997</c:v>
                </c:pt>
                <c:pt idx="2211">
                  <c:v>706.22159999999997</c:v>
                </c:pt>
                <c:pt idx="2212">
                  <c:v>706.52639999999997</c:v>
                </c:pt>
                <c:pt idx="2213">
                  <c:v>706.83119999999997</c:v>
                </c:pt>
                <c:pt idx="2214">
                  <c:v>707.13599999999997</c:v>
                </c:pt>
                <c:pt idx="2215">
                  <c:v>707.44079999999997</c:v>
                </c:pt>
                <c:pt idx="2216">
                  <c:v>707.74559999999997</c:v>
                </c:pt>
                <c:pt idx="2217">
                  <c:v>708.05039999999997</c:v>
                </c:pt>
                <c:pt idx="2218">
                  <c:v>708.35519999999997</c:v>
                </c:pt>
                <c:pt idx="2219">
                  <c:v>708.66</c:v>
                </c:pt>
                <c:pt idx="2220">
                  <c:v>708.96479999999997</c:v>
                </c:pt>
                <c:pt idx="2221">
                  <c:v>709.26959999999997</c:v>
                </c:pt>
                <c:pt idx="2222">
                  <c:v>709.57439999999997</c:v>
                </c:pt>
                <c:pt idx="2223">
                  <c:v>709.87919999999997</c:v>
                </c:pt>
                <c:pt idx="2224">
                  <c:v>710.18399999999997</c:v>
                </c:pt>
                <c:pt idx="2225">
                  <c:v>710.48879999999997</c:v>
                </c:pt>
                <c:pt idx="2226">
                  <c:v>710.79359999999997</c:v>
                </c:pt>
                <c:pt idx="2227">
                  <c:v>711.09839999999997</c:v>
                </c:pt>
                <c:pt idx="2228">
                  <c:v>711.40319999999997</c:v>
                </c:pt>
                <c:pt idx="2229">
                  <c:v>711.70799999999997</c:v>
                </c:pt>
                <c:pt idx="2230">
                  <c:v>712.01279999999997</c:v>
                </c:pt>
                <c:pt idx="2231">
                  <c:v>712.31759999999997</c:v>
                </c:pt>
                <c:pt idx="2232">
                  <c:v>712.62239999999997</c:v>
                </c:pt>
                <c:pt idx="2233">
                  <c:v>712.92719999999997</c:v>
                </c:pt>
                <c:pt idx="2234">
                  <c:v>713.23199999999997</c:v>
                </c:pt>
                <c:pt idx="2235">
                  <c:v>713.53679999999997</c:v>
                </c:pt>
                <c:pt idx="2236">
                  <c:v>713.84159999999997</c:v>
                </c:pt>
                <c:pt idx="2237">
                  <c:v>714.14639999999997</c:v>
                </c:pt>
                <c:pt idx="2238">
                  <c:v>714.45119999999997</c:v>
                </c:pt>
                <c:pt idx="2239">
                  <c:v>714.75599999999997</c:v>
                </c:pt>
                <c:pt idx="2240">
                  <c:v>715.06079999999997</c:v>
                </c:pt>
                <c:pt idx="2241">
                  <c:v>715.36559999999997</c:v>
                </c:pt>
                <c:pt idx="2242">
                  <c:v>715.67039999999997</c:v>
                </c:pt>
                <c:pt idx="2243">
                  <c:v>715.97519999999997</c:v>
                </c:pt>
                <c:pt idx="2244">
                  <c:v>716.28</c:v>
                </c:pt>
                <c:pt idx="2245">
                  <c:v>716.58479999999997</c:v>
                </c:pt>
                <c:pt idx="2246">
                  <c:v>716.88959999999997</c:v>
                </c:pt>
                <c:pt idx="2247">
                  <c:v>717.19439999999997</c:v>
                </c:pt>
                <c:pt idx="2248">
                  <c:v>717.49919999999997</c:v>
                </c:pt>
                <c:pt idx="2249">
                  <c:v>717.80399999999997</c:v>
                </c:pt>
                <c:pt idx="2250">
                  <c:v>718.10879999999997</c:v>
                </c:pt>
                <c:pt idx="2251">
                  <c:v>718.41359999999997</c:v>
                </c:pt>
                <c:pt idx="2252">
                  <c:v>718.71839999999997</c:v>
                </c:pt>
                <c:pt idx="2253">
                  <c:v>719.02319999999997</c:v>
                </c:pt>
                <c:pt idx="2254">
                  <c:v>719.32799999999997</c:v>
                </c:pt>
                <c:pt idx="2255">
                  <c:v>719.63279999999997</c:v>
                </c:pt>
                <c:pt idx="2256">
                  <c:v>719.93759999999997</c:v>
                </c:pt>
                <c:pt idx="2257">
                  <c:v>720.24239999999998</c:v>
                </c:pt>
                <c:pt idx="2258">
                  <c:v>720.54719999999998</c:v>
                </c:pt>
                <c:pt idx="2259">
                  <c:v>720.85199999999998</c:v>
                </c:pt>
                <c:pt idx="2260">
                  <c:v>721.15679999999998</c:v>
                </c:pt>
                <c:pt idx="2261">
                  <c:v>721.46159999999998</c:v>
                </c:pt>
                <c:pt idx="2262">
                  <c:v>721.76639999999998</c:v>
                </c:pt>
                <c:pt idx="2263">
                  <c:v>722.07119999999998</c:v>
                </c:pt>
                <c:pt idx="2264">
                  <c:v>722.37599999999998</c:v>
                </c:pt>
                <c:pt idx="2265">
                  <c:v>722.68079999999998</c:v>
                </c:pt>
                <c:pt idx="2266">
                  <c:v>722.98559999999998</c:v>
                </c:pt>
                <c:pt idx="2267">
                  <c:v>723.29039999999998</c:v>
                </c:pt>
                <c:pt idx="2268">
                  <c:v>723.59519999999998</c:v>
                </c:pt>
                <c:pt idx="2269">
                  <c:v>723.9</c:v>
                </c:pt>
                <c:pt idx="2270">
                  <c:v>724.20479999999998</c:v>
                </c:pt>
                <c:pt idx="2271">
                  <c:v>724.50959999999998</c:v>
                </c:pt>
                <c:pt idx="2272">
                  <c:v>724.81439999999998</c:v>
                </c:pt>
                <c:pt idx="2273">
                  <c:v>725.11919999999998</c:v>
                </c:pt>
                <c:pt idx="2274">
                  <c:v>725.42399999999998</c:v>
                </c:pt>
                <c:pt idx="2275">
                  <c:v>725.72879999999998</c:v>
                </c:pt>
                <c:pt idx="2276">
                  <c:v>726.03359999999998</c:v>
                </c:pt>
                <c:pt idx="2277">
                  <c:v>726.33839999999998</c:v>
                </c:pt>
                <c:pt idx="2278">
                  <c:v>726.64319999999998</c:v>
                </c:pt>
                <c:pt idx="2279">
                  <c:v>726.94799999999998</c:v>
                </c:pt>
                <c:pt idx="2280">
                  <c:v>727.25279999999998</c:v>
                </c:pt>
                <c:pt idx="2281">
                  <c:v>727.55759999999998</c:v>
                </c:pt>
                <c:pt idx="2282">
                  <c:v>727.86239999999998</c:v>
                </c:pt>
                <c:pt idx="2283">
                  <c:v>728.16719999999998</c:v>
                </c:pt>
                <c:pt idx="2284">
                  <c:v>728.47199999999998</c:v>
                </c:pt>
                <c:pt idx="2285">
                  <c:v>728.77679999999998</c:v>
                </c:pt>
                <c:pt idx="2286">
                  <c:v>729.08159999999998</c:v>
                </c:pt>
                <c:pt idx="2287">
                  <c:v>729.38639999999998</c:v>
                </c:pt>
                <c:pt idx="2288">
                  <c:v>729.69119999999998</c:v>
                </c:pt>
                <c:pt idx="2289">
                  <c:v>729.99599999999998</c:v>
                </c:pt>
                <c:pt idx="2290">
                  <c:v>730.30079999999998</c:v>
                </c:pt>
                <c:pt idx="2291">
                  <c:v>730.60559999999998</c:v>
                </c:pt>
                <c:pt idx="2292">
                  <c:v>730.91039999999998</c:v>
                </c:pt>
                <c:pt idx="2293">
                  <c:v>731.21519999999998</c:v>
                </c:pt>
                <c:pt idx="2294">
                  <c:v>731.52</c:v>
                </c:pt>
                <c:pt idx="2295">
                  <c:v>731.82479999999998</c:v>
                </c:pt>
                <c:pt idx="2296">
                  <c:v>732.12959999999998</c:v>
                </c:pt>
                <c:pt idx="2297">
                  <c:v>732.43439999999998</c:v>
                </c:pt>
                <c:pt idx="2298">
                  <c:v>732.73919999999998</c:v>
                </c:pt>
                <c:pt idx="2299">
                  <c:v>733.04399999999998</c:v>
                </c:pt>
                <c:pt idx="2300">
                  <c:v>733.34879999999998</c:v>
                </c:pt>
                <c:pt idx="2301">
                  <c:v>733.65359999999998</c:v>
                </c:pt>
                <c:pt idx="2302">
                  <c:v>733.95839999999998</c:v>
                </c:pt>
                <c:pt idx="2303">
                  <c:v>734.26319999999998</c:v>
                </c:pt>
                <c:pt idx="2304">
                  <c:v>734.56799999999998</c:v>
                </c:pt>
                <c:pt idx="2305">
                  <c:v>734.87279999999998</c:v>
                </c:pt>
                <c:pt idx="2306">
                  <c:v>735.17759999999998</c:v>
                </c:pt>
                <c:pt idx="2307">
                  <c:v>735.48239999999998</c:v>
                </c:pt>
                <c:pt idx="2308">
                  <c:v>735.78719999999998</c:v>
                </c:pt>
                <c:pt idx="2309">
                  <c:v>736.09199999999998</c:v>
                </c:pt>
                <c:pt idx="2310">
                  <c:v>736.39679999999998</c:v>
                </c:pt>
                <c:pt idx="2311">
                  <c:v>736.70159999999998</c:v>
                </c:pt>
                <c:pt idx="2312">
                  <c:v>737.00639999999999</c:v>
                </c:pt>
                <c:pt idx="2313">
                  <c:v>737.31119999999999</c:v>
                </c:pt>
                <c:pt idx="2314">
                  <c:v>737.61599999999999</c:v>
                </c:pt>
                <c:pt idx="2315">
                  <c:v>737.92079999999999</c:v>
                </c:pt>
                <c:pt idx="2316">
                  <c:v>738.22559999999999</c:v>
                </c:pt>
                <c:pt idx="2317">
                  <c:v>738.53039999999999</c:v>
                </c:pt>
                <c:pt idx="2318">
                  <c:v>738.83519999999999</c:v>
                </c:pt>
                <c:pt idx="2319">
                  <c:v>739.14</c:v>
                </c:pt>
                <c:pt idx="2320">
                  <c:v>739.44479999999999</c:v>
                </c:pt>
                <c:pt idx="2321">
                  <c:v>739.74959999999999</c:v>
                </c:pt>
                <c:pt idx="2322">
                  <c:v>740.05439999999999</c:v>
                </c:pt>
                <c:pt idx="2323">
                  <c:v>740.35919999999999</c:v>
                </c:pt>
                <c:pt idx="2324">
                  <c:v>740.66399999999999</c:v>
                </c:pt>
                <c:pt idx="2325">
                  <c:v>740.96879999999999</c:v>
                </c:pt>
                <c:pt idx="2326">
                  <c:v>741.27359999999999</c:v>
                </c:pt>
                <c:pt idx="2327">
                  <c:v>741.57839999999999</c:v>
                </c:pt>
                <c:pt idx="2328">
                  <c:v>741.88319999999999</c:v>
                </c:pt>
                <c:pt idx="2329">
                  <c:v>742.18799999999999</c:v>
                </c:pt>
                <c:pt idx="2330">
                  <c:v>742.49279999999999</c:v>
                </c:pt>
                <c:pt idx="2331">
                  <c:v>742.79759999999999</c:v>
                </c:pt>
                <c:pt idx="2332">
                  <c:v>743.10239999999999</c:v>
                </c:pt>
                <c:pt idx="2333">
                  <c:v>743.40719999999999</c:v>
                </c:pt>
                <c:pt idx="2334">
                  <c:v>743.71199999999999</c:v>
                </c:pt>
                <c:pt idx="2335">
                  <c:v>744.01679999999999</c:v>
                </c:pt>
                <c:pt idx="2336">
                  <c:v>744.32159999999999</c:v>
                </c:pt>
                <c:pt idx="2337">
                  <c:v>744.62639999999999</c:v>
                </c:pt>
                <c:pt idx="2338">
                  <c:v>744.93119999999999</c:v>
                </c:pt>
                <c:pt idx="2339">
                  <c:v>745.23599999999999</c:v>
                </c:pt>
                <c:pt idx="2340">
                  <c:v>745.54079999999999</c:v>
                </c:pt>
                <c:pt idx="2341">
                  <c:v>745.84559999999999</c:v>
                </c:pt>
                <c:pt idx="2342">
                  <c:v>746.15039999999999</c:v>
                </c:pt>
                <c:pt idx="2343">
                  <c:v>746.45519999999999</c:v>
                </c:pt>
                <c:pt idx="2344">
                  <c:v>746.76</c:v>
                </c:pt>
                <c:pt idx="2345">
                  <c:v>747.06479999999999</c:v>
                </c:pt>
                <c:pt idx="2346">
                  <c:v>747.36959999999999</c:v>
                </c:pt>
                <c:pt idx="2347">
                  <c:v>747.67439999999999</c:v>
                </c:pt>
                <c:pt idx="2348">
                  <c:v>747.97919999999999</c:v>
                </c:pt>
                <c:pt idx="2349">
                  <c:v>748.28399999999999</c:v>
                </c:pt>
                <c:pt idx="2350">
                  <c:v>748.58879999999999</c:v>
                </c:pt>
                <c:pt idx="2351">
                  <c:v>748.89359999999999</c:v>
                </c:pt>
                <c:pt idx="2352">
                  <c:v>749.19839999999999</c:v>
                </c:pt>
                <c:pt idx="2353">
                  <c:v>749.50319999999999</c:v>
                </c:pt>
                <c:pt idx="2354">
                  <c:v>749.80799999999999</c:v>
                </c:pt>
                <c:pt idx="2355">
                  <c:v>750.11279999999999</c:v>
                </c:pt>
                <c:pt idx="2356">
                  <c:v>750.41759999999999</c:v>
                </c:pt>
                <c:pt idx="2357">
                  <c:v>750.72239999999999</c:v>
                </c:pt>
                <c:pt idx="2358">
                  <c:v>751.02719999999999</c:v>
                </c:pt>
                <c:pt idx="2359">
                  <c:v>751.33199999999999</c:v>
                </c:pt>
                <c:pt idx="2360">
                  <c:v>751.63679999999999</c:v>
                </c:pt>
                <c:pt idx="2361">
                  <c:v>751.94159999999999</c:v>
                </c:pt>
                <c:pt idx="2362">
                  <c:v>752.24639999999999</c:v>
                </c:pt>
                <c:pt idx="2363">
                  <c:v>752.55119999999999</c:v>
                </c:pt>
                <c:pt idx="2364">
                  <c:v>752.85599999999999</c:v>
                </c:pt>
                <c:pt idx="2365">
                  <c:v>753.16079999999999</c:v>
                </c:pt>
                <c:pt idx="2366">
                  <c:v>753.46559999999999</c:v>
                </c:pt>
                <c:pt idx="2367">
                  <c:v>753.7704</c:v>
                </c:pt>
                <c:pt idx="2368">
                  <c:v>754.0752</c:v>
                </c:pt>
                <c:pt idx="2369">
                  <c:v>754.38</c:v>
                </c:pt>
                <c:pt idx="2370">
                  <c:v>754.6848</c:v>
                </c:pt>
                <c:pt idx="2371">
                  <c:v>754.9896</c:v>
                </c:pt>
                <c:pt idx="2372">
                  <c:v>755.2944</c:v>
                </c:pt>
                <c:pt idx="2373">
                  <c:v>755.5992</c:v>
                </c:pt>
                <c:pt idx="2374">
                  <c:v>755.904</c:v>
                </c:pt>
                <c:pt idx="2375">
                  <c:v>756.2088</c:v>
                </c:pt>
                <c:pt idx="2376">
                  <c:v>756.5136</c:v>
                </c:pt>
                <c:pt idx="2377">
                  <c:v>756.8184</c:v>
                </c:pt>
                <c:pt idx="2378">
                  <c:v>757.1232</c:v>
                </c:pt>
                <c:pt idx="2379">
                  <c:v>757.428</c:v>
                </c:pt>
                <c:pt idx="2380">
                  <c:v>757.7328</c:v>
                </c:pt>
                <c:pt idx="2381">
                  <c:v>758.0376</c:v>
                </c:pt>
                <c:pt idx="2382">
                  <c:v>758.3424</c:v>
                </c:pt>
                <c:pt idx="2383">
                  <c:v>758.6472</c:v>
                </c:pt>
                <c:pt idx="2384">
                  <c:v>758.952</c:v>
                </c:pt>
                <c:pt idx="2385">
                  <c:v>759.2568</c:v>
                </c:pt>
                <c:pt idx="2386">
                  <c:v>759.5616</c:v>
                </c:pt>
                <c:pt idx="2387">
                  <c:v>759.8664</c:v>
                </c:pt>
                <c:pt idx="2388">
                  <c:v>760.1712</c:v>
                </c:pt>
                <c:pt idx="2389">
                  <c:v>760.476</c:v>
                </c:pt>
                <c:pt idx="2390">
                  <c:v>760.7808</c:v>
                </c:pt>
                <c:pt idx="2391">
                  <c:v>761.0856</c:v>
                </c:pt>
                <c:pt idx="2392">
                  <c:v>761.3904</c:v>
                </c:pt>
                <c:pt idx="2393">
                  <c:v>761.6952</c:v>
                </c:pt>
                <c:pt idx="2394">
                  <c:v>762</c:v>
                </c:pt>
                <c:pt idx="2395">
                  <c:v>762.3048</c:v>
                </c:pt>
                <c:pt idx="2396">
                  <c:v>762.6096</c:v>
                </c:pt>
                <c:pt idx="2397">
                  <c:v>762.9144</c:v>
                </c:pt>
                <c:pt idx="2398">
                  <c:v>763.2192</c:v>
                </c:pt>
                <c:pt idx="2399">
                  <c:v>763.524</c:v>
                </c:pt>
                <c:pt idx="2400">
                  <c:v>763.8288</c:v>
                </c:pt>
                <c:pt idx="2401">
                  <c:v>764.1336</c:v>
                </c:pt>
                <c:pt idx="2402">
                  <c:v>764.4384</c:v>
                </c:pt>
                <c:pt idx="2403">
                  <c:v>764.7432</c:v>
                </c:pt>
                <c:pt idx="2404">
                  <c:v>765.048</c:v>
                </c:pt>
                <c:pt idx="2405">
                  <c:v>765.3528</c:v>
                </c:pt>
                <c:pt idx="2406">
                  <c:v>765.6576</c:v>
                </c:pt>
                <c:pt idx="2407">
                  <c:v>765.9624</c:v>
                </c:pt>
                <c:pt idx="2408">
                  <c:v>766.2672</c:v>
                </c:pt>
                <c:pt idx="2409">
                  <c:v>766.572</c:v>
                </c:pt>
                <c:pt idx="2410">
                  <c:v>766.8768</c:v>
                </c:pt>
                <c:pt idx="2411">
                  <c:v>767.1816</c:v>
                </c:pt>
                <c:pt idx="2412">
                  <c:v>767.4864</c:v>
                </c:pt>
                <c:pt idx="2413">
                  <c:v>767.7912</c:v>
                </c:pt>
                <c:pt idx="2414">
                  <c:v>768.096</c:v>
                </c:pt>
                <c:pt idx="2415">
                  <c:v>768.4008</c:v>
                </c:pt>
                <c:pt idx="2416">
                  <c:v>768.7056</c:v>
                </c:pt>
                <c:pt idx="2417">
                  <c:v>769.0104</c:v>
                </c:pt>
                <c:pt idx="2418">
                  <c:v>769.3152</c:v>
                </c:pt>
                <c:pt idx="2419">
                  <c:v>769.62</c:v>
                </c:pt>
                <c:pt idx="2420">
                  <c:v>769.9248</c:v>
                </c:pt>
                <c:pt idx="2421">
                  <c:v>770.2296</c:v>
                </c:pt>
                <c:pt idx="2422">
                  <c:v>770.53440000000001</c:v>
                </c:pt>
                <c:pt idx="2423">
                  <c:v>770.83920000000001</c:v>
                </c:pt>
                <c:pt idx="2424">
                  <c:v>771.14400000000001</c:v>
                </c:pt>
                <c:pt idx="2425">
                  <c:v>771.44880000000001</c:v>
                </c:pt>
                <c:pt idx="2426">
                  <c:v>771.75360000000001</c:v>
                </c:pt>
                <c:pt idx="2427">
                  <c:v>772.05840000000001</c:v>
                </c:pt>
                <c:pt idx="2428">
                  <c:v>772.36320000000001</c:v>
                </c:pt>
                <c:pt idx="2429">
                  <c:v>772.66800000000001</c:v>
                </c:pt>
                <c:pt idx="2430">
                  <c:v>772.97280000000001</c:v>
                </c:pt>
                <c:pt idx="2431">
                  <c:v>773.27760000000001</c:v>
                </c:pt>
                <c:pt idx="2432">
                  <c:v>773.58240000000001</c:v>
                </c:pt>
                <c:pt idx="2433">
                  <c:v>773.88720000000001</c:v>
                </c:pt>
                <c:pt idx="2434">
                  <c:v>774.19200000000001</c:v>
                </c:pt>
                <c:pt idx="2435">
                  <c:v>774.49680000000001</c:v>
                </c:pt>
                <c:pt idx="2436">
                  <c:v>774.80160000000001</c:v>
                </c:pt>
                <c:pt idx="2437">
                  <c:v>775.10640000000001</c:v>
                </c:pt>
                <c:pt idx="2438">
                  <c:v>775.41120000000001</c:v>
                </c:pt>
                <c:pt idx="2439">
                  <c:v>775.71600000000001</c:v>
                </c:pt>
                <c:pt idx="2440">
                  <c:v>776.02080000000001</c:v>
                </c:pt>
                <c:pt idx="2441">
                  <c:v>776.32560000000001</c:v>
                </c:pt>
                <c:pt idx="2442">
                  <c:v>776.63040000000001</c:v>
                </c:pt>
                <c:pt idx="2443">
                  <c:v>776.93520000000001</c:v>
                </c:pt>
                <c:pt idx="2444">
                  <c:v>777.24</c:v>
                </c:pt>
                <c:pt idx="2445">
                  <c:v>777.54480000000001</c:v>
                </c:pt>
                <c:pt idx="2446">
                  <c:v>777.84960000000001</c:v>
                </c:pt>
                <c:pt idx="2447">
                  <c:v>778.15440000000001</c:v>
                </c:pt>
                <c:pt idx="2448">
                  <c:v>778.45920000000001</c:v>
                </c:pt>
                <c:pt idx="2449">
                  <c:v>778.76400000000001</c:v>
                </c:pt>
                <c:pt idx="2450">
                  <c:v>779.06880000000001</c:v>
                </c:pt>
                <c:pt idx="2451">
                  <c:v>779.37360000000001</c:v>
                </c:pt>
                <c:pt idx="2452">
                  <c:v>779.67840000000001</c:v>
                </c:pt>
                <c:pt idx="2453">
                  <c:v>779.98320000000001</c:v>
                </c:pt>
                <c:pt idx="2454">
                  <c:v>780.28800000000001</c:v>
                </c:pt>
                <c:pt idx="2455">
                  <c:v>780.59280000000001</c:v>
                </c:pt>
                <c:pt idx="2456">
                  <c:v>780.89760000000001</c:v>
                </c:pt>
                <c:pt idx="2457">
                  <c:v>781.20240000000001</c:v>
                </c:pt>
                <c:pt idx="2458">
                  <c:v>781.50720000000001</c:v>
                </c:pt>
                <c:pt idx="2459">
                  <c:v>781.81200000000001</c:v>
                </c:pt>
                <c:pt idx="2460">
                  <c:v>782.11680000000001</c:v>
                </c:pt>
                <c:pt idx="2461">
                  <c:v>782.42160000000001</c:v>
                </c:pt>
                <c:pt idx="2462">
                  <c:v>782.72640000000001</c:v>
                </c:pt>
                <c:pt idx="2463">
                  <c:v>783.03120000000001</c:v>
                </c:pt>
                <c:pt idx="2464">
                  <c:v>783.33600000000001</c:v>
                </c:pt>
                <c:pt idx="2465">
                  <c:v>783.64080000000001</c:v>
                </c:pt>
                <c:pt idx="2466">
                  <c:v>783.94560000000001</c:v>
                </c:pt>
                <c:pt idx="2467">
                  <c:v>784.25040000000001</c:v>
                </c:pt>
                <c:pt idx="2468">
                  <c:v>784.55520000000001</c:v>
                </c:pt>
                <c:pt idx="2469">
                  <c:v>784.86</c:v>
                </c:pt>
                <c:pt idx="2470">
                  <c:v>785.16480000000001</c:v>
                </c:pt>
                <c:pt idx="2471">
                  <c:v>785.46960000000001</c:v>
                </c:pt>
                <c:pt idx="2472">
                  <c:v>785.77440000000001</c:v>
                </c:pt>
                <c:pt idx="2473">
                  <c:v>786.07920000000001</c:v>
                </c:pt>
                <c:pt idx="2474">
                  <c:v>786.38400000000001</c:v>
                </c:pt>
                <c:pt idx="2475">
                  <c:v>786.68880000000001</c:v>
                </c:pt>
                <c:pt idx="2476">
                  <c:v>786.99360000000001</c:v>
                </c:pt>
                <c:pt idx="2477">
                  <c:v>787.29840000000002</c:v>
                </c:pt>
                <c:pt idx="2478">
                  <c:v>787.60320000000002</c:v>
                </c:pt>
                <c:pt idx="2479">
                  <c:v>787.90800000000002</c:v>
                </c:pt>
                <c:pt idx="2480">
                  <c:v>788.21280000000002</c:v>
                </c:pt>
                <c:pt idx="2481">
                  <c:v>788.51760000000002</c:v>
                </c:pt>
                <c:pt idx="2482">
                  <c:v>788.82240000000002</c:v>
                </c:pt>
                <c:pt idx="2483">
                  <c:v>789.12720000000002</c:v>
                </c:pt>
                <c:pt idx="2484">
                  <c:v>789.43200000000002</c:v>
                </c:pt>
                <c:pt idx="2485">
                  <c:v>789.73680000000002</c:v>
                </c:pt>
                <c:pt idx="2486">
                  <c:v>790.04160000000002</c:v>
                </c:pt>
                <c:pt idx="2487">
                  <c:v>790.34640000000002</c:v>
                </c:pt>
                <c:pt idx="2488">
                  <c:v>790.65120000000002</c:v>
                </c:pt>
                <c:pt idx="2489">
                  <c:v>790.95600000000002</c:v>
                </c:pt>
                <c:pt idx="2490">
                  <c:v>791.26080000000002</c:v>
                </c:pt>
                <c:pt idx="2491">
                  <c:v>791.56560000000002</c:v>
                </c:pt>
                <c:pt idx="2492">
                  <c:v>791.87040000000002</c:v>
                </c:pt>
                <c:pt idx="2493">
                  <c:v>792.17520000000002</c:v>
                </c:pt>
                <c:pt idx="2494">
                  <c:v>792.48</c:v>
                </c:pt>
                <c:pt idx="2495">
                  <c:v>792.78480000000002</c:v>
                </c:pt>
                <c:pt idx="2496">
                  <c:v>793.08960000000002</c:v>
                </c:pt>
                <c:pt idx="2497">
                  <c:v>793.39440000000002</c:v>
                </c:pt>
                <c:pt idx="2498">
                  <c:v>793.69920000000002</c:v>
                </c:pt>
                <c:pt idx="2499">
                  <c:v>794.00400000000002</c:v>
                </c:pt>
                <c:pt idx="2500">
                  <c:v>794.30880000000002</c:v>
                </c:pt>
                <c:pt idx="2501">
                  <c:v>794.61360000000002</c:v>
                </c:pt>
                <c:pt idx="2502">
                  <c:v>794.91840000000002</c:v>
                </c:pt>
                <c:pt idx="2503">
                  <c:v>795.22320000000002</c:v>
                </c:pt>
                <c:pt idx="2504">
                  <c:v>795.52800000000002</c:v>
                </c:pt>
                <c:pt idx="2505">
                  <c:v>795.83280000000002</c:v>
                </c:pt>
                <c:pt idx="2506">
                  <c:v>796.13760000000002</c:v>
                </c:pt>
                <c:pt idx="2507">
                  <c:v>796.44240000000002</c:v>
                </c:pt>
                <c:pt idx="2508">
                  <c:v>796.74720000000002</c:v>
                </c:pt>
                <c:pt idx="2509">
                  <c:v>797.05200000000002</c:v>
                </c:pt>
                <c:pt idx="2510">
                  <c:v>797.35680000000002</c:v>
                </c:pt>
                <c:pt idx="2511">
                  <c:v>797.66160000000002</c:v>
                </c:pt>
                <c:pt idx="2512">
                  <c:v>797.96640000000002</c:v>
                </c:pt>
                <c:pt idx="2513">
                  <c:v>798.27120000000002</c:v>
                </c:pt>
                <c:pt idx="2514">
                  <c:v>798.57600000000002</c:v>
                </c:pt>
                <c:pt idx="2515">
                  <c:v>798.88080000000002</c:v>
                </c:pt>
                <c:pt idx="2516">
                  <c:v>799.18560000000002</c:v>
                </c:pt>
                <c:pt idx="2517">
                  <c:v>799.49040000000002</c:v>
                </c:pt>
                <c:pt idx="2518">
                  <c:v>799.79520000000002</c:v>
                </c:pt>
                <c:pt idx="2519">
                  <c:v>800.1</c:v>
                </c:pt>
                <c:pt idx="2520">
                  <c:v>800.40480000000002</c:v>
                </c:pt>
                <c:pt idx="2521">
                  <c:v>800.70960000000002</c:v>
                </c:pt>
                <c:pt idx="2522">
                  <c:v>801.01440000000002</c:v>
                </c:pt>
                <c:pt idx="2523">
                  <c:v>801.31920000000002</c:v>
                </c:pt>
                <c:pt idx="2524">
                  <c:v>801.62400000000002</c:v>
                </c:pt>
                <c:pt idx="2525">
                  <c:v>801.92880000000002</c:v>
                </c:pt>
                <c:pt idx="2526">
                  <c:v>802.23360000000002</c:v>
                </c:pt>
                <c:pt idx="2527">
                  <c:v>802.53840000000002</c:v>
                </c:pt>
                <c:pt idx="2528">
                  <c:v>802.84320000000002</c:v>
                </c:pt>
                <c:pt idx="2529">
                  <c:v>803.14800000000002</c:v>
                </c:pt>
                <c:pt idx="2530">
                  <c:v>803.45280000000002</c:v>
                </c:pt>
                <c:pt idx="2531">
                  <c:v>803.75760000000002</c:v>
                </c:pt>
                <c:pt idx="2532">
                  <c:v>804.06240000000003</c:v>
                </c:pt>
                <c:pt idx="2533">
                  <c:v>804.36720000000003</c:v>
                </c:pt>
                <c:pt idx="2534">
                  <c:v>804.67200000000003</c:v>
                </c:pt>
                <c:pt idx="2535">
                  <c:v>804.97680000000003</c:v>
                </c:pt>
                <c:pt idx="2536">
                  <c:v>805.28160000000003</c:v>
                </c:pt>
                <c:pt idx="2537">
                  <c:v>805.58640000000003</c:v>
                </c:pt>
                <c:pt idx="2538">
                  <c:v>805.89120000000003</c:v>
                </c:pt>
                <c:pt idx="2539">
                  <c:v>806.19600000000003</c:v>
                </c:pt>
                <c:pt idx="2540">
                  <c:v>806.50080000000003</c:v>
                </c:pt>
                <c:pt idx="2541">
                  <c:v>806.80560000000003</c:v>
                </c:pt>
                <c:pt idx="2542">
                  <c:v>807.11040000000003</c:v>
                </c:pt>
                <c:pt idx="2543">
                  <c:v>807.41520000000003</c:v>
                </c:pt>
                <c:pt idx="2544">
                  <c:v>807.72</c:v>
                </c:pt>
                <c:pt idx="2545">
                  <c:v>808.02480000000003</c:v>
                </c:pt>
                <c:pt idx="2546">
                  <c:v>808.32960000000003</c:v>
                </c:pt>
                <c:pt idx="2547">
                  <c:v>808.63440000000003</c:v>
                </c:pt>
                <c:pt idx="2548">
                  <c:v>808.93920000000003</c:v>
                </c:pt>
                <c:pt idx="2549">
                  <c:v>809.24400000000003</c:v>
                </c:pt>
                <c:pt idx="2550">
                  <c:v>809.54880000000003</c:v>
                </c:pt>
                <c:pt idx="2551">
                  <c:v>809.85360000000003</c:v>
                </c:pt>
                <c:pt idx="2552">
                  <c:v>810.15840000000003</c:v>
                </c:pt>
                <c:pt idx="2553">
                  <c:v>810.46320000000003</c:v>
                </c:pt>
                <c:pt idx="2554">
                  <c:v>810.76800000000003</c:v>
                </c:pt>
                <c:pt idx="2555">
                  <c:v>811.07280000000003</c:v>
                </c:pt>
                <c:pt idx="2556">
                  <c:v>811.37760000000003</c:v>
                </c:pt>
                <c:pt idx="2557">
                  <c:v>811.68240000000003</c:v>
                </c:pt>
                <c:pt idx="2558">
                  <c:v>811.98720000000003</c:v>
                </c:pt>
                <c:pt idx="2559">
                  <c:v>812.29200000000003</c:v>
                </c:pt>
                <c:pt idx="2560">
                  <c:v>812.59680000000003</c:v>
                </c:pt>
                <c:pt idx="2561">
                  <c:v>812.90160000000003</c:v>
                </c:pt>
                <c:pt idx="2562">
                  <c:v>813.20640000000003</c:v>
                </c:pt>
                <c:pt idx="2563">
                  <c:v>813.51120000000003</c:v>
                </c:pt>
                <c:pt idx="2564">
                  <c:v>813.81600000000003</c:v>
                </c:pt>
                <c:pt idx="2565">
                  <c:v>814.12080000000003</c:v>
                </c:pt>
                <c:pt idx="2566">
                  <c:v>814.42560000000003</c:v>
                </c:pt>
                <c:pt idx="2567">
                  <c:v>814.73040000000003</c:v>
                </c:pt>
                <c:pt idx="2568">
                  <c:v>815.03520000000003</c:v>
                </c:pt>
                <c:pt idx="2569">
                  <c:v>815.34</c:v>
                </c:pt>
                <c:pt idx="2570">
                  <c:v>815.64480000000003</c:v>
                </c:pt>
                <c:pt idx="2571">
                  <c:v>815.94960000000003</c:v>
                </c:pt>
                <c:pt idx="2572">
                  <c:v>816.25440000000003</c:v>
                </c:pt>
                <c:pt idx="2573">
                  <c:v>816.55920000000003</c:v>
                </c:pt>
                <c:pt idx="2574">
                  <c:v>816.86400000000003</c:v>
                </c:pt>
                <c:pt idx="2575">
                  <c:v>817.16880000000003</c:v>
                </c:pt>
                <c:pt idx="2576">
                  <c:v>817.47360000000003</c:v>
                </c:pt>
                <c:pt idx="2577">
                  <c:v>817.77840000000003</c:v>
                </c:pt>
                <c:pt idx="2578">
                  <c:v>818.08320000000003</c:v>
                </c:pt>
                <c:pt idx="2579">
                  <c:v>818.38800000000003</c:v>
                </c:pt>
                <c:pt idx="2580">
                  <c:v>818.69280000000003</c:v>
                </c:pt>
                <c:pt idx="2581">
                  <c:v>818.99760000000003</c:v>
                </c:pt>
                <c:pt idx="2582">
                  <c:v>819.30240000000003</c:v>
                </c:pt>
                <c:pt idx="2583">
                  <c:v>819.60720000000003</c:v>
                </c:pt>
                <c:pt idx="2584">
                  <c:v>819.91200000000003</c:v>
                </c:pt>
                <c:pt idx="2585">
                  <c:v>820.21680000000003</c:v>
                </c:pt>
                <c:pt idx="2586">
                  <c:v>820.52160000000003</c:v>
                </c:pt>
                <c:pt idx="2587">
                  <c:v>820.82640000000004</c:v>
                </c:pt>
                <c:pt idx="2588">
                  <c:v>821.13120000000004</c:v>
                </c:pt>
                <c:pt idx="2589">
                  <c:v>821.43600000000004</c:v>
                </c:pt>
                <c:pt idx="2590">
                  <c:v>821.74080000000004</c:v>
                </c:pt>
                <c:pt idx="2591">
                  <c:v>822.04560000000004</c:v>
                </c:pt>
                <c:pt idx="2592">
                  <c:v>822.35040000000004</c:v>
                </c:pt>
                <c:pt idx="2593">
                  <c:v>822.65520000000004</c:v>
                </c:pt>
                <c:pt idx="2594">
                  <c:v>822.96</c:v>
                </c:pt>
                <c:pt idx="2595">
                  <c:v>823.26480000000004</c:v>
                </c:pt>
                <c:pt idx="2596">
                  <c:v>823.56960000000004</c:v>
                </c:pt>
                <c:pt idx="2597">
                  <c:v>823.87440000000004</c:v>
                </c:pt>
                <c:pt idx="2598">
                  <c:v>824.17920000000004</c:v>
                </c:pt>
                <c:pt idx="2599">
                  <c:v>824.48400000000004</c:v>
                </c:pt>
                <c:pt idx="2600">
                  <c:v>824.78880000000004</c:v>
                </c:pt>
                <c:pt idx="2601">
                  <c:v>825.09360000000004</c:v>
                </c:pt>
                <c:pt idx="2602">
                  <c:v>825.39840000000004</c:v>
                </c:pt>
                <c:pt idx="2603">
                  <c:v>825.70320000000004</c:v>
                </c:pt>
                <c:pt idx="2604">
                  <c:v>826.00800000000004</c:v>
                </c:pt>
                <c:pt idx="2605">
                  <c:v>826.31280000000004</c:v>
                </c:pt>
                <c:pt idx="2606">
                  <c:v>826.61760000000004</c:v>
                </c:pt>
                <c:pt idx="2607">
                  <c:v>826.92240000000004</c:v>
                </c:pt>
                <c:pt idx="2608">
                  <c:v>827.22720000000004</c:v>
                </c:pt>
                <c:pt idx="2609">
                  <c:v>827.53200000000004</c:v>
                </c:pt>
                <c:pt idx="2610">
                  <c:v>827.83680000000004</c:v>
                </c:pt>
                <c:pt idx="2611">
                  <c:v>828.14160000000004</c:v>
                </c:pt>
                <c:pt idx="2612">
                  <c:v>828.44640000000004</c:v>
                </c:pt>
                <c:pt idx="2613">
                  <c:v>828.75120000000004</c:v>
                </c:pt>
                <c:pt idx="2614">
                  <c:v>829.05600000000004</c:v>
                </c:pt>
                <c:pt idx="2615">
                  <c:v>829.36080000000004</c:v>
                </c:pt>
                <c:pt idx="2616">
                  <c:v>829.66560000000004</c:v>
                </c:pt>
                <c:pt idx="2617">
                  <c:v>829.97040000000004</c:v>
                </c:pt>
                <c:pt idx="2618">
                  <c:v>830.27520000000004</c:v>
                </c:pt>
                <c:pt idx="2619">
                  <c:v>830.58</c:v>
                </c:pt>
                <c:pt idx="2620">
                  <c:v>830.88480000000004</c:v>
                </c:pt>
                <c:pt idx="2621">
                  <c:v>831.18960000000004</c:v>
                </c:pt>
                <c:pt idx="2622">
                  <c:v>831.49440000000004</c:v>
                </c:pt>
                <c:pt idx="2623">
                  <c:v>831.79920000000004</c:v>
                </c:pt>
                <c:pt idx="2624">
                  <c:v>832.10400000000004</c:v>
                </c:pt>
                <c:pt idx="2625">
                  <c:v>832.40880000000004</c:v>
                </c:pt>
                <c:pt idx="2626">
                  <c:v>832.71360000000004</c:v>
                </c:pt>
                <c:pt idx="2627">
                  <c:v>833.01840000000004</c:v>
                </c:pt>
                <c:pt idx="2628">
                  <c:v>833.32320000000004</c:v>
                </c:pt>
                <c:pt idx="2629">
                  <c:v>833.62800000000004</c:v>
                </c:pt>
                <c:pt idx="2630">
                  <c:v>833.93280000000004</c:v>
                </c:pt>
                <c:pt idx="2631">
                  <c:v>834.23760000000004</c:v>
                </c:pt>
                <c:pt idx="2632">
                  <c:v>834.54240000000004</c:v>
                </c:pt>
                <c:pt idx="2633">
                  <c:v>834.84720000000004</c:v>
                </c:pt>
                <c:pt idx="2634">
                  <c:v>835.15200000000004</c:v>
                </c:pt>
                <c:pt idx="2635">
                  <c:v>835.45680000000004</c:v>
                </c:pt>
                <c:pt idx="2636">
                  <c:v>835.76160000000004</c:v>
                </c:pt>
                <c:pt idx="2637">
                  <c:v>836.06640000000004</c:v>
                </c:pt>
                <c:pt idx="2638">
                  <c:v>836.37120000000004</c:v>
                </c:pt>
                <c:pt idx="2639">
                  <c:v>836.67600000000004</c:v>
                </c:pt>
                <c:pt idx="2640">
                  <c:v>836.98080000000004</c:v>
                </c:pt>
                <c:pt idx="2641">
                  <c:v>837.28560000000004</c:v>
                </c:pt>
                <c:pt idx="2642">
                  <c:v>837.59040000000005</c:v>
                </c:pt>
                <c:pt idx="2643">
                  <c:v>837.89520000000005</c:v>
                </c:pt>
                <c:pt idx="2644">
                  <c:v>838.2</c:v>
                </c:pt>
                <c:pt idx="2645">
                  <c:v>838.50480000000005</c:v>
                </c:pt>
                <c:pt idx="2646">
                  <c:v>838.80960000000005</c:v>
                </c:pt>
                <c:pt idx="2647">
                  <c:v>839.11440000000005</c:v>
                </c:pt>
                <c:pt idx="2648">
                  <c:v>839.41920000000005</c:v>
                </c:pt>
                <c:pt idx="2649">
                  <c:v>839.72400000000005</c:v>
                </c:pt>
                <c:pt idx="2650">
                  <c:v>840.02880000000005</c:v>
                </c:pt>
                <c:pt idx="2651">
                  <c:v>840.33360000000005</c:v>
                </c:pt>
                <c:pt idx="2652">
                  <c:v>840.63840000000005</c:v>
                </c:pt>
                <c:pt idx="2653">
                  <c:v>840.94320000000005</c:v>
                </c:pt>
                <c:pt idx="2654">
                  <c:v>841.24800000000005</c:v>
                </c:pt>
                <c:pt idx="2655">
                  <c:v>841.55280000000005</c:v>
                </c:pt>
                <c:pt idx="2656">
                  <c:v>841.85760000000005</c:v>
                </c:pt>
                <c:pt idx="2657">
                  <c:v>842.16240000000005</c:v>
                </c:pt>
                <c:pt idx="2658">
                  <c:v>842.46720000000005</c:v>
                </c:pt>
                <c:pt idx="2659">
                  <c:v>842.77200000000005</c:v>
                </c:pt>
                <c:pt idx="2660">
                  <c:v>843.07680000000005</c:v>
                </c:pt>
                <c:pt idx="2661">
                  <c:v>843.38160000000005</c:v>
                </c:pt>
                <c:pt idx="2662">
                  <c:v>843.68640000000005</c:v>
                </c:pt>
                <c:pt idx="2663">
                  <c:v>843.99120000000005</c:v>
                </c:pt>
                <c:pt idx="2664">
                  <c:v>844.29600000000005</c:v>
                </c:pt>
                <c:pt idx="2665">
                  <c:v>844.60080000000005</c:v>
                </c:pt>
                <c:pt idx="2666">
                  <c:v>844.90560000000005</c:v>
                </c:pt>
                <c:pt idx="2667">
                  <c:v>845.21040000000005</c:v>
                </c:pt>
                <c:pt idx="2668">
                  <c:v>845.51520000000005</c:v>
                </c:pt>
                <c:pt idx="2669">
                  <c:v>845.82</c:v>
                </c:pt>
                <c:pt idx="2670">
                  <c:v>846.12480000000005</c:v>
                </c:pt>
                <c:pt idx="2671">
                  <c:v>846.42960000000005</c:v>
                </c:pt>
                <c:pt idx="2672">
                  <c:v>846.73440000000005</c:v>
                </c:pt>
                <c:pt idx="2673">
                  <c:v>847.03920000000005</c:v>
                </c:pt>
                <c:pt idx="2674">
                  <c:v>847.34400000000005</c:v>
                </c:pt>
                <c:pt idx="2675">
                  <c:v>847.64880000000005</c:v>
                </c:pt>
                <c:pt idx="2676">
                  <c:v>847.95360000000005</c:v>
                </c:pt>
                <c:pt idx="2677">
                  <c:v>848.25840000000005</c:v>
                </c:pt>
                <c:pt idx="2678">
                  <c:v>848.56320000000005</c:v>
                </c:pt>
                <c:pt idx="2679">
                  <c:v>848.86800000000005</c:v>
                </c:pt>
                <c:pt idx="2680">
                  <c:v>849.17280000000005</c:v>
                </c:pt>
                <c:pt idx="2681">
                  <c:v>849.47760000000005</c:v>
                </c:pt>
                <c:pt idx="2682">
                  <c:v>849.78240000000005</c:v>
                </c:pt>
                <c:pt idx="2683">
                  <c:v>850.08720000000005</c:v>
                </c:pt>
                <c:pt idx="2684">
                  <c:v>850.39200000000005</c:v>
                </c:pt>
                <c:pt idx="2685">
                  <c:v>850.69680000000005</c:v>
                </c:pt>
                <c:pt idx="2686">
                  <c:v>851.00160000000005</c:v>
                </c:pt>
                <c:pt idx="2687">
                  <c:v>851.30640000000005</c:v>
                </c:pt>
                <c:pt idx="2688">
                  <c:v>851.61120000000005</c:v>
                </c:pt>
                <c:pt idx="2689">
                  <c:v>851.91600000000005</c:v>
                </c:pt>
                <c:pt idx="2690">
                  <c:v>852.22080000000005</c:v>
                </c:pt>
                <c:pt idx="2691">
                  <c:v>852.52560000000005</c:v>
                </c:pt>
                <c:pt idx="2692">
                  <c:v>852.83040000000005</c:v>
                </c:pt>
                <c:pt idx="2693">
                  <c:v>853.13520000000005</c:v>
                </c:pt>
                <c:pt idx="2694">
                  <c:v>853.44</c:v>
                </c:pt>
                <c:pt idx="2695">
                  <c:v>853.74480000000005</c:v>
                </c:pt>
                <c:pt idx="2696">
                  <c:v>854.04960000000005</c:v>
                </c:pt>
                <c:pt idx="2697">
                  <c:v>854.35440000000006</c:v>
                </c:pt>
                <c:pt idx="2698">
                  <c:v>854.65920000000006</c:v>
                </c:pt>
                <c:pt idx="2699">
                  <c:v>854.96400000000006</c:v>
                </c:pt>
                <c:pt idx="2700">
                  <c:v>855.26880000000006</c:v>
                </c:pt>
                <c:pt idx="2701">
                  <c:v>855.57360000000006</c:v>
                </c:pt>
                <c:pt idx="2702">
                  <c:v>855.87840000000006</c:v>
                </c:pt>
                <c:pt idx="2703">
                  <c:v>856.18320000000006</c:v>
                </c:pt>
                <c:pt idx="2704">
                  <c:v>856.48800000000006</c:v>
                </c:pt>
                <c:pt idx="2705">
                  <c:v>856.79280000000006</c:v>
                </c:pt>
                <c:pt idx="2706">
                  <c:v>857.09760000000006</c:v>
                </c:pt>
                <c:pt idx="2707">
                  <c:v>857.40239999999994</c:v>
                </c:pt>
                <c:pt idx="2708">
                  <c:v>857.70719999999994</c:v>
                </c:pt>
                <c:pt idx="2709">
                  <c:v>858.01199999999994</c:v>
                </c:pt>
                <c:pt idx="2710">
                  <c:v>858.31679999999994</c:v>
                </c:pt>
                <c:pt idx="2711">
                  <c:v>858.62159999999994</c:v>
                </c:pt>
                <c:pt idx="2712">
                  <c:v>858.92639999999994</c:v>
                </c:pt>
                <c:pt idx="2713">
                  <c:v>859.23119999999994</c:v>
                </c:pt>
                <c:pt idx="2714">
                  <c:v>859.53599999999994</c:v>
                </c:pt>
                <c:pt idx="2715">
                  <c:v>859.84079999999994</c:v>
                </c:pt>
                <c:pt idx="2716">
                  <c:v>860.14559999999994</c:v>
                </c:pt>
                <c:pt idx="2717">
                  <c:v>860.45039999999995</c:v>
                </c:pt>
                <c:pt idx="2718">
                  <c:v>860.75519999999995</c:v>
                </c:pt>
                <c:pt idx="2719">
                  <c:v>861.06</c:v>
                </c:pt>
                <c:pt idx="2720">
                  <c:v>861.36479999999995</c:v>
                </c:pt>
                <c:pt idx="2721">
                  <c:v>861.66959999999995</c:v>
                </c:pt>
                <c:pt idx="2722">
                  <c:v>861.97439999999995</c:v>
                </c:pt>
                <c:pt idx="2723">
                  <c:v>862.27919999999995</c:v>
                </c:pt>
                <c:pt idx="2724">
                  <c:v>862.58399999999995</c:v>
                </c:pt>
                <c:pt idx="2725">
                  <c:v>862.88879999999995</c:v>
                </c:pt>
                <c:pt idx="2726">
                  <c:v>863.19359999999995</c:v>
                </c:pt>
                <c:pt idx="2727">
                  <c:v>863.49839999999995</c:v>
                </c:pt>
                <c:pt idx="2728">
                  <c:v>863.80319999999995</c:v>
                </c:pt>
                <c:pt idx="2729">
                  <c:v>864.10799999999995</c:v>
                </c:pt>
                <c:pt idx="2730">
                  <c:v>864.41279999999995</c:v>
                </c:pt>
                <c:pt idx="2731">
                  <c:v>864.71759999999995</c:v>
                </c:pt>
                <c:pt idx="2732">
                  <c:v>865.02239999999995</c:v>
                </c:pt>
                <c:pt idx="2733">
                  <c:v>865.32719999999995</c:v>
                </c:pt>
                <c:pt idx="2734">
                  <c:v>865.63199999999995</c:v>
                </c:pt>
                <c:pt idx="2735">
                  <c:v>865.93679999999995</c:v>
                </c:pt>
                <c:pt idx="2736">
                  <c:v>866.24159999999995</c:v>
                </c:pt>
                <c:pt idx="2737">
                  <c:v>866.54639999999995</c:v>
                </c:pt>
                <c:pt idx="2738">
                  <c:v>866.85119999999995</c:v>
                </c:pt>
                <c:pt idx="2739">
                  <c:v>867.15599999999995</c:v>
                </c:pt>
                <c:pt idx="2740">
                  <c:v>867.46079999999995</c:v>
                </c:pt>
                <c:pt idx="2741">
                  <c:v>867.76559999999995</c:v>
                </c:pt>
                <c:pt idx="2742">
                  <c:v>868.07039999999995</c:v>
                </c:pt>
                <c:pt idx="2743">
                  <c:v>868.37519999999995</c:v>
                </c:pt>
                <c:pt idx="2744">
                  <c:v>868.68</c:v>
                </c:pt>
                <c:pt idx="2745">
                  <c:v>868.98479999999995</c:v>
                </c:pt>
                <c:pt idx="2746">
                  <c:v>869.28959999999995</c:v>
                </c:pt>
                <c:pt idx="2747">
                  <c:v>869.59439999999995</c:v>
                </c:pt>
                <c:pt idx="2748">
                  <c:v>869.89919999999995</c:v>
                </c:pt>
                <c:pt idx="2749">
                  <c:v>870.20399999999995</c:v>
                </c:pt>
                <c:pt idx="2750">
                  <c:v>870.50879999999995</c:v>
                </c:pt>
                <c:pt idx="2751">
                  <c:v>870.81359999999995</c:v>
                </c:pt>
                <c:pt idx="2752">
                  <c:v>871.11839999999995</c:v>
                </c:pt>
                <c:pt idx="2753">
                  <c:v>871.42319999999995</c:v>
                </c:pt>
                <c:pt idx="2754">
                  <c:v>871.72799999999995</c:v>
                </c:pt>
                <c:pt idx="2755">
                  <c:v>872.03279999999995</c:v>
                </c:pt>
                <c:pt idx="2756">
                  <c:v>872.33759999999995</c:v>
                </c:pt>
                <c:pt idx="2757">
                  <c:v>872.64239999999995</c:v>
                </c:pt>
                <c:pt idx="2758">
                  <c:v>872.94719999999995</c:v>
                </c:pt>
                <c:pt idx="2759">
                  <c:v>873.25199999999995</c:v>
                </c:pt>
                <c:pt idx="2760">
                  <c:v>873.55679999999995</c:v>
                </c:pt>
                <c:pt idx="2761">
                  <c:v>873.86159999999995</c:v>
                </c:pt>
                <c:pt idx="2762">
                  <c:v>874.16639999999995</c:v>
                </c:pt>
                <c:pt idx="2763">
                  <c:v>874.47119999999995</c:v>
                </c:pt>
                <c:pt idx="2764">
                  <c:v>874.77599999999995</c:v>
                </c:pt>
                <c:pt idx="2765">
                  <c:v>875.08079999999995</c:v>
                </c:pt>
                <c:pt idx="2766">
                  <c:v>875.38559999999995</c:v>
                </c:pt>
                <c:pt idx="2767">
                  <c:v>875.69039999999995</c:v>
                </c:pt>
                <c:pt idx="2768">
                  <c:v>875.99519999999995</c:v>
                </c:pt>
                <c:pt idx="2769">
                  <c:v>876.3</c:v>
                </c:pt>
                <c:pt idx="2770">
                  <c:v>876.60479999999995</c:v>
                </c:pt>
                <c:pt idx="2771">
                  <c:v>876.90959999999995</c:v>
                </c:pt>
                <c:pt idx="2772">
                  <c:v>877.21439999999996</c:v>
                </c:pt>
                <c:pt idx="2773">
                  <c:v>877.51919999999996</c:v>
                </c:pt>
                <c:pt idx="2774">
                  <c:v>877.82399999999996</c:v>
                </c:pt>
                <c:pt idx="2775">
                  <c:v>878.12879999999996</c:v>
                </c:pt>
                <c:pt idx="2776">
                  <c:v>878.43359999999996</c:v>
                </c:pt>
                <c:pt idx="2777">
                  <c:v>878.73839999999996</c:v>
                </c:pt>
                <c:pt idx="2778">
                  <c:v>879.04319999999996</c:v>
                </c:pt>
                <c:pt idx="2779">
                  <c:v>879.34799999999996</c:v>
                </c:pt>
                <c:pt idx="2780">
                  <c:v>879.65279999999996</c:v>
                </c:pt>
                <c:pt idx="2781">
                  <c:v>879.95759999999996</c:v>
                </c:pt>
                <c:pt idx="2782">
                  <c:v>880.26239999999996</c:v>
                </c:pt>
                <c:pt idx="2783">
                  <c:v>880.56719999999996</c:v>
                </c:pt>
                <c:pt idx="2784">
                  <c:v>880.87199999999996</c:v>
                </c:pt>
                <c:pt idx="2785">
                  <c:v>881.17679999999996</c:v>
                </c:pt>
                <c:pt idx="2786">
                  <c:v>881.48159999999996</c:v>
                </c:pt>
                <c:pt idx="2787">
                  <c:v>881.78639999999996</c:v>
                </c:pt>
                <c:pt idx="2788">
                  <c:v>882.09119999999996</c:v>
                </c:pt>
                <c:pt idx="2789">
                  <c:v>882.39599999999996</c:v>
                </c:pt>
                <c:pt idx="2790">
                  <c:v>882.70079999999996</c:v>
                </c:pt>
                <c:pt idx="2791">
                  <c:v>883.00559999999996</c:v>
                </c:pt>
                <c:pt idx="2792">
                  <c:v>883.31039999999996</c:v>
                </c:pt>
                <c:pt idx="2793">
                  <c:v>883.61519999999996</c:v>
                </c:pt>
                <c:pt idx="2794">
                  <c:v>883.92</c:v>
                </c:pt>
                <c:pt idx="2795">
                  <c:v>884.22479999999996</c:v>
                </c:pt>
                <c:pt idx="2796">
                  <c:v>884.52959999999996</c:v>
                </c:pt>
                <c:pt idx="2797">
                  <c:v>884.83439999999996</c:v>
                </c:pt>
                <c:pt idx="2798">
                  <c:v>885.13919999999996</c:v>
                </c:pt>
                <c:pt idx="2799">
                  <c:v>885.44399999999996</c:v>
                </c:pt>
                <c:pt idx="2800">
                  <c:v>885.74879999999996</c:v>
                </c:pt>
                <c:pt idx="2801">
                  <c:v>886.05359999999996</c:v>
                </c:pt>
                <c:pt idx="2802">
                  <c:v>886.35839999999996</c:v>
                </c:pt>
                <c:pt idx="2803">
                  <c:v>886.66319999999996</c:v>
                </c:pt>
                <c:pt idx="2804">
                  <c:v>886.96799999999996</c:v>
                </c:pt>
                <c:pt idx="2805">
                  <c:v>887.27279999999996</c:v>
                </c:pt>
                <c:pt idx="2806">
                  <c:v>887.57759999999996</c:v>
                </c:pt>
                <c:pt idx="2807">
                  <c:v>887.88239999999996</c:v>
                </c:pt>
                <c:pt idx="2808">
                  <c:v>888.18719999999996</c:v>
                </c:pt>
                <c:pt idx="2809">
                  <c:v>888.49199999999996</c:v>
                </c:pt>
                <c:pt idx="2810">
                  <c:v>888.79679999999996</c:v>
                </c:pt>
                <c:pt idx="2811">
                  <c:v>889.10159999999996</c:v>
                </c:pt>
                <c:pt idx="2812">
                  <c:v>889.40639999999996</c:v>
                </c:pt>
                <c:pt idx="2813">
                  <c:v>889.71119999999996</c:v>
                </c:pt>
                <c:pt idx="2814">
                  <c:v>890.01599999999996</c:v>
                </c:pt>
                <c:pt idx="2815">
                  <c:v>890.32079999999996</c:v>
                </c:pt>
                <c:pt idx="2816">
                  <c:v>890.62559999999996</c:v>
                </c:pt>
                <c:pt idx="2817">
                  <c:v>890.93039999999996</c:v>
                </c:pt>
                <c:pt idx="2818">
                  <c:v>891.23519999999996</c:v>
                </c:pt>
                <c:pt idx="2819">
                  <c:v>891.54</c:v>
                </c:pt>
                <c:pt idx="2820">
                  <c:v>891.84479999999996</c:v>
                </c:pt>
                <c:pt idx="2821">
                  <c:v>892.14959999999996</c:v>
                </c:pt>
                <c:pt idx="2822">
                  <c:v>892.45439999999996</c:v>
                </c:pt>
                <c:pt idx="2823">
                  <c:v>892.75919999999996</c:v>
                </c:pt>
                <c:pt idx="2824">
                  <c:v>893.06399999999996</c:v>
                </c:pt>
                <c:pt idx="2825">
                  <c:v>893.36879999999996</c:v>
                </c:pt>
                <c:pt idx="2826">
                  <c:v>893.67359999999996</c:v>
                </c:pt>
                <c:pt idx="2827">
                  <c:v>893.97839999999997</c:v>
                </c:pt>
                <c:pt idx="2828">
                  <c:v>894.28319999999997</c:v>
                </c:pt>
                <c:pt idx="2829">
                  <c:v>894.58799999999997</c:v>
                </c:pt>
                <c:pt idx="2830">
                  <c:v>894.89279999999997</c:v>
                </c:pt>
                <c:pt idx="2831">
                  <c:v>895.19759999999997</c:v>
                </c:pt>
                <c:pt idx="2832">
                  <c:v>895.50239999999997</c:v>
                </c:pt>
                <c:pt idx="2833">
                  <c:v>895.80719999999997</c:v>
                </c:pt>
                <c:pt idx="2834">
                  <c:v>896.11199999999997</c:v>
                </c:pt>
                <c:pt idx="2835">
                  <c:v>896.41679999999997</c:v>
                </c:pt>
                <c:pt idx="2836">
                  <c:v>896.72159999999997</c:v>
                </c:pt>
                <c:pt idx="2837">
                  <c:v>897.02639999999997</c:v>
                </c:pt>
                <c:pt idx="2838">
                  <c:v>897.33119999999997</c:v>
                </c:pt>
                <c:pt idx="2839">
                  <c:v>897.63599999999997</c:v>
                </c:pt>
                <c:pt idx="2840">
                  <c:v>897.94079999999997</c:v>
                </c:pt>
                <c:pt idx="2841">
                  <c:v>898.24559999999997</c:v>
                </c:pt>
                <c:pt idx="2842">
                  <c:v>898.55039999999997</c:v>
                </c:pt>
                <c:pt idx="2843">
                  <c:v>898.85519999999997</c:v>
                </c:pt>
                <c:pt idx="2844">
                  <c:v>899.16</c:v>
                </c:pt>
                <c:pt idx="2845">
                  <c:v>899.46479999999997</c:v>
                </c:pt>
                <c:pt idx="2846">
                  <c:v>899.76959999999997</c:v>
                </c:pt>
                <c:pt idx="2847">
                  <c:v>900.07439999999997</c:v>
                </c:pt>
                <c:pt idx="2848">
                  <c:v>900.37919999999997</c:v>
                </c:pt>
                <c:pt idx="2849">
                  <c:v>900.68399999999997</c:v>
                </c:pt>
                <c:pt idx="2850">
                  <c:v>900.98879999999997</c:v>
                </c:pt>
                <c:pt idx="2851">
                  <c:v>901.29359999999997</c:v>
                </c:pt>
                <c:pt idx="2852">
                  <c:v>901.59839999999997</c:v>
                </c:pt>
                <c:pt idx="2853">
                  <c:v>901.90319999999997</c:v>
                </c:pt>
                <c:pt idx="2854">
                  <c:v>902.20799999999997</c:v>
                </c:pt>
                <c:pt idx="2855">
                  <c:v>902.51279999999997</c:v>
                </c:pt>
                <c:pt idx="2856">
                  <c:v>902.81759999999997</c:v>
                </c:pt>
                <c:pt idx="2857">
                  <c:v>903.12239999999997</c:v>
                </c:pt>
                <c:pt idx="2858">
                  <c:v>903.42719999999997</c:v>
                </c:pt>
                <c:pt idx="2859">
                  <c:v>903.73199999999997</c:v>
                </c:pt>
                <c:pt idx="2860">
                  <c:v>904.03679999999997</c:v>
                </c:pt>
                <c:pt idx="2861">
                  <c:v>904.34159999999997</c:v>
                </c:pt>
                <c:pt idx="2862">
                  <c:v>904.64639999999997</c:v>
                </c:pt>
                <c:pt idx="2863">
                  <c:v>904.95119999999997</c:v>
                </c:pt>
                <c:pt idx="2864">
                  <c:v>905.25599999999997</c:v>
                </c:pt>
                <c:pt idx="2865">
                  <c:v>905.56079999999997</c:v>
                </c:pt>
                <c:pt idx="2866">
                  <c:v>905.86559999999997</c:v>
                </c:pt>
                <c:pt idx="2867">
                  <c:v>906.17039999999997</c:v>
                </c:pt>
                <c:pt idx="2868">
                  <c:v>906.47519999999997</c:v>
                </c:pt>
                <c:pt idx="2869">
                  <c:v>906.78</c:v>
                </c:pt>
                <c:pt idx="2870">
                  <c:v>907.08479999999997</c:v>
                </c:pt>
                <c:pt idx="2871">
                  <c:v>907.38959999999997</c:v>
                </c:pt>
                <c:pt idx="2872">
                  <c:v>907.69439999999997</c:v>
                </c:pt>
                <c:pt idx="2873">
                  <c:v>907.99919999999997</c:v>
                </c:pt>
                <c:pt idx="2874">
                  <c:v>908.30399999999997</c:v>
                </c:pt>
                <c:pt idx="2875">
                  <c:v>908.60879999999997</c:v>
                </c:pt>
                <c:pt idx="2876">
                  <c:v>908.91359999999997</c:v>
                </c:pt>
                <c:pt idx="2877">
                  <c:v>909.21839999999997</c:v>
                </c:pt>
                <c:pt idx="2878">
                  <c:v>909.52319999999997</c:v>
                </c:pt>
                <c:pt idx="2879">
                  <c:v>909.82799999999997</c:v>
                </c:pt>
                <c:pt idx="2880">
                  <c:v>910.13279999999997</c:v>
                </c:pt>
                <c:pt idx="2881">
                  <c:v>910.43759999999997</c:v>
                </c:pt>
                <c:pt idx="2882">
                  <c:v>910.74239999999998</c:v>
                </c:pt>
                <c:pt idx="2883">
                  <c:v>911.04719999999998</c:v>
                </c:pt>
                <c:pt idx="2884">
                  <c:v>911.35199999999998</c:v>
                </c:pt>
                <c:pt idx="2885">
                  <c:v>911.65679999999998</c:v>
                </c:pt>
                <c:pt idx="2886">
                  <c:v>911.96159999999998</c:v>
                </c:pt>
                <c:pt idx="2887">
                  <c:v>912.26639999999998</c:v>
                </c:pt>
                <c:pt idx="2888">
                  <c:v>912.57119999999998</c:v>
                </c:pt>
                <c:pt idx="2889">
                  <c:v>912.87599999999998</c:v>
                </c:pt>
                <c:pt idx="2890">
                  <c:v>913.18079999999998</c:v>
                </c:pt>
                <c:pt idx="2891">
                  <c:v>913.48559999999998</c:v>
                </c:pt>
                <c:pt idx="2892">
                  <c:v>913.79039999999998</c:v>
                </c:pt>
                <c:pt idx="2893">
                  <c:v>914.09519999999998</c:v>
                </c:pt>
                <c:pt idx="2894">
                  <c:v>914.4</c:v>
                </c:pt>
                <c:pt idx="2895">
                  <c:v>914.70479999999998</c:v>
                </c:pt>
                <c:pt idx="2896">
                  <c:v>915.00959999999998</c:v>
                </c:pt>
                <c:pt idx="2897">
                  <c:v>915.31439999999998</c:v>
                </c:pt>
                <c:pt idx="2898">
                  <c:v>915.61919999999998</c:v>
                </c:pt>
                <c:pt idx="2899">
                  <c:v>915.92399999999998</c:v>
                </c:pt>
                <c:pt idx="2900">
                  <c:v>916.22879999999998</c:v>
                </c:pt>
                <c:pt idx="2901">
                  <c:v>916.53359999999998</c:v>
                </c:pt>
                <c:pt idx="2902">
                  <c:v>916.83839999999998</c:v>
                </c:pt>
                <c:pt idx="2903">
                  <c:v>917.14319999999998</c:v>
                </c:pt>
                <c:pt idx="2904">
                  <c:v>917.44799999999998</c:v>
                </c:pt>
                <c:pt idx="2905">
                  <c:v>917.75279999999998</c:v>
                </c:pt>
                <c:pt idx="2906">
                  <c:v>918.05759999999998</c:v>
                </c:pt>
                <c:pt idx="2907">
                  <c:v>918.36239999999998</c:v>
                </c:pt>
                <c:pt idx="2908">
                  <c:v>918.66719999999998</c:v>
                </c:pt>
                <c:pt idx="2909">
                  <c:v>918.97199999999998</c:v>
                </c:pt>
                <c:pt idx="2910">
                  <c:v>919.27679999999998</c:v>
                </c:pt>
                <c:pt idx="2911">
                  <c:v>919.58159999999998</c:v>
                </c:pt>
                <c:pt idx="2912">
                  <c:v>919.88639999999998</c:v>
                </c:pt>
                <c:pt idx="2913">
                  <c:v>920.19119999999998</c:v>
                </c:pt>
                <c:pt idx="2914">
                  <c:v>920.49599999999998</c:v>
                </c:pt>
                <c:pt idx="2915">
                  <c:v>920.80079999999998</c:v>
                </c:pt>
                <c:pt idx="2916">
                  <c:v>921.10559999999998</c:v>
                </c:pt>
                <c:pt idx="2917">
                  <c:v>921.41039999999998</c:v>
                </c:pt>
                <c:pt idx="2918">
                  <c:v>921.71519999999998</c:v>
                </c:pt>
                <c:pt idx="2919">
                  <c:v>922.02</c:v>
                </c:pt>
                <c:pt idx="2920">
                  <c:v>922.32479999999998</c:v>
                </c:pt>
                <c:pt idx="2921">
                  <c:v>922.62959999999998</c:v>
                </c:pt>
                <c:pt idx="2922">
                  <c:v>922.93439999999998</c:v>
                </c:pt>
                <c:pt idx="2923">
                  <c:v>923.23919999999998</c:v>
                </c:pt>
                <c:pt idx="2924">
                  <c:v>923.54399999999998</c:v>
                </c:pt>
                <c:pt idx="2925">
                  <c:v>923.84879999999998</c:v>
                </c:pt>
                <c:pt idx="2926">
                  <c:v>924.15359999999998</c:v>
                </c:pt>
                <c:pt idx="2927">
                  <c:v>924.45839999999998</c:v>
                </c:pt>
                <c:pt idx="2928">
                  <c:v>924.76319999999998</c:v>
                </c:pt>
                <c:pt idx="2929">
                  <c:v>925.06799999999998</c:v>
                </c:pt>
                <c:pt idx="2930">
                  <c:v>925.37279999999998</c:v>
                </c:pt>
                <c:pt idx="2931">
                  <c:v>925.67759999999998</c:v>
                </c:pt>
                <c:pt idx="2932">
                  <c:v>925.98239999999998</c:v>
                </c:pt>
                <c:pt idx="2933">
                  <c:v>926.28719999999998</c:v>
                </c:pt>
                <c:pt idx="2934">
                  <c:v>926.59199999999998</c:v>
                </c:pt>
                <c:pt idx="2935">
                  <c:v>926.89679999999998</c:v>
                </c:pt>
                <c:pt idx="2936">
                  <c:v>927.20159999999998</c:v>
                </c:pt>
                <c:pt idx="2937">
                  <c:v>927.50639999999999</c:v>
                </c:pt>
                <c:pt idx="2938">
                  <c:v>927.81119999999999</c:v>
                </c:pt>
                <c:pt idx="2939">
                  <c:v>928.11599999999999</c:v>
                </c:pt>
                <c:pt idx="2940">
                  <c:v>928.42079999999999</c:v>
                </c:pt>
                <c:pt idx="2941">
                  <c:v>928.72559999999999</c:v>
                </c:pt>
                <c:pt idx="2942">
                  <c:v>929.03039999999999</c:v>
                </c:pt>
                <c:pt idx="2943">
                  <c:v>929.33519999999999</c:v>
                </c:pt>
                <c:pt idx="2944">
                  <c:v>929.64</c:v>
                </c:pt>
                <c:pt idx="2945">
                  <c:v>929.94479999999999</c:v>
                </c:pt>
                <c:pt idx="2946">
                  <c:v>930.24959999999999</c:v>
                </c:pt>
                <c:pt idx="2947">
                  <c:v>930.55439999999999</c:v>
                </c:pt>
                <c:pt idx="2948">
                  <c:v>930.85919999999999</c:v>
                </c:pt>
                <c:pt idx="2949">
                  <c:v>931.16399999999999</c:v>
                </c:pt>
                <c:pt idx="2950">
                  <c:v>931.46879999999999</c:v>
                </c:pt>
                <c:pt idx="2951">
                  <c:v>931.77359999999999</c:v>
                </c:pt>
                <c:pt idx="2952">
                  <c:v>932.07839999999999</c:v>
                </c:pt>
                <c:pt idx="2953">
                  <c:v>932.38319999999999</c:v>
                </c:pt>
                <c:pt idx="2954">
                  <c:v>932.68799999999999</c:v>
                </c:pt>
                <c:pt idx="2955">
                  <c:v>932.99279999999999</c:v>
                </c:pt>
                <c:pt idx="2956">
                  <c:v>933.29759999999999</c:v>
                </c:pt>
                <c:pt idx="2957">
                  <c:v>933.60239999999999</c:v>
                </c:pt>
                <c:pt idx="2958">
                  <c:v>933.90719999999999</c:v>
                </c:pt>
                <c:pt idx="2959">
                  <c:v>934.21199999999999</c:v>
                </c:pt>
                <c:pt idx="2960">
                  <c:v>934.51679999999999</c:v>
                </c:pt>
                <c:pt idx="2961">
                  <c:v>934.82159999999999</c:v>
                </c:pt>
                <c:pt idx="2962">
                  <c:v>935.12639999999999</c:v>
                </c:pt>
                <c:pt idx="2963">
                  <c:v>935.43119999999999</c:v>
                </c:pt>
                <c:pt idx="2964">
                  <c:v>935.73599999999999</c:v>
                </c:pt>
                <c:pt idx="2965">
                  <c:v>936.04079999999999</c:v>
                </c:pt>
                <c:pt idx="2966">
                  <c:v>936.34559999999999</c:v>
                </c:pt>
                <c:pt idx="2967">
                  <c:v>936.65039999999999</c:v>
                </c:pt>
                <c:pt idx="2968">
                  <c:v>936.95519999999999</c:v>
                </c:pt>
                <c:pt idx="2969">
                  <c:v>937.26</c:v>
                </c:pt>
                <c:pt idx="2970">
                  <c:v>937.56479999999999</c:v>
                </c:pt>
                <c:pt idx="2971">
                  <c:v>937.86959999999999</c:v>
                </c:pt>
                <c:pt idx="2972">
                  <c:v>938.17439999999999</c:v>
                </c:pt>
                <c:pt idx="2973">
                  <c:v>938.47919999999999</c:v>
                </c:pt>
                <c:pt idx="2974">
                  <c:v>938.78399999999999</c:v>
                </c:pt>
                <c:pt idx="2975">
                  <c:v>939.08879999999999</c:v>
                </c:pt>
                <c:pt idx="2976">
                  <c:v>939.39359999999999</c:v>
                </c:pt>
                <c:pt idx="2977">
                  <c:v>939.69839999999999</c:v>
                </c:pt>
                <c:pt idx="2978">
                  <c:v>940.00319999999999</c:v>
                </c:pt>
                <c:pt idx="2979">
                  <c:v>940.30799999999999</c:v>
                </c:pt>
                <c:pt idx="2980">
                  <c:v>940.61279999999999</c:v>
                </c:pt>
                <c:pt idx="2981">
                  <c:v>940.91759999999999</c:v>
                </c:pt>
                <c:pt idx="2982">
                  <c:v>941.22239999999999</c:v>
                </c:pt>
                <c:pt idx="2983">
                  <c:v>941.52719999999999</c:v>
                </c:pt>
                <c:pt idx="2984">
                  <c:v>941.83199999999999</c:v>
                </c:pt>
                <c:pt idx="2985">
                  <c:v>942.13679999999999</c:v>
                </c:pt>
                <c:pt idx="2986">
                  <c:v>942.44159999999999</c:v>
                </c:pt>
                <c:pt idx="2987">
                  <c:v>942.74639999999999</c:v>
                </c:pt>
                <c:pt idx="2988">
                  <c:v>943.05119999999999</c:v>
                </c:pt>
                <c:pt idx="2989">
                  <c:v>943.35599999999999</c:v>
                </c:pt>
                <c:pt idx="2990">
                  <c:v>943.66079999999999</c:v>
                </c:pt>
                <c:pt idx="2991">
                  <c:v>943.96559999999999</c:v>
                </c:pt>
                <c:pt idx="2992">
                  <c:v>944.2704</c:v>
                </c:pt>
                <c:pt idx="2993">
                  <c:v>944.5752</c:v>
                </c:pt>
                <c:pt idx="2994">
                  <c:v>944.88</c:v>
                </c:pt>
                <c:pt idx="2995">
                  <c:v>945.1848</c:v>
                </c:pt>
                <c:pt idx="2996">
                  <c:v>945.4896</c:v>
                </c:pt>
                <c:pt idx="2997">
                  <c:v>945.7944</c:v>
                </c:pt>
                <c:pt idx="2998">
                  <c:v>946.0992</c:v>
                </c:pt>
                <c:pt idx="2999">
                  <c:v>946.404</c:v>
                </c:pt>
                <c:pt idx="3000">
                  <c:v>946.7088</c:v>
                </c:pt>
                <c:pt idx="3001">
                  <c:v>947.0136</c:v>
                </c:pt>
                <c:pt idx="3002">
                  <c:v>947.3184</c:v>
                </c:pt>
                <c:pt idx="3003">
                  <c:v>947.6232</c:v>
                </c:pt>
                <c:pt idx="3004">
                  <c:v>947.928</c:v>
                </c:pt>
                <c:pt idx="3005">
                  <c:v>948.2328</c:v>
                </c:pt>
                <c:pt idx="3006">
                  <c:v>948.5376</c:v>
                </c:pt>
                <c:pt idx="3007">
                  <c:v>948.8424</c:v>
                </c:pt>
                <c:pt idx="3008">
                  <c:v>949.1472</c:v>
                </c:pt>
                <c:pt idx="3009">
                  <c:v>949.452</c:v>
                </c:pt>
                <c:pt idx="3010">
                  <c:v>949.7568</c:v>
                </c:pt>
                <c:pt idx="3011">
                  <c:v>950.0616</c:v>
                </c:pt>
                <c:pt idx="3012">
                  <c:v>950.3664</c:v>
                </c:pt>
                <c:pt idx="3013">
                  <c:v>950.6712</c:v>
                </c:pt>
                <c:pt idx="3014">
                  <c:v>950.976</c:v>
                </c:pt>
                <c:pt idx="3015">
                  <c:v>951.2808</c:v>
                </c:pt>
                <c:pt idx="3016">
                  <c:v>951.5856</c:v>
                </c:pt>
                <c:pt idx="3017">
                  <c:v>951.8904</c:v>
                </c:pt>
                <c:pt idx="3018">
                  <c:v>952.1952</c:v>
                </c:pt>
                <c:pt idx="3019">
                  <c:v>952.5</c:v>
                </c:pt>
                <c:pt idx="3020">
                  <c:v>952.8048</c:v>
                </c:pt>
                <c:pt idx="3021">
                  <c:v>953.1096</c:v>
                </c:pt>
                <c:pt idx="3022">
                  <c:v>953.4144</c:v>
                </c:pt>
                <c:pt idx="3023">
                  <c:v>953.7192</c:v>
                </c:pt>
                <c:pt idx="3024">
                  <c:v>954.024</c:v>
                </c:pt>
                <c:pt idx="3025">
                  <c:v>954.3288</c:v>
                </c:pt>
                <c:pt idx="3026">
                  <c:v>954.6336</c:v>
                </c:pt>
                <c:pt idx="3027">
                  <c:v>954.9384</c:v>
                </c:pt>
                <c:pt idx="3028">
                  <c:v>955.2432</c:v>
                </c:pt>
                <c:pt idx="3029">
                  <c:v>955.548</c:v>
                </c:pt>
                <c:pt idx="3030">
                  <c:v>955.8528</c:v>
                </c:pt>
                <c:pt idx="3031">
                  <c:v>956.1576</c:v>
                </c:pt>
                <c:pt idx="3032">
                  <c:v>956.4624</c:v>
                </c:pt>
                <c:pt idx="3033">
                  <c:v>956.7672</c:v>
                </c:pt>
                <c:pt idx="3034">
                  <c:v>957.072</c:v>
                </c:pt>
                <c:pt idx="3035">
                  <c:v>957.3768</c:v>
                </c:pt>
                <c:pt idx="3036">
                  <c:v>957.6816</c:v>
                </c:pt>
                <c:pt idx="3037">
                  <c:v>957.9864</c:v>
                </c:pt>
                <c:pt idx="3038">
                  <c:v>958.2912</c:v>
                </c:pt>
                <c:pt idx="3039">
                  <c:v>958.596</c:v>
                </c:pt>
                <c:pt idx="3040">
                  <c:v>958.9008</c:v>
                </c:pt>
                <c:pt idx="3041">
                  <c:v>959.2056</c:v>
                </c:pt>
                <c:pt idx="3042">
                  <c:v>959.5104</c:v>
                </c:pt>
                <c:pt idx="3043">
                  <c:v>959.8152</c:v>
                </c:pt>
                <c:pt idx="3044">
                  <c:v>960.12</c:v>
                </c:pt>
                <c:pt idx="3045">
                  <c:v>960.4248</c:v>
                </c:pt>
                <c:pt idx="3046">
                  <c:v>960.7296</c:v>
                </c:pt>
                <c:pt idx="3047">
                  <c:v>961.03440000000001</c:v>
                </c:pt>
                <c:pt idx="3048">
                  <c:v>961.33920000000001</c:v>
                </c:pt>
                <c:pt idx="3049">
                  <c:v>961.64400000000001</c:v>
                </c:pt>
                <c:pt idx="3050">
                  <c:v>961.94880000000001</c:v>
                </c:pt>
                <c:pt idx="3051">
                  <c:v>962.25360000000001</c:v>
                </c:pt>
                <c:pt idx="3052">
                  <c:v>962.55840000000001</c:v>
                </c:pt>
                <c:pt idx="3053">
                  <c:v>962.86320000000001</c:v>
                </c:pt>
                <c:pt idx="3054">
                  <c:v>963.16800000000001</c:v>
                </c:pt>
                <c:pt idx="3055">
                  <c:v>963.47280000000001</c:v>
                </c:pt>
                <c:pt idx="3056">
                  <c:v>963.77760000000001</c:v>
                </c:pt>
                <c:pt idx="3057">
                  <c:v>964.08240000000001</c:v>
                </c:pt>
                <c:pt idx="3058">
                  <c:v>964.38720000000001</c:v>
                </c:pt>
                <c:pt idx="3059">
                  <c:v>964.69200000000001</c:v>
                </c:pt>
                <c:pt idx="3060">
                  <c:v>964.99680000000001</c:v>
                </c:pt>
                <c:pt idx="3061">
                  <c:v>965.30160000000001</c:v>
                </c:pt>
                <c:pt idx="3062">
                  <c:v>965.60640000000001</c:v>
                </c:pt>
                <c:pt idx="3063">
                  <c:v>965.91120000000001</c:v>
                </c:pt>
                <c:pt idx="3064">
                  <c:v>966.21600000000001</c:v>
                </c:pt>
                <c:pt idx="3065">
                  <c:v>966.52080000000001</c:v>
                </c:pt>
                <c:pt idx="3066">
                  <c:v>966.82560000000001</c:v>
                </c:pt>
                <c:pt idx="3067">
                  <c:v>967.13040000000001</c:v>
                </c:pt>
                <c:pt idx="3068">
                  <c:v>967.43520000000001</c:v>
                </c:pt>
                <c:pt idx="3069">
                  <c:v>967.74</c:v>
                </c:pt>
                <c:pt idx="3070">
                  <c:v>968.04480000000001</c:v>
                </c:pt>
                <c:pt idx="3071">
                  <c:v>968.34960000000001</c:v>
                </c:pt>
                <c:pt idx="3072">
                  <c:v>968.65440000000001</c:v>
                </c:pt>
                <c:pt idx="3073">
                  <c:v>968.95920000000001</c:v>
                </c:pt>
                <c:pt idx="3074">
                  <c:v>969.26400000000001</c:v>
                </c:pt>
                <c:pt idx="3075">
                  <c:v>969.56880000000001</c:v>
                </c:pt>
                <c:pt idx="3076">
                  <c:v>969.87360000000001</c:v>
                </c:pt>
                <c:pt idx="3077">
                  <c:v>970.17840000000001</c:v>
                </c:pt>
                <c:pt idx="3078">
                  <c:v>970.48320000000001</c:v>
                </c:pt>
                <c:pt idx="3079">
                  <c:v>970.78800000000001</c:v>
                </c:pt>
                <c:pt idx="3080">
                  <c:v>971.09280000000001</c:v>
                </c:pt>
                <c:pt idx="3081">
                  <c:v>971.39760000000001</c:v>
                </c:pt>
                <c:pt idx="3082">
                  <c:v>971.70240000000001</c:v>
                </c:pt>
                <c:pt idx="3083">
                  <c:v>972.00720000000001</c:v>
                </c:pt>
                <c:pt idx="3084">
                  <c:v>972.31200000000001</c:v>
                </c:pt>
                <c:pt idx="3085">
                  <c:v>972.61680000000001</c:v>
                </c:pt>
                <c:pt idx="3086">
                  <c:v>972.92160000000001</c:v>
                </c:pt>
                <c:pt idx="3087">
                  <c:v>973.22640000000001</c:v>
                </c:pt>
                <c:pt idx="3088">
                  <c:v>973.53120000000001</c:v>
                </c:pt>
                <c:pt idx="3089">
                  <c:v>973.83600000000001</c:v>
                </c:pt>
                <c:pt idx="3090">
                  <c:v>974.14080000000001</c:v>
                </c:pt>
                <c:pt idx="3091">
                  <c:v>974.44560000000001</c:v>
                </c:pt>
                <c:pt idx="3092">
                  <c:v>974.75040000000001</c:v>
                </c:pt>
                <c:pt idx="3093">
                  <c:v>975.05520000000001</c:v>
                </c:pt>
                <c:pt idx="3094">
                  <c:v>975.36</c:v>
                </c:pt>
                <c:pt idx="3095">
                  <c:v>975.66480000000001</c:v>
                </c:pt>
                <c:pt idx="3096">
                  <c:v>975.96960000000001</c:v>
                </c:pt>
                <c:pt idx="3097">
                  <c:v>976.27440000000001</c:v>
                </c:pt>
                <c:pt idx="3098">
                  <c:v>976.57920000000001</c:v>
                </c:pt>
                <c:pt idx="3099">
                  <c:v>976.88400000000001</c:v>
                </c:pt>
                <c:pt idx="3100">
                  <c:v>977.18880000000001</c:v>
                </c:pt>
                <c:pt idx="3101">
                  <c:v>977.49360000000001</c:v>
                </c:pt>
                <c:pt idx="3102">
                  <c:v>977.79840000000002</c:v>
                </c:pt>
                <c:pt idx="3103">
                  <c:v>978.10320000000002</c:v>
                </c:pt>
                <c:pt idx="3104">
                  <c:v>978.40800000000002</c:v>
                </c:pt>
                <c:pt idx="3105">
                  <c:v>978.71280000000002</c:v>
                </c:pt>
                <c:pt idx="3106">
                  <c:v>979.01760000000002</c:v>
                </c:pt>
                <c:pt idx="3107">
                  <c:v>979.32240000000002</c:v>
                </c:pt>
                <c:pt idx="3108">
                  <c:v>979.62720000000002</c:v>
                </c:pt>
                <c:pt idx="3109">
                  <c:v>979.93200000000002</c:v>
                </c:pt>
                <c:pt idx="3110">
                  <c:v>980.23680000000002</c:v>
                </c:pt>
                <c:pt idx="3111">
                  <c:v>980.54160000000002</c:v>
                </c:pt>
                <c:pt idx="3112">
                  <c:v>980.84640000000002</c:v>
                </c:pt>
                <c:pt idx="3113">
                  <c:v>981.15120000000002</c:v>
                </c:pt>
                <c:pt idx="3114">
                  <c:v>981.45600000000002</c:v>
                </c:pt>
                <c:pt idx="3115">
                  <c:v>981.76080000000002</c:v>
                </c:pt>
                <c:pt idx="3116">
                  <c:v>982.06560000000002</c:v>
                </c:pt>
                <c:pt idx="3117">
                  <c:v>982.37040000000002</c:v>
                </c:pt>
                <c:pt idx="3118">
                  <c:v>982.67520000000002</c:v>
                </c:pt>
                <c:pt idx="3119">
                  <c:v>982.98</c:v>
                </c:pt>
                <c:pt idx="3120">
                  <c:v>983.28480000000002</c:v>
                </c:pt>
                <c:pt idx="3121">
                  <c:v>983.58960000000002</c:v>
                </c:pt>
                <c:pt idx="3122">
                  <c:v>983.89440000000002</c:v>
                </c:pt>
                <c:pt idx="3123">
                  <c:v>984.19920000000002</c:v>
                </c:pt>
                <c:pt idx="3124">
                  <c:v>984.50400000000002</c:v>
                </c:pt>
                <c:pt idx="3125">
                  <c:v>984.80880000000002</c:v>
                </c:pt>
                <c:pt idx="3126">
                  <c:v>985.11360000000002</c:v>
                </c:pt>
                <c:pt idx="3127">
                  <c:v>985.41840000000002</c:v>
                </c:pt>
                <c:pt idx="3128">
                  <c:v>985.72320000000002</c:v>
                </c:pt>
                <c:pt idx="3129">
                  <c:v>986.02800000000002</c:v>
                </c:pt>
                <c:pt idx="3130">
                  <c:v>986.33280000000002</c:v>
                </c:pt>
                <c:pt idx="3131">
                  <c:v>986.63760000000002</c:v>
                </c:pt>
                <c:pt idx="3132">
                  <c:v>986.94240000000002</c:v>
                </c:pt>
                <c:pt idx="3133">
                  <c:v>987.24720000000002</c:v>
                </c:pt>
                <c:pt idx="3134">
                  <c:v>987.55200000000002</c:v>
                </c:pt>
                <c:pt idx="3135">
                  <c:v>987.85680000000002</c:v>
                </c:pt>
                <c:pt idx="3136">
                  <c:v>988.16160000000002</c:v>
                </c:pt>
                <c:pt idx="3137">
                  <c:v>988.46640000000002</c:v>
                </c:pt>
                <c:pt idx="3138">
                  <c:v>988.77120000000002</c:v>
                </c:pt>
                <c:pt idx="3139">
                  <c:v>989.07600000000002</c:v>
                </c:pt>
                <c:pt idx="3140">
                  <c:v>989.38080000000002</c:v>
                </c:pt>
                <c:pt idx="3141">
                  <c:v>989.68560000000002</c:v>
                </c:pt>
                <c:pt idx="3142">
                  <c:v>989.99040000000002</c:v>
                </c:pt>
                <c:pt idx="3143">
                  <c:v>990.29520000000002</c:v>
                </c:pt>
                <c:pt idx="3144">
                  <c:v>990.6</c:v>
                </c:pt>
                <c:pt idx="3145">
                  <c:v>990.90480000000002</c:v>
                </c:pt>
                <c:pt idx="3146">
                  <c:v>991.20960000000002</c:v>
                </c:pt>
                <c:pt idx="3147">
                  <c:v>991.51440000000002</c:v>
                </c:pt>
                <c:pt idx="3148">
                  <c:v>991.81920000000002</c:v>
                </c:pt>
                <c:pt idx="3149">
                  <c:v>992.12400000000002</c:v>
                </c:pt>
                <c:pt idx="3150">
                  <c:v>992.42880000000002</c:v>
                </c:pt>
                <c:pt idx="3151">
                  <c:v>992.73360000000002</c:v>
                </c:pt>
                <c:pt idx="3152">
                  <c:v>993.03840000000002</c:v>
                </c:pt>
                <c:pt idx="3153">
                  <c:v>993.34320000000002</c:v>
                </c:pt>
                <c:pt idx="3154">
                  <c:v>993.64800000000002</c:v>
                </c:pt>
                <c:pt idx="3155">
                  <c:v>993.95280000000002</c:v>
                </c:pt>
                <c:pt idx="3156">
                  <c:v>994.25760000000002</c:v>
                </c:pt>
                <c:pt idx="3157">
                  <c:v>994.56240000000003</c:v>
                </c:pt>
                <c:pt idx="3158">
                  <c:v>994.86720000000003</c:v>
                </c:pt>
                <c:pt idx="3159">
                  <c:v>995.17200000000003</c:v>
                </c:pt>
                <c:pt idx="3160">
                  <c:v>995.47680000000003</c:v>
                </c:pt>
                <c:pt idx="3161">
                  <c:v>995.78160000000003</c:v>
                </c:pt>
                <c:pt idx="3162">
                  <c:v>996.08640000000003</c:v>
                </c:pt>
                <c:pt idx="3163">
                  <c:v>996.39120000000003</c:v>
                </c:pt>
                <c:pt idx="3164">
                  <c:v>996.69600000000003</c:v>
                </c:pt>
                <c:pt idx="3165">
                  <c:v>997.00080000000003</c:v>
                </c:pt>
                <c:pt idx="3166">
                  <c:v>997.30560000000003</c:v>
                </c:pt>
                <c:pt idx="3167">
                  <c:v>997.61040000000003</c:v>
                </c:pt>
                <c:pt idx="3168">
                  <c:v>997.91520000000003</c:v>
                </c:pt>
                <c:pt idx="3169">
                  <c:v>998.22</c:v>
                </c:pt>
                <c:pt idx="3170">
                  <c:v>998.52480000000003</c:v>
                </c:pt>
                <c:pt idx="3171">
                  <c:v>998.82960000000003</c:v>
                </c:pt>
                <c:pt idx="3172">
                  <c:v>999.13440000000003</c:v>
                </c:pt>
                <c:pt idx="3173">
                  <c:v>999.43920000000003</c:v>
                </c:pt>
                <c:pt idx="3174">
                  <c:v>999.74400000000003</c:v>
                </c:pt>
                <c:pt idx="3175">
                  <c:v>1000.0488</c:v>
                </c:pt>
                <c:pt idx="3176">
                  <c:v>1000.3536</c:v>
                </c:pt>
                <c:pt idx="3177">
                  <c:v>1000.6584</c:v>
                </c:pt>
                <c:pt idx="3178">
                  <c:v>1000.9632</c:v>
                </c:pt>
                <c:pt idx="3179">
                  <c:v>1001.268</c:v>
                </c:pt>
                <c:pt idx="3180">
                  <c:v>1001.5728</c:v>
                </c:pt>
                <c:pt idx="3181">
                  <c:v>1001.8776</c:v>
                </c:pt>
                <c:pt idx="3182">
                  <c:v>1002.1824</c:v>
                </c:pt>
                <c:pt idx="3183">
                  <c:v>1002.4872</c:v>
                </c:pt>
                <c:pt idx="3184">
                  <c:v>1002.792</c:v>
                </c:pt>
                <c:pt idx="3185">
                  <c:v>1003.0968</c:v>
                </c:pt>
                <c:pt idx="3186">
                  <c:v>1003.4016</c:v>
                </c:pt>
                <c:pt idx="3187">
                  <c:v>1003.7064</c:v>
                </c:pt>
                <c:pt idx="3188">
                  <c:v>1004.0112</c:v>
                </c:pt>
                <c:pt idx="3189">
                  <c:v>1004.316</c:v>
                </c:pt>
                <c:pt idx="3190">
                  <c:v>1004.6208</c:v>
                </c:pt>
                <c:pt idx="3191">
                  <c:v>1004.9256</c:v>
                </c:pt>
                <c:pt idx="3192">
                  <c:v>1005.2304</c:v>
                </c:pt>
                <c:pt idx="3193">
                  <c:v>1005.5352</c:v>
                </c:pt>
                <c:pt idx="3194">
                  <c:v>1005.84</c:v>
                </c:pt>
                <c:pt idx="3195">
                  <c:v>1006.1448</c:v>
                </c:pt>
                <c:pt idx="3196">
                  <c:v>1006.4496</c:v>
                </c:pt>
                <c:pt idx="3197">
                  <c:v>1006.7544</c:v>
                </c:pt>
                <c:pt idx="3198">
                  <c:v>1007.0592</c:v>
                </c:pt>
                <c:pt idx="3199">
                  <c:v>1007.364</c:v>
                </c:pt>
                <c:pt idx="3200">
                  <c:v>1007.6688</c:v>
                </c:pt>
                <c:pt idx="3201">
                  <c:v>1007.9736</c:v>
                </c:pt>
                <c:pt idx="3202">
                  <c:v>1008.2784</c:v>
                </c:pt>
                <c:pt idx="3203">
                  <c:v>1008.5832</c:v>
                </c:pt>
                <c:pt idx="3204">
                  <c:v>1008.888</c:v>
                </c:pt>
                <c:pt idx="3205">
                  <c:v>1009.1928</c:v>
                </c:pt>
                <c:pt idx="3206">
                  <c:v>1009.4976</c:v>
                </c:pt>
                <c:pt idx="3207">
                  <c:v>1009.8024</c:v>
                </c:pt>
                <c:pt idx="3208">
                  <c:v>1010.1072</c:v>
                </c:pt>
                <c:pt idx="3209">
                  <c:v>1010.412</c:v>
                </c:pt>
                <c:pt idx="3210">
                  <c:v>1010.7168</c:v>
                </c:pt>
                <c:pt idx="3211">
                  <c:v>1011.0216</c:v>
                </c:pt>
                <c:pt idx="3212">
                  <c:v>1011.3264</c:v>
                </c:pt>
                <c:pt idx="3213">
                  <c:v>1011.6312</c:v>
                </c:pt>
                <c:pt idx="3214">
                  <c:v>1011.936</c:v>
                </c:pt>
                <c:pt idx="3215">
                  <c:v>1012.2408</c:v>
                </c:pt>
                <c:pt idx="3216">
                  <c:v>1012.5456</c:v>
                </c:pt>
                <c:pt idx="3217">
                  <c:v>1012.8504</c:v>
                </c:pt>
                <c:pt idx="3218">
                  <c:v>1013.1552</c:v>
                </c:pt>
                <c:pt idx="3219">
                  <c:v>1013.46</c:v>
                </c:pt>
                <c:pt idx="3220">
                  <c:v>1013.7648</c:v>
                </c:pt>
                <c:pt idx="3221">
                  <c:v>1014.0696</c:v>
                </c:pt>
                <c:pt idx="3222">
                  <c:v>1014.3744</c:v>
                </c:pt>
                <c:pt idx="3223">
                  <c:v>1014.6792</c:v>
                </c:pt>
                <c:pt idx="3224">
                  <c:v>1014.984</c:v>
                </c:pt>
                <c:pt idx="3225">
                  <c:v>1015.2888</c:v>
                </c:pt>
                <c:pt idx="3226">
                  <c:v>1015.5936</c:v>
                </c:pt>
                <c:pt idx="3227">
                  <c:v>1015.8984</c:v>
                </c:pt>
                <c:pt idx="3228">
                  <c:v>1016.2032</c:v>
                </c:pt>
                <c:pt idx="3229">
                  <c:v>1016.508</c:v>
                </c:pt>
                <c:pt idx="3230">
                  <c:v>1016.8128</c:v>
                </c:pt>
                <c:pt idx="3231">
                  <c:v>1017.1176</c:v>
                </c:pt>
                <c:pt idx="3232">
                  <c:v>1017.4224</c:v>
                </c:pt>
                <c:pt idx="3233">
                  <c:v>1017.7272</c:v>
                </c:pt>
                <c:pt idx="3234">
                  <c:v>1018.032</c:v>
                </c:pt>
                <c:pt idx="3235">
                  <c:v>1018.3368</c:v>
                </c:pt>
                <c:pt idx="3236">
                  <c:v>1018.6416</c:v>
                </c:pt>
                <c:pt idx="3237">
                  <c:v>1018.9464</c:v>
                </c:pt>
                <c:pt idx="3238">
                  <c:v>1019.2512</c:v>
                </c:pt>
                <c:pt idx="3239">
                  <c:v>1019.556</c:v>
                </c:pt>
                <c:pt idx="3240">
                  <c:v>1019.8608</c:v>
                </c:pt>
                <c:pt idx="3241">
                  <c:v>1020.1656</c:v>
                </c:pt>
                <c:pt idx="3242">
                  <c:v>1020.4704</c:v>
                </c:pt>
                <c:pt idx="3243">
                  <c:v>1020.7752</c:v>
                </c:pt>
                <c:pt idx="3244">
                  <c:v>1021.08</c:v>
                </c:pt>
                <c:pt idx="3245">
                  <c:v>1021.3848</c:v>
                </c:pt>
                <c:pt idx="3246">
                  <c:v>1021.6896</c:v>
                </c:pt>
                <c:pt idx="3247">
                  <c:v>1021.9944</c:v>
                </c:pt>
                <c:pt idx="3248">
                  <c:v>1022.2992</c:v>
                </c:pt>
                <c:pt idx="3249">
                  <c:v>1022.604</c:v>
                </c:pt>
                <c:pt idx="3250">
                  <c:v>1022.9088</c:v>
                </c:pt>
                <c:pt idx="3251">
                  <c:v>1023.2136</c:v>
                </c:pt>
                <c:pt idx="3252">
                  <c:v>1023.5184</c:v>
                </c:pt>
                <c:pt idx="3253">
                  <c:v>1023.8232</c:v>
                </c:pt>
                <c:pt idx="3254">
                  <c:v>1024.1279999999999</c:v>
                </c:pt>
                <c:pt idx="3255">
                  <c:v>1024.4328</c:v>
                </c:pt>
                <c:pt idx="3256">
                  <c:v>1024.7375999999999</c:v>
                </c:pt>
                <c:pt idx="3257">
                  <c:v>1025.0424</c:v>
                </c:pt>
                <c:pt idx="3258">
                  <c:v>1025.3471999999999</c:v>
                </c:pt>
                <c:pt idx="3259">
                  <c:v>1025.652</c:v>
                </c:pt>
                <c:pt idx="3260">
                  <c:v>1025.9567999999999</c:v>
                </c:pt>
                <c:pt idx="3261">
                  <c:v>1026.2616</c:v>
                </c:pt>
                <c:pt idx="3262">
                  <c:v>1026.5663999999999</c:v>
                </c:pt>
                <c:pt idx="3263">
                  <c:v>1026.8712</c:v>
                </c:pt>
                <c:pt idx="3264">
                  <c:v>1027.1759999999999</c:v>
                </c:pt>
                <c:pt idx="3265">
                  <c:v>1027.4808</c:v>
                </c:pt>
                <c:pt idx="3266">
                  <c:v>1027.7855999999999</c:v>
                </c:pt>
                <c:pt idx="3267">
                  <c:v>1028.0904</c:v>
                </c:pt>
                <c:pt idx="3268">
                  <c:v>1028.3951999999999</c:v>
                </c:pt>
                <c:pt idx="3269">
                  <c:v>1028.7</c:v>
                </c:pt>
                <c:pt idx="3270">
                  <c:v>1029.0047999999999</c:v>
                </c:pt>
                <c:pt idx="3271">
                  <c:v>1029.3096</c:v>
                </c:pt>
                <c:pt idx="3272">
                  <c:v>1029.6143999999999</c:v>
                </c:pt>
                <c:pt idx="3273">
                  <c:v>1029.9192</c:v>
                </c:pt>
                <c:pt idx="3274">
                  <c:v>1030.2239999999999</c:v>
                </c:pt>
                <c:pt idx="3275">
                  <c:v>1030.5288</c:v>
                </c:pt>
                <c:pt idx="3276">
                  <c:v>1030.8335999999999</c:v>
                </c:pt>
                <c:pt idx="3277">
                  <c:v>1031.1384</c:v>
                </c:pt>
                <c:pt idx="3278">
                  <c:v>1031.4431999999999</c:v>
                </c:pt>
                <c:pt idx="3279">
                  <c:v>1031.748</c:v>
                </c:pt>
                <c:pt idx="3280">
                  <c:v>1032.0527999999999</c:v>
                </c:pt>
                <c:pt idx="3281">
                  <c:v>1032.3576</c:v>
                </c:pt>
                <c:pt idx="3282">
                  <c:v>1032.6623999999999</c:v>
                </c:pt>
                <c:pt idx="3283">
                  <c:v>1032.9672</c:v>
                </c:pt>
                <c:pt idx="3284">
                  <c:v>1033.2719999999999</c:v>
                </c:pt>
                <c:pt idx="3285">
                  <c:v>1033.5768</c:v>
                </c:pt>
                <c:pt idx="3286">
                  <c:v>1033.8815999999999</c:v>
                </c:pt>
                <c:pt idx="3287">
                  <c:v>1034.1864</c:v>
                </c:pt>
                <c:pt idx="3288">
                  <c:v>1034.4911999999999</c:v>
                </c:pt>
                <c:pt idx="3289">
                  <c:v>1034.796</c:v>
                </c:pt>
                <c:pt idx="3290">
                  <c:v>1035.1007999999999</c:v>
                </c:pt>
                <c:pt idx="3291">
                  <c:v>1035.4056</c:v>
                </c:pt>
                <c:pt idx="3292">
                  <c:v>1035.7103999999999</c:v>
                </c:pt>
                <c:pt idx="3293">
                  <c:v>1036.0152</c:v>
                </c:pt>
                <c:pt idx="3294">
                  <c:v>1036.32</c:v>
                </c:pt>
                <c:pt idx="3295">
                  <c:v>1036.6248000000001</c:v>
                </c:pt>
                <c:pt idx="3296">
                  <c:v>1036.9295999999999</c:v>
                </c:pt>
                <c:pt idx="3297">
                  <c:v>1037.2344000000001</c:v>
                </c:pt>
                <c:pt idx="3298">
                  <c:v>1037.5391999999999</c:v>
                </c:pt>
                <c:pt idx="3299">
                  <c:v>1037.8440000000001</c:v>
                </c:pt>
                <c:pt idx="3300">
                  <c:v>1038.1487999999999</c:v>
                </c:pt>
                <c:pt idx="3301">
                  <c:v>1038.4536000000001</c:v>
                </c:pt>
                <c:pt idx="3302">
                  <c:v>1038.7583999999999</c:v>
                </c:pt>
                <c:pt idx="3303">
                  <c:v>1039.0632000000001</c:v>
                </c:pt>
                <c:pt idx="3304">
                  <c:v>1039.3679999999999</c:v>
                </c:pt>
                <c:pt idx="3305">
                  <c:v>1039.6728000000001</c:v>
                </c:pt>
                <c:pt idx="3306">
                  <c:v>1039.9775999999999</c:v>
                </c:pt>
                <c:pt idx="3307">
                  <c:v>1040.2824000000001</c:v>
                </c:pt>
                <c:pt idx="3308">
                  <c:v>1040.5871999999999</c:v>
                </c:pt>
                <c:pt idx="3309">
                  <c:v>1040.8920000000001</c:v>
                </c:pt>
                <c:pt idx="3310">
                  <c:v>1041.1967999999999</c:v>
                </c:pt>
                <c:pt idx="3311">
                  <c:v>1041.5016000000001</c:v>
                </c:pt>
                <c:pt idx="3312">
                  <c:v>1041.8063999999999</c:v>
                </c:pt>
                <c:pt idx="3313">
                  <c:v>1042.1112000000001</c:v>
                </c:pt>
                <c:pt idx="3314">
                  <c:v>1042.4159999999999</c:v>
                </c:pt>
                <c:pt idx="3315">
                  <c:v>1042.7208000000001</c:v>
                </c:pt>
                <c:pt idx="3316">
                  <c:v>1043.0255999999999</c:v>
                </c:pt>
                <c:pt idx="3317">
                  <c:v>1043.3304000000001</c:v>
                </c:pt>
                <c:pt idx="3318">
                  <c:v>1043.6351999999999</c:v>
                </c:pt>
                <c:pt idx="3319">
                  <c:v>1043.94</c:v>
                </c:pt>
                <c:pt idx="3320">
                  <c:v>1044.2447999999999</c:v>
                </c:pt>
                <c:pt idx="3321">
                  <c:v>1044.5496000000001</c:v>
                </c:pt>
                <c:pt idx="3322">
                  <c:v>1044.8543999999999</c:v>
                </c:pt>
                <c:pt idx="3323">
                  <c:v>1045.1592000000001</c:v>
                </c:pt>
                <c:pt idx="3324">
                  <c:v>1045.4639999999999</c:v>
                </c:pt>
                <c:pt idx="3325">
                  <c:v>1045.7688000000001</c:v>
                </c:pt>
                <c:pt idx="3326">
                  <c:v>1046.0735999999999</c:v>
                </c:pt>
                <c:pt idx="3327">
                  <c:v>1046.3784000000001</c:v>
                </c:pt>
                <c:pt idx="3328">
                  <c:v>1046.6831999999999</c:v>
                </c:pt>
                <c:pt idx="3329">
                  <c:v>1046.9880000000001</c:v>
                </c:pt>
                <c:pt idx="3330">
                  <c:v>1047.2927999999999</c:v>
                </c:pt>
                <c:pt idx="3331">
                  <c:v>1047.5976000000001</c:v>
                </c:pt>
                <c:pt idx="3332">
                  <c:v>1047.9023999999999</c:v>
                </c:pt>
                <c:pt idx="3333">
                  <c:v>1048.2072000000001</c:v>
                </c:pt>
                <c:pt idx="3334">
                  <c:v>1048.5119999999999</c:v>
                </c:pt>
                <c:pt idx="3335">
                  <c:v>1048.8168000000001</c:v>
                </c:pt>
                <c:pt idx="3336">
                  <c:v>1049.1215999999999</c:v>
                </c:pt>
                <c:pt idx="3337">
                  <c:v>1049.4264000000001</c:v>
                </c:pt>
                <c:pt idx="3338">
                  <c:v>1049.7311999999999</c:v>
                </c:pt>
                <c:pt idx="3339">
                  <c:v>1050.0360000000001</c:v>
                </c:pt>
                <c:pt idx="3340">
                  <c:v>1050.3407999999999</c:v>
                </c:pt>
                <c:pt idx="3341">
                  <c:v>1050.6456000000001</c:v>
                </c:pt>
                <c:pt idx="3342">
                  <c:v>1050.9503999999999</c:v>
                </c:pt>
                <c:pt idx="3343">
                  <c:v>1051.2552000000001</c:v>
                </c:pt>
                <c:pt idx="3344">
                  <c:v>1051.56</c:v>
                </c:pt>
                <c:pt idx="3345">
                  <c:v>1051.8648000000001</c:v>
                </c:pt>
                <c:pt idx="3346">
                  <c:v>1052.1695999999999</c:v>
                </c:pt>
                <c:pt idx="3347">
                  <c:v>1052.4744000000001</c:v>
                </c:pt>
                <c:pt idx="3348">
                  <c:v>1052.7791999999999</c:v>
                </c:pt>
                <c:pt idx="3349">
                  <c:v>1053.0840000000001</c:v>
                </c:pt>
                <c:pt idx="3350">
                  <c:v>1053.3887999999999</c:v>
                </c:pt>
                <c:pt idx="3351">
                  <c:v>1053.6936000000001</c:v>
                </c:pt>
                <c:pt idx="3352">
                  <c:v>1053.9983999999999</c:v>
                </c:pt>
                <c:pt idx="3353">
                  <c:v>1054.3032000000001</c:v>
                </c:pt>
                <c:pt idx="3354">
                  <c:v>1054.6079999999999</c:v>
                </c:pt>
                <c:pt idx="3355">
                  <c:v>1054.9128000000001</c:v>
                </c:pt>
                <c:pt idx="3356">
                  <c:v>1055.2175999999999</c:v>
                </c:pt>
                <c:pt idx="3357">
                  <c:v>1055.5224000000001</c:v>
                </c:pt>
                <c:pt idx="3358">
                  <c:v>1055.8271999999999</c:v>
                </c:pt>
                <c:pt idx="3359">
                  <c:v>1056.1320000000001</c:v>
                </c:pt>
                <c:pt idx="3360">
                  <c:v>1056.4367999999999</c:v>
                </c:pt>
                <c:pt idx="3361">
                  <c:v>1056.7416000000001</c:v>
                </c:pt>
                <c:pt idx="3362">
                  <c:v>1057.0463999999999</c:v>
                </c:pt>
                <c:pt idx="3363">
                  <c:v>1057.3512000000001</c:v>
                </c:pt>
                <c:pt idx="3364">
                  <c:v>1057.6559999999999</c:v>
                </c:pt>
                <c:pt idx="3365">
                  <c:v>1057.9608000000001</c:v>
                </c:pt>
                <c:pt idx="3366">
                  <c:v>1058.2655999999999</c:v>
                </c:pt>
                <c:pt idx="3367">
                  <c:v>1058.5704000000001</c:v>
                </c:pt>
                <c:pt idx="3368">
                  <c:v>1058.8751999999999</c:v>
                </c:pt>
                <c:pt idx="3369">
                  <c:v>1059.18</c:v>
                </c:pt>
                <c:pt idx="3370">
                  <c:v>1059.4848</c:v>
                </c:pt>
                <c:pt idx="3371">
                  <c:v>1059.7896000000001</c:v>
                </c:pt>
                <c:pt idx="3372">
                  <c:v>1060.0944</c:v>
                </c:pt>
                <c:pt idx="3373">
                  <c:v>1060.3992000000001</c:v>
                </c:pt>
                <c:pt idx="3374">
                  <c:v>1060.704</c:v>
                </c:pt>
                <c:pt idx="3375">
                  <c:v>1061.0088000000001</c:v>
                </c:pt>
                <c:pt idx="3376">
                  <c:v>1061.3136</c:v>
                </c:pt>
                <c:pt idx="3377">
                  <c:v>1061.6184000000001</c:v>
                </c:pt>
                <c:pt idx="3378">
                  <c:v>1061.9232</c:v>
                </c:pt>
                <c:pt idx="3379">
                  <c:v>1062.2280000000001</c:v>
                </c:pt>
                <c:pt idx="3380">
                  <c:v>1062.5328</c:v>
                </c:pt>
                <c:pt idx="3381">
                  <c:v>1062.8376000000001</c:v>
                </c:pt>
                <c:pt idx="3382">
                  <c:v>1063.1424</c:v>
                </c:pt>
                <c:pt idx="3383">
                  <c:v>1063.4472000000001</c:v>
                </c:pt>
                <c:pt idx="3384">
                  <c:v>1063.752</c:v>
                </c:pt>
                <c:pt idx="3385">
                  <c:v>1064.0568000000001</c:v>
                </c:pt>
                <c:pt idx="3386">
                  <c:v>1064.3616</c:v>
                </c:pt>
                <c:pt idx="3387">
                  <c:v>1064.6664000000001</c:v>
                </c:pt>
                <c:pt idx="3388">
                  <c:v>1064.9712</c:v>
                </c:pt>
                <c:pt idx="3389">
                  <c:v>1065.2760000000001</c:v>
                </c:pt>
                <c:pt idx="3390">
                  <c:v>1065.5808</c:v>
                </c:pt>
                <c:pt idx="3391">
                  <c:v>1065.8856000000001</c:v>
                </c:pt>
                <c:pt idx="3392">
                  <c:v>1066.1904</c:v>
                </c:pt>
                <c:pt idx="3393">
                  <c:v>1066.4952000000001</c:v>
                </c:pt>
                <c:pt idx="3394">
                  <c:v>1066.8</c:v>
                </c:pt>
                <c:pt idx="3395">
                  <c:v>1067.1048000000001</c:v>
                </c:pt>
                <c:pt idx="3396">
                  <c:v>1067.4096</c:v>
                </c:pt>
                <c:pt idx="3397">
                  <c:v>1067.7144000000001</c:v>
                </c:pt>
                <c:pt idx="3398">
                  <c:v>1068.0192</c:v>
                </c:pt>
                <c:pt idx="3399">
                  <c:v>1068.3240000000001</c:v>
                </c:pt>
                <c:pt idx="3400">
                  <c:v>1068.6288</c:v>
                </c:pt>
                <c:pt idx="3401">
                  <c:v>1068.9336000000001</c:v>
                </c:pt>
                <c:pt idx="3402">
                  <c:v>1069.2384</c:v>
                </c:pt>
                <c:pt idx="3403">
                  <c:v>1069.5432000000001</c:v>
                </c:pt>
                <c:pt idx="3404">
                  <c:v>1069.848</c:v>
                </c:pt>
                <c:pt idx="3405">
                  <c:v>1070.1528000000001</c:v>
                </c:pt>
                <c:pt idx="3406">
                  <c:v>1070.4576</c:v>
                </c:pt>
                <c:pt idx="3407">
                  <c:v>1070.7624000000001</c:v>
                </c:pt>
                <c:pt idx="3408">
                  <c:v>1071.0672</c:v>
                </c:pt>
                <c:pt idx="3409">
                  <c:v>1071.3720000000001</c:v>
                </c:pt>
                <c:pt idx="3410">
                  <c:v>1071.6768</c:v>
                </c:pt>
                <c:pt idx="3411">
                  <c:v>1071.9816000000001</c:v>
                </c:pt>
                <c:pt idx="3412">
                  <c:v>1072.2864</c:v>
                </c:pt>
                <c:pt idx="3413">
                  <c:v>1072.5912000000001</c:v>
                </c:pt>
                <c:pt idx="3414">
                  <c:v>1072.896</c:v>
                </c:pt>
                <c:pt idx="3415">
                  <c:v>1073.2008000000001</c:v>
                </c:pt>
                <c:pt idx="3416">
                  <c:v>1073.5056</c:v>
                </c:pt>
                <c:pt idx="3417">
                  <c:v>1073.8104000000001</c:v>
                </c:pt>
                <c:pt idx="3418">
                  <c:v>1074.1152</c:v>
                </c:pt>
                <c:pt idx="3419">
                  <c:v>1074.42</c:v>
                </c:pt>
                <c:pt idx="3420">
                  <c:v>1074.7248</c:v>
                </c:pt>
                <c:pt idx="3421">
                  <c:v>1075.0296000000001</c:v>
                </c:pt>
                <c:pt idx="3422">
                  <c:v>1075.3344</c:v>
                </c:pt>
                <c:pt idx="3423">
                  <c:v>1075.6392000000001</c:v>
                </c:pt>
                <c:pt idx="3424">
                  <c:v>1075.944</c:v>
                </c:pt>
                <c:pt idx="3425">
                  <c:v>1076.2488000000001</c:v>
                </c:pt>
                <c:pt idx="3426">
                  <c:v>1076.5536</c:v>
                </c:pt>
                <c:pt idx="3427">
                  <c:v>1076.8584000000001</c:v>
                </c:pt>
                <c:pt idx="3428">
                  <c:v>1077.1632</c:v>
                </c:pt>
                <c:pt idx="3429">
                  <c:v>1077.4680000000001</c:v>
                </c:pt>
                <c:pt idx="3430">
                  <c:v>1077.7728</c:v>
                </c:pt>
                <c:pt idx="3431">
                  <c:v>1078.0776000000001</c:v>
                </c:pt>
                <c:pt idx="3432">
                  <c:v>1078.3824</c:v>
                </c:pt>
                <c:pt idx="3433">
                  <c:v>1078.6872000000001</c:v>
                </c:pt>
                <c:pt idx="3434">
                  <c:v>1078.992</c:v>
                </c:pt>
                <c:pt idx="3435">
                  <c:v>1079.2968000000001</c:v>
                </c:pt>
                <c:pt idx="3436">
                  <c:v>1079.6016</c:v>
                </c:pt>
                <c:pt idx="3437">
                  <c:v>1079.9064000000001</c:v>
                </c:pt>
                <c:pt idx="3438">
                  <c:v>1080.2112</c:v>
                </c:pt>
                <c:pt idx="3439">
                  <c:v>1080.5160000000001</c:v>
                </c:pt>
                <c:pt idx="3440">
                  <c:v>1080.8208</c:v>
                </c:pt>
                <c:pt idx="3441">
                  <c:v>1081.1256000000001</c:v>
                </c:pt>
                <c:pt idx="3442">
                  <c:v>1081.4304</c:v>
                </c:pt>
                <c:pt idx="3443">
                  <c:v>1081.7352000000001</c:v>
                </c:pt>
                <c:pt idx="3444">
                  <c:v>1082.04</c:v>
                </c:pt>
                <c:pt idx="3445">
                  <c:v>1082.3448000000001</c:v>
                </c:pt>
                <c:pt idx="3446">
                  <c:v>1082.6496</c:v>
                </c:pt>
                <c:pt idx="3447">
                  <c:v>1082.9544000000001</c:v>
                </c:pt>
                <c:pt idx="3448">
                  <c:v>1083.2592</c:v>
                </c:pt>
                <c:pt idx="3449">
                  <c:v>1083.5640000000001</c:v>
                </c:pt>
                <c:pt idx="3450">
                  <c:v>1083.8688</c:v>
                </c:pt>
                <c:pt idx="3451">
                  <c:v>1084.1736000000001</c:v>
                </c:pt>
                <c:pt idx="3452">
                  <c:v>1084.4784</c:v>
                </c:pt>
                <c:pt idx="3453">
                  <c:v>1084.7832000000001</c:v>
                </c:pt>
                <c:pt idx="3454">
                  <c:v>1085.088</c:v>
                </c:pt>
                <c:pt idx="3455">
                  <c:v>1085.3928000000001</c:v>
                </c:pt>
                <c:pt idx="3456">
                  <c:v>1085.6976</c:v>
                </c:pt>
                <c:pt idx="3457">
                  <c:v>1086.0024000000001</c:v>
                </c:pt>
                <c:pt idx="3458">
                  <c:v>1086.3072</c:v>
                </c:pt>
                <c:pt idx="3459">
                  <c:v>1086.6120000000001</c:v>
                </c:pt>
                <c:pt idx="3460">
                  <c:v>1086.9168</c:v>
                </c:pt>
                <c:pt idx="3461">
                  <c:v>1087.2216000000001</c:v>
                </c:pt>
                <c:pt idx="3462">
                  <c:v>1087.5264</c:v>
                </c:pt>
                <c:pt idx="3463">
                  <c:v>1087.8312000000001</c:v>
                </c:pt>
                <c:pt idx="3464">
                  <c:v>1088.136</c:v>
                </c:pt>
                <c:pt idx="3465">
                  <c:v>1088.4408000000001</c:v>
                </c:pt>
                <c:pt idx="3466">
                  <c:v>1088.7456</c:v>
                </c:pt>
                <c:pt idx="3467">
                  <c:v>1089.0504000000001</c:v>
                </c:pt>
                <c:pt idx="3468">
                  <c:v>1089.3552</c:v>
                </c:pt>
                <c:pt idx="3469">
                  <c:v>1089.6600000000001</c:v>
                </c:pt>
                <c:pt idx="3470">
                  <c:v>1089.9648</c:v>
                </c:pt>
                <c:pt idx="3471">
                  <c:v>1090.2696000000001</c:v>
                </c:pt>
                <c:pt idx="3472">
                  <c:v>1090.5744</c:v>
                </c:pt>
                <c:pt idx="3473">
                  <c:v>1090.8792000000001</c:v>
                </c:pt>
                <c:pt idx="3474">
                  <c:v>1091.184</c:v>
                </c:pt>
                <c:pt idx="3475">
                  <c:v>1091.4888000000001</c:v>
                </c:pt>
                <c:pt idx="3476">
                  <c:v>1091.7936</c:v>
                </c:pt>
                <c:pt idx="3477">
                  <c:v>1092.0984000000001</c:v>
                </c:pt>
                <c:pt idx="3478">
                  <c:v>1092.4032</c:v>
                </c:pt>
                <c:pt idx="3479">
                  <c:v>1092.7080000000001</c:v>
                </c:pt>
                <c:pt idx="3480">
                  <c:v>1093.0128</c:v>
                </c:pt>
                <c:pt idx="3481">
                  <c:v>1093.3176000000001</c:v>
                </c:pt>
                <c:pt idx="3482">
                  <c:v>1093.6224</c:v>
                </c:pt>
                <c:pt idx="3483">
                  <c:v>1093.9272000000001</c:v>
                </c:pt>
                <c:pt idx="3484">
                  <c:v>1094.232</c:v>
                </c:pt>
                <c:pt idx="3485">
                  <c:v>1094.5368000000001</c:v>
                </c:pt>
                <c:pt idx="3486">
                  <c:v>1094.8416</c:v>
                </c:pt>
                <c:pt idx="3487">
                  <c:v>1095.1464000000001</c:v>
                </c:pt>
                <c:pt idx="3488">
                  <c:v>1095.4512</c:v>
                </c:pt>
                <c:pt idx="3489">
                  <c:v>1095.7560000000001</c:v>
                </c:pt>
                <c:pt idx="3490">
                  <c:v>1096.0608</c:v>
                </c:pt>
                <c:pt idx="3491">
                  <c:v>1096.3656000000001</c:v>
                </c:pt>
                <c:pt idx="3492">
                  <c:v>1096.6704</c:v>
                </c:pt>
                <c:pt idx="3493">
                  <c:v>1096.9752000000001</c:v>
                </c:pt>
                <c:pt idx="3494">
                  <c:v>1097.28</c:v>
                </c:pt>
                <c:pt idx="3495">
                  <c:v>1097.5848000000001</c:v>
                </c:pt>
                <c:pt idx="3496">
                  <c:v>1097.8896</c:v>
                </c:pt>
                <c:pt idx="3497">
                  <c:v>1098.1944000000001</c:v>
                </c:pt>
                <c:pt idx="3498">
                  <c:v>1098.4992</c:v>
                </c:pt>
                <c:pt idx="3499">
                  <c:v>1098.8040000000001</c:v>
                </c:pt>
                <c:pt idx="3500">
                  <c:v>1099.1088</c:v>
                </c:pt>
                <c:pt idx="3501">
                  <c:v>1099.4136000000001</c:v>
                </c:pt>
                <c:pt idx="3502">
                  <c:v>1099.7184</c:v>
                </c:pt>
                <c:pt idx="3503">
                  <c:v>1100.0232000000001</c:v>
                </c:pt>
                <c:pt idx="3504">
                  <c:v>1100.328</c:v>
                </c:pt>
                <c:pt idx="3505">
                  <c:v>1100.6328000000001</c:v>
                </c:pt>
                <c:pt idx="3506">
                  <c:v>1100.9376</c:v>
                </c:pt>
                <c:pt idx="3507">
                  <c:v>1101.2424000000001</c:v>
                </c:pt>
                <c:pt idx="3508">
                  <c:v>1101.5472</c:v>
                </c:pt>
                <c:pt idx="3509">
                  <c:v>1101.8520000000001</c:v>
                </c:pt>
                <c:pt idx="3510">
                  <c:v>1102.1568</c:v>
                </c:pt>
                <c:pt idx="3511">
                  <c:v>1102.4616000000001</c:v>
                </c:pt>
                <c:pt idx="3512">
                  <c:v>1102.7664</c:v>
                </c:pt>
                <c:pt idx="3513">
                  <c:v>1103.0712000000001</c:v>
                </c:pt>
                <c:pt idx="3514">
                  <c:v>1103.376</c:v>
                </c:pt>
                <c:pt idx="3515">
                  <c:v>1103.6808000000001</c:v>
                </c:pt>
                <c:pt idx="3516">
                  <c:v>1103.9856</c:v>
                </c:pt>
                <c:pt idx="3517">
                  <c:v>1104.2904000000001</c:v>
                </c:pt>
                <c:pt idx="3518">
                  <c:v>1104.5952</c:v>
                </c:pt>
                <c:pt idx="3519">
                  <c:v>1104.9000000000001</c:v>
                </c:pt>
                <c:pt idx="3520">
                  <c:v>1105.2048</c:v>
                </c:pt>
                <c:pt idx="3521">
                  <c:v>1105.5096000000001</c:v>
                </c:pt>
                <c:pt idx="3522">
                  <c:v>1105.8144</c:v>
                </c:pt>
                <c:pt idx="3523">
                  <c:v>1106.1192000000001</c:v>
                </c:pt>
                <c:pt idx="3524">
                  <c:v>1106.424</c:v>
                </c:pt>
                <c:pt idx="3525">
                  <c:v>1106.7288000000001</c:v>
                </c:pt>
                <c:pt idx="3526">
                  <c:v>1107.0336</c:v>
                </c:pt>
                <c:pt idx="3527">
                  <c:v>1107.3384000000001</c:v>
                </c:pt>
                <c:pt idx="3528">
                  <c:v>1107.6432</c:v>
                </c:pt>
                <c:pt idx="3529">
                  <c:v>1107.9480000000001</c:v>
                </c:pt>
                <c:pt idx="3530">
                  <c:v>1108.2528</c:v>
                </c:pt>
                <c:pt idx="3531">
                  <c:v>1108.5576000000001</c:v>
                </c:pt>
                <c:pt idx="3532">
                  <c:v>1108.8624</c:v>
                </c:pt>
                <c:pt idx="3533">
                  <c:v>1109.1672000000001</c:v>
                </c:pt>
                <c:pt idx="3534">
                  <c:v>1109.472</c:v>
                </c:pt>
                <c:pt idx="3535">
                  <c:v>1109.7768000000001</c:v>
                </c:pt>
                <c:pt idx="3536">
                  <c:v>1110.0816</c:v>
                </c:pt>
                <c:pt idx="3537">
                  <c:v>1110.3864000000001</c:v>
                </c:pt>
                <c:pt idx="3538">
                  <c:v>1110.6912</c:v>
                </c:pt>
                <c:pt idx="3539">
                  <c:v>1110.9960000000001</c:v>
                </c:pt>
                <c:pt idx="3540">
                  <c:v>1111.3008</c:v>
                </c:pt>
                <c:pt idx="3541">
                  <c:v>1111.6056000000001</c:v>
                </c:pt>
                <c:pt idx="3542">
                  <c:v>1111.9104</c:v>
                </c:pt>
                <c:pt idx="3543">
                  <c:v>1112.2152000000001</c:v>
                </c:pt>
                <c:pt idx="3544">
                  <c:v>1112.52</c:v>
                </c:pt>
                <c:pt idx="3545">
                  <c:v>1112.8248000000001</c:v>
                </c:pt>
                <c:pt idx="3546">
                  <c:v>1113.1296</c:v>
                </c:pt>
                <c:pt idx="3547">
                  <c:v>1113.4344000000001</c:v>
                </c:pt>
                <c:pt idx="3548">
                  <c:v>1113.7392</c:v>
                </c:pt>
                <c:pt idx="3549">
                  <c:v>1114.0440000000001</c:v>
                </c:pt>
                <c:pt idx="3550">
                  <c:v>1114.3488</c:v>
                </c:pt>
                <c:pt idx="3551">
                  <c:v>1114.6536000000001</c:v>
                </c:pt>
                <c:pt idx="3552">
                  <c:v>1114.9584</c:v>
                </c:pt>
                <c:pt idx="3553">
                  <c:v>1115.2632000000001</c:v>
                </c:pt>
                <c:pt idx="3554">
                  <c:v>1115.568</c:v>
                </c:pt>
                <c:pt idx="3555">
                  <c:v>1115.8728000000001</c:v>
                </c:pt>
                <c:pt idx="3556">
                  <c:v>1116.1776</c:v>
                </c:pt>
                <c:pt idx="3557">
                  <c:v>1116.4824000000001</c:v>
                </c:pt>
                <c:pt idx="3558">
                  <c:v>1116.7872</c:v>
                </c:pt>
                <c:pt idx="3559">
                  <c:v>1117.0920000000001</c:v>
                </c:pt>
                <c:pt idx="3560">
                  <c:v>1117.3968</c:v>
                </c:pt>
                <c:pt idx="3561">
                  <c:v>1117.7016000000001</c:v>
                </c:pt>
                <c:pt idx="3562">
                  <c:v>1118.0064</c:v>
                </c:pt>
                <c:pt idx="3563">
                  <c:v>1118.3112000000001</c:v>
                </c:pt>
                <c:pt idx="3564">
                  <c:v>1118.616</c:v>
                </c:pt>
                <c:pt idx="3565">
                  <c:v>1118.9208000000001</c:v>
                </c:pt>
                <c:pt idx="3566">
                  <c:v>1119.2256</c:v>
                </c:pt>
                <c:pt idx="3567">
                  <c:v>1119.5304000000001</c:v>
                </c:pt>
                <c:pt idx="3568">
                  <c:v>1119.8352</c:v>
                </c:pt>
                <c:pt idx="3569">
                  <c:v>1120.1400000000001</c:v>
                </c:pt>
                <c:pt idx="3570">
                  <c:v>1120.4448</c:v>
                </c:pt>
                <c:pt idx="3571">
                  <c:v>1120.7496000000001</c:v>
                </c:pt>
                <c:pt idx="3572">
                  <c:v>1121.0544</c:v>
                </c:pt>
                <c:pt idx="3573">
                  <c:v>1121.3592000000001</c:v>
                </c:pt>
                <c:pt idx="3574">
                  <c:v>1121.664</c:v>
                </c:pt>
                <c:pt idx="3575">
                  <c:v>1121.9688000000001</c:v>
                </c:pt>
                <c:pt idx="3576">
                  <c:v>1122.2736</c:v>
                </c:pt>
                <c:pt idx="3577">
                  <c:v>1122.5784000000001</c:v>
                </c:pt>
                <c:pt idx="3578">
                  <c:v>1122.8832</c:v>
                </c:pt>
                <c:pt idx="3579">
                  <c:v>1123.1880000000001</c:v>
                </c:pt>
                <c:pt idx="3580">
                  <c:v>1123.4928</c:v>
                </c:pt>
                <c:pt idx="3581">
                  <c:v>1123.7976000000001</c:v>
                </c:pt>
                <c:pt idx="3582">
                  <c:v>1124.1024</c:v>
                </c:pt>
                <c:pt idx="3583">
                  <c:v>1124.4072000000001</c:v>
                </c:pt>
                <c:pt idx="3584">
                  <c:v>1124.712</c:v>
                </c:pt>
                <c:pt idx="3585">
                  <c:v>1125.0168000000001</c:v>
                </c:pt>
                <c:pt idx="3586">
                  <c:v>1125.3216</c:v>
                </c:pt>
                <c:pt idx="3587">
                  <c:v>1125.6264000000001</c:v>
                </c:pt>
                <c:pt idx="3588">
                  <c:v>1125.9312</c:v>
                </c:pt>
                <c:pt idx="3589">
                  <c:v>1126.2360000000001</c:v>
                </c:pt>
                <c:pt idx="3590">
                  <c:v>1126.5408</c:v>
                </c:pt>
                <c:pt idx="3591">
                  <c:v>1126.8456000000001</c:v>
                </c:pt>
                <c:pt idx="3592">
                  <c:v>1127.1504</c:v>
                </c:pt>
                <c:pt idx="3593">
                  <c:v>1127.4552000000001</c:v>
                </c:pt>
                <c:pt idx="3594">
                  <c:v>1127.76</c:v>
                </c:pt>
                <c:pt idx="3595">
                  <c:v>1128.0648000000001</c:v>
                </c:pt>
                <c:pt idx="3596">
                  <c:v>1128.3696</c:v>
                </c:pt>
                <c:pt idx="3597">
                  <c:v>1128.6744000000001</c:v>
                </c:pt>
                <c:pt idx="3598">
                  <c:v>1128.9792</c:v>
                </c:pt>
                <c:pt idx="3599">
                  <c:v>1129.2840000000001</c:v>
                </c:pt>
                <c:pt idx="3600">
                  <c:v>1129.5888</c:v>
                </c:pt>
                <c:pt idx="3601">
                  <c:v>1129.8936000000001</c:v>
                </c:pt>
                <c:pt idx="3602">
                  <c:v>1130.1984</c:v>
                </c:pt>
                <c:pt idx="3603">
                  <c:v>1130.5032000000001</c:v>
                </c:pt>
                <c:pt idx="3604">
                  <c:v>1130.808</c:v>
                </c:pt>
                <c:pt idx="3605">
                  <c:v>1131.1128000000001</c:v>
                </c:pt>
                <c:pt idx="3606">
                  <c:v>1131.4176</c:v>
                </c:pt>
                <c:pt idx="3607">
                  <c:v>1131.7224000000001</c:v>
                </c:pt>
                <c:pt idx="3608">
                  <c:v>1132.0272</c:v>
                </c:pt>
                <c:pt idx="3609">
                  <c:v>1132.3320000000001</c:v>
                </c:pt>
                <c:pt idx="3610">
                  <c:v>1132.6368</c:v>
                </c:pt>
                <c:pt idx="3611">
                  <c:v>1132.9416000000001</c:v>
                </c:pt>
                <c:pt idx="3612">
                  <c:v>1133.2464</c:v>
                </c:pt>
                <c:pt idx="3613">
                  <c:v>1133.5512000000001</c:v>
                </c:pt>
                <c:pt idx="3614">
                  <c:v>1133.856</c:v>
                </c:pt>
                <c:pt idx="3615">
                  <c:v>1134.1608000000001</c:v>
                </c:pt>
                <c:pt idx="3616">
                  <c:v>1134.4656</c:v>
                </c:pt>
                <c:pt idx="3617">
                  <c:v>1134.7704000000001</c:v>
                </c:pt>
                <c:pt idx="3618">
                  <c:v>1135.0752</c:v>
                </c:pt>
                <c:pt idx="3619">
                  <c:v>1135.3800000000001</c:v>
                </c:pt>
                <c:pt idx="3620">
                  <c:v>1135.6848</c:v>
                </c:pt>
                <c:pt idx="3621">
                  <c:v>1135.9896000000001</c:v>
                </c:pt>
                <c:pt idx="3622">
                  <c:v>1136.2944</c:v>
                </c:pt>
                <c:pt idx="3623">
                  <c:v>1136.5992000000001</c:v>
                </c:pt>
                <c:pt idx="3624">
                  <c:v>1136.904</c:v>
                </c:pt>
                <c:pt idx="3625">
                  <c:v>1137.2088000000001</c:v>
                </c:pt>
                <c:pt idx="3626">
                  <c:v>1137.5136</c:v>
                </c:pt>
                <c:pt idx="3627">
                  <c:v>1137.8184000000001</c:v>
                </c:pt>
                <c:pt idx="3628">
                  <c:v>1138.1232</c:v>
                </c:pt>
                <c:pt idx="3629">
                  <c:v>1138.4280000000001</c:v>
                </c:pt>
                <c:pt idx="3630">
                  <c:v>1138.7328</c:v>
                </c:pt>
                <c:pt idx="3631">
                  <c:v>1139.0376000000001</c:v>
                </c:pt>
                <c:pt idx="3632">
                  <c:v>1139.3424</c:v>
                </c:pt>
                <c:pt idx="3633">
                  <c:v>1139.6472000000001</c:v>
                </c:pt>
                <c:pt idx="3634">
                  <c:v>1139.952</c:v>
                </c:pt>
                <c:pt idx="3635">
                  <c:v>1140.2568000000001</c:v>
                </c:pt>
                <c:pt idx="3636">
                  <c:v>1140.5616</c:v>
                </c:pt>
                <c:pt idx="3637">
                  <c:v>1140.8664000000001</c:v>
                </c:pt>
                <c:pt idx="3638">
                  <c:v>1141.1712</c:v>
                </c:pt>
                <c:pt idx="3639">
                  <c:v>1141.4760000000001</c:v>
                </c:pt>
                <c:pt idx="3640">
                  <c:v>1141.7808</c:v>
                </c:pt>
                <c:pt idx="3641">
                  <c:v>1142.0856000000001</c:v>
                </c:pt>
                <c:pt idx="3642">
                  <c:v>1142.3904</c:v>
                </c:pt>
                <c:pt idx="3643">
                  <c:v>1142.6952000000001</c:v>
                </c:pt>
                <c:pt idx="3644">
                  <c:v>1143</c:v>
                </c:pt>
                <c:pt idx="3645">
                  <c:v>1143.3047999999999</c:v>
                </c:pt>
                <c:pt idx="3646">
                  <c:v>1143.6096</c:v>
                </c:pt>
                <c:pt idx="3647">
                  <c:v>1143.9143999999999</c:v>
                </c:pt>
                <c:pt idx="3648">
                  <c:v>1144.2192</c:v>
                </c:pt>
                <c:pt idx="3649">
                  <c:v>1144.5239999999999</c:v>
                </c:pt>
                <c:pt idx="3650">
                  <c:v>1144.8288</c:v>
                </c:pt>
                <c:pt idx="3651">
                  <c:v>1145.1335999999999</c:v>
                </c:pt>
                <c:pt idx="3652">
                  <c:v>1145.4384</c:v>
                </c:pt>
                <c:pt idx="3653">
                  <c:v>1145.7431999999999</c:v>
                </c:pt>
                <c:pt idx="3654">
                  <c:v>1146.048</c:v>
                </c:pt>
                <c:pt idx="3655">
                  <c:v>1146.3527999999999</c:v>
                </c:pt>
                <c:pt idx="3656">
                  <c:v>1146.6576</c:v>
                </c:pt>
                <c:pt idx="3657">
                  <c:v>1146.9623999999999</c:v>
                </c:pt>
                <c:pt idx="3658">
                  <c:v>1147.2672</c:v>
                </c:pt>
                <c:pt idx="3659">
                  <c:v>1147.5719999999999</c:v>
                </c:pt>
                <c:pt idx="3660">
                  <c:v>1147.8768</c:v>
                </c:pt>
                <c:pt idx="3661">
                  <c:v>1148.1815999999999</c:v>
                </c:pt>
                <c:pt idx="3662">
                  <c:v>1148.4864</c:v>
                </c:pt>
                <c:pt idx="3663">
                  <c:v>1148.7911999999999</c:v>
                </c:pt>
                <c:pt idx="3664">
                  <c:v>1149.096</c:v>
                </c:pt>
                <c:pt idx="3665">
                  <c:v>1149.4007999999999</c:v>
                </c:pt>
                <c:pt idx="3666">
                  <c:v>1149.7056</c:v>
                </c:pt>
                <c:pt idx="3667">
                  <c:v>1150.0103999999999</c:v>
                </c:pt>
                <c:pt idx="3668">
                  <c:v>1150.3152</c:v>
                </c:pt>
                <c:pt idx="3669">
                  <c:v>1150.6199999999999</c:v>
                </c:pt>
                <c:pt idx="3670">
                  <c:v>1150.9248</c:v>
                </c:pt>
                <c:pt idx="3671">
                  <c:v>1151.2295999999999</c:v>
                </c:pt>
                <c:pt idx="3672">
                  <c:v>1151.5344</c:v>
                </c:pt>
                <c:pt idx="3673">
                  <c:v>1151.8391999999999</c:v>
                </c:pt>
                <c:pt idx="3674">
                  <c:v>1152.144</c:v>
                </c:pt>
                <c:pt idx="3675">
                  <c:v>1152.4487999999999</c:v>
                </c:pt>
                <c:pt idx="3676">
                  <c:v>1152.7536</c:v>
                </c:pt>
                <c:pt idx="3677">
                  <c:v>1153.0583999999999</c:v>
                </c:pt>
                <c:pt idx="3678">
                  <c:v>1153.3632</c:v>
                </c:pt>
                <c:pt idx="3679">
                  <c:v>1153.6679999999999</c:v>
                </c:pt>
                <c:pt idx="3680">
                  <c:v>1153.9728</c:v>
                </c:pt>
                <c:pt idx="3681">
                  <c:v>1154.2775999999999</c:v>
                </c:pt>
                <c:pt idx="3682">
                  <c:v>1154.5824</c:v>
                </c:pt>
                <c:pt idx="3683">
                  <c:v>1154.8871999999999</c:v>
                </c:pt>
                <c:pt idx="3684">
                  <c:v>1155.192</c:v>
                </c:pt>
                <c:pt idx="3685">
                  <c:v>1155.4967999999999</c:v>
                </c:pt>
                <c:pt idx="3686">
                  <c:v>1155.8016</c:v>
                </c:pt>
                <c:pt idx="3687">
                  <c:v>1156.1063999999999</c:v>
                </c:pt>
                <c:pt idx="3688">
                  <c:v>1156.4112</c:v>
                </c:pt>
                <c:pt idx="3689">
                  <c:v>1156.7159999999999</c:v>
                </c:pt>
                <c:pt idx="3690">
                  <c:v>1157.0208</c:v>
                </c:pt>
                <c:pt idx="3691">
                  <c:v>1157.3255999999999</c:v>
                </c:pt>
                <c:pt idx="3692">
                  <c:v>1157.6304</c:v>
                </c:pt>
                <c:pt idx="3693">
                  <c:v>1157.9351999999999</c:v>
                </c:pt>
                <c:pt idx="3694">
                  <c:v>1158.24</c:v>
                </c:pt>
                <c:pt idx="3695">
                  <c:v>1158.5447999999999</c:v>
                </c:pt>
                <c:pt idx="3696">
                  <c:v>1158.8496</c:v>
                </c:pt>
                <c:pt idx="3697">
                  <c:v>1159.1543999999999</c:v>
                </c:pt>
                <c:pt idx="3698">
                  <c:v>1159.4592</c:v>
                </c:pt>
                <c:pt idx="3699">
                  <c:v>1159.7639999999999</c:v>
                </c:pt>
                <c:pt idx="3700">
                  <c:v>1160.0688</c:v>
                </c:pt>
                <c:pt idx="3701">
                  <c:v>1160.3735999999999</c:v>
                </c:pt>
                <c:pt idx="3702">
                  <c:v>1160.6784</c:v>
                </c:pt>
                <c:pt idx="3703">
                  <c:v>1160.9831999999999</c:v>
                </c:pt>
                <c:pt idx="3704">
                  <c:v>1161.288</c:v>
                </c:pt>
                <c:pt idx="3705">
                  <c:v>1161.5927999999999</c:v>
                </c:pt>
                <c:pt idx="3706">
                  <c:v>1161.8976</c:v>
                </c:pt>
                <c:pt idx="3707">
                  <c:v>1162.2023999999999</c:v>
                </c:pt>
                <c:pt idx="3708">
                  <c:v>1162.5072</c:v>
                </c:pt>
                <c:pt idx="3709">
                  <c:v>1162.8119999999999</c:v>
                </c:pt>
                <c:pt idx="3710">
                  <c:v>1163.1168</c:v>
                </c:pt>
                <c:pt idx="3711">
                  <c:v>1163.4215999999999</c:v>
                </c:pt>
                <c:pt idx="3712">
                  <c:v>1163.7264</c:v>
                </c:pt>
                <c:pt idx="3713">
                  <c:v>1164.0311999999999</c:v>
                </c:pt>
                <c:pt idx="3714">
                  <c:v>1164.336</c:v>
                </c:pt>
                <c:pt idx="3715">
                  <c:v>1164.6407999999999</c:v>
                </c:pt>
                <c:pt idx="3716">
                  <c:v>1164.9456</c:v>
                </c:pt>
                <c:pt idx="3717">
                  <c:v>1165.2503999999999</c:v>
                </c:pt>
                <c:pt idx="3718">
                  <c:v>1165.5552</c:v>
                </c:pt>
                <c:pt idx="3719">
                  <c:v>1165.8599999999999</c:v>
                </c:pt>
                <c:pt idx="3720">
                  <c:v>1166.1648</c:v>
                </c:pt>
                <c:pt idx="3721">
                  <c:v>1166.4695999999999</c:v>
                </c:pt>
                <c:pt idx="3722">
                  <c:v>1166.7744</c:v>
                </c:pt>
                <c:pt idx="3723">
                  <c:v>1167.0791999999999</c:v>
                </c:pt>
                <c:pt idx="3724">
                  <c:v>1167.384</c:v>
                </c:pt>
                <c:pt idx="3725">
                  <c:v>1167.6887999999999</c:v>
                </c:pt>
                <c:pt idx="3726">
                  <c:v>1167.9936</c:v>
                </c:pt>
                <c:pt idx="3727">
                  <c:v>1168.2983999999999</c:v>
                </c:pt>
                <c:pt idx="3728">
                  <c:v>1168.6032</c:v>
                </c:pt>
                <c:pt idx="3729">
                  <c:v>1168.9079999999999</c:v>
                </c:pt>
                <c:pt idx="3730">
                  <c:v>1169.2128</c:v>
                </c:pt>
                <c:pt idx="3731">
                  <c:v>1169.5175999999999</c:v>
                </c:pt>
                <c:pt idx="3732">
                  <c:v>1169.8224</c:v>
                </c:pt>
                <c:pt idx="3733">
                  <c:v>1170.1271999999999</c:v>
                </c:pt>
                <c:pt idx="3734">
                  <c:v>1170.432</c:v>
                </c:pt>
                <c:pt idx="3735">
                  <c:v>1170.7367999999999</c:v>
                </c:pt>
                <c:pt idx="3736">
                  <c:v>1171.0416</c:v>
                </c:pt>
                <c:pt idx="3737">
                  <c:v>1171.3463999999999</c:v>
                </c:pt>
                <c:pt idx="3738">
                  <c:v>1171.6512</c:v>
                </c:pt>
                <c:pt idx="3739">
                  <c:v>1171.9559999999999</c:v>
                </c:pt>
                <c:pt idx="3740">
                  <c:v>1172.2608</c:v>
                </c:pt>
                <c:pt idx="3741">
                  <c:v>1172.5655999999999</c:v>
                </c:pt>
                <c:pt idx="3742">
                  <c:v>1172.8704</c:v>
                </c:pt>
                <c:pt idx="3743">
                  <c:v>1173.1751999999999</c:v>
                </c:pt>
                <c:pt idx="3744">
                  <c:v>1173.48</c:v>
                </c:pt>
                <c:pt idx="3745">
                  <c:v>1173.7847999999999</c:v>
                </c:pt>
                <c:pt idx="3746">
                  <c:v>1174.0896</c:v>
                </c:pt>
                <c:pt idx="3747">
                  <c:v>1174.3943999999999</c:v>
                </c:pt>
                <c:pt idx="3748">
                  <c:v>1174.6992</c:v>
                </c:pt>
                <c:pt idx="3749">
                  <c:v>1175.0039999999999</c:v>
                </c:pt>
                <c:pt idx="3750">
                  <c:v>1175.3088</c:v>
                </c:pt>
                <c:pt idx="3751">
                  <c:v>1175.6135999999999</c:v>
                </c:pt>
                <c:pt idx="3752">
                  <c:v>1175.9184</c:v>
                </c:pt>
                <c:pt idx="3753">
                  <c:v>1176.2231999999999</c:v>
                </c:pt>
                <c:pt idx="3754">
                  <c:v>1176.528</c:v>
                </c:pt>
                <c:pt idx="3755">
                  <c:v>1176.8327999999999</c:v>
                </c:pt>
                <c:pt idx="3756">
                  <c:v>1177.1376</c:v>
                </c:pt>
                <c:pt idx="3757">
                  <c:v>1177.4423999999999</c:v>
                </c:pt>
                <c:pt idx="3758">
                  <c:v>1177.7472</c:v>
                </c:pt>
                <c:pt idx="3759">
                  <c:v>1178.0519999999999</c:v>
                </c:pt>
                <c:pt idx="3760">
                  <c:v>1178.3568</c:v>
                </c:pt>
                <c:pt idx="3761">
                  <c:v>1178.6615999999999</c:v>
                </c:pt>
                <c:pt idx="3762">
                  <c:v>1178.9664</c:v>
                </c:pt>
                <c:pt idx="3763">
                  <c:v>1179.2711999999999</c:v>
                </c:pt>
                <c:pt idx="3764">
                  <c:v>1179.576</c:v>
                </c:pt>
                <c:pt idx="3765">
                  <c:v>1179.8807999999999</c:v>
                </c:pt>
                <c:pt idx="3766">
                  <c:v>1180.1856</c:v>
                </c:pt>
                <c:pt idx="3767">
                  <c:v>1180.4903999999999</c:v>
                </c:pt>
                <c:pt idx="3768">
                  <c:v>1180.7952</c:v>
                </c:pt>
                <c:pt idx="3769">
                  <c:v>1181.0999999999999</c:v>
                </c:pt>
                <c:pt idx="3770">
                  <c:v>1181.4048</c:v>
                </c:pt>
                <c:pt idx="3771">
                  <c:v>1181.7095999999999</c:v>
                </c:pt>
                <c:pt idx="3772">
                  <c:v>1182.0144</c:v>
                </c:pt>
                <c:pt idx="3773">
                  <c:v>1182.3191999999999</c:v>
                </c:pt>
                <c:pt idx="3774">
                  <c:v>1182.624</c:v>
                </c:pt>
                <c:pt idx="3775">
                  <c:v>1182.9287999999999</c:v>
                </c:pt>
                <c:pt idx="3776">
                  <c:v>1183.2336</c:v>
                </c:pt>
                <c:pt idx="3777">
                  <c:v>1183.5383999999999</c:v>
                </c:pt>
                <c:pt idx="3778">
                  <c:v>1183.8432</c:v>
                </c:pt>
                <c:pt idx="3779">
                  <c:v>1184.1479999999999</c:v>
                </c:pt>
                <c:pt idx="3780">
                  <c:v>1184.4528</c:v>
                </c:pt>
                <c:pt idx="3781">
                  <c:v>1184.7575999999999</c:v>
                </c:pt>
                <c:pt idx="3782">
                  <c:v>1185.0624</c:v>
                </c:pt>
                <c:pt idx="3783">
                  <c:v>1185.3671999999999</c:v>
                </c:pt>
                <c:pt idx="3784">
                  <c:v>1185.672</c:v>
                </c:pt>
                <c:pt idx="3785">
                  <c:v>1185.9767999999999</c:v>
                </c:pt>
                <c:pt idx="3786">
                  <c:v>1186.2816</c:v>
                </c:pt>
                <c:pt idx="3787">
                  <c:v>1186.5863999999999</c:v>
                </c:pt>
                <c:pt idx="3788">
                  <c:v>1186.8912</c:v>
                </c:pt>
                <c:pt idx="3789">
                  <c:v>1187.1959999999999</c:v>
                </c:pt>
                <c:pt idx="3790">
                  <c:v>1187.5008</c:v>
                </c:pt>
                <c:pt idx="3791">
                  <c:v>1187.8055999999999</c:v>
                </c:pt>
                <c:pt idx="3792">
                  <c:v>1188.1104</c:v>
                </c:pt>
                <c:pt idx="3793">
                  <c:v>1188.4151999999999</c:v>
                </c:pt>
                <c:pt idx="3794">
                  <c:v>1188.72</c:v>
                </c:pt>
                <c:pt idx="3795">
                  <c:v>1189.0247999999999</c:v>
                </c:pt>
                <c:pt idx="3796">
                  <c:v>1189.3296</c:v>
                </c:pt>
                <c:pt idx="3797">
                  <c:v>1189.6343999999999</c:v>
                </c:pt>
                <c:pt idx="3798">
                  <c:v>1189.9392</c:v>
                </c:pt>
                <c:pt idx="3799">
                  <c:v>1190.2439999999999</c:v>
                </c:pt>
                <c:pt idx="3800">
                  <c:v>1190.5488</c:v>
                </c:pt>
                <c:pt idx="3801">
                  <c:v>1190.8535999999999</c:v>
                </c:pt>
                <c:pt idx="3802">
                  <c:v>1191.1584</c:v>
                </c:pt>
                <c:pt idx="3803">
                  <c:v>1191.4631999999999</c:v>
                </c:pt>
                <c:pt idx="3804">
                  <c:v>1191.768</c:v>
                </c:pt>
                <c:pt idx="3805">
                  <c:v>1192.0727999999999</c:v>
                </c:pt>
                <c:pt idx="3806">
                  <c:v>1192.3776</c:v>
                </c:pt>
                <c:pt idx="3807">
                  <c:v>1192.6823999999999</c:v>
                </c:pt>
                <c:pt idx="3808">
                  <c:v>1192.9872</c:v>
                </c:pt>
                <c:pt idx="3809">
                  <c:v>1193.2919999999999</c:v>
                </c:pt>
                <c:pt idx="3810">
                  <c:v>1193.5968</c:v>
                </c:pt>
                <c:pt idx="3811">
                  <c:v>1193.9015999999999</c:v>
                </c:pt>
                <c:pt idx="3812">
                  <c:v>1194.2064</c:v>
                </c:pt>
                <c:pt idx="3813">
                  <c:v>1194.5111999999999</c:v>
                </c:pt>
                <c:pt idx="3814">
                  <c:v>1194.816</c:v>
                </c:pt>
                <c:pt idx="3815">
                  <c:v>1195.1207999999999</c:v>
                </c:pt>
                <c:pt idx="3816">
                  <c:v>1195.4256</c:v>
                </c:pt>
                <c:pt idx="3817">
                  <c:v>1195.7303999999999</c:v>
                </c:pt>
                <c:pt idx="3818">
                  <c:v>1196.0352</c:v>
                </c:pt>
                <c:pt idx="3819">
                  <c:v>1196.3399999999999</c:v>
                </c:pt>
                <c:pt idx="3820">
                  <c:v>1196.6448</c:v>
                </c:pt>
                <c:pt idx="3821">
                  <c:v>1196.9495999999999</c:v>
                </c:pt>
                <c:pt idx="3822">
                  <c:v>1197.2544</c:v>
                </c:pt>
                <c:pt idx="3823">
                  <c:v>1197.5591999999999</c:v>
                </c:pt>
                <c:pt idx="3824">
                  <c:v>1197.864</c:v>
                </c:pt>
                <c:pt idx="3825">
                  <c:v>1198.1687999999999</c:v>
                </c:pt>
                <c:pt idx="3826">
                  <c:v>1198.4736</c:v>
                </c:pt>
                <c:pt idx="3827">
                  <c:v>1198.7783999999999</c:v>
                </c:pt>
                <c:pt idx="3828">
                  <c:v>1199.0832</c:v>
                </c:pt>
                <c:pt idx="3829">
                  <c:v>1199.3879999999999</c:v>
                </c:pt>
                <c:pt idx="3830">
                  <c:v>1199.6928</c:v>
                </c:pt>
                <c:pt idx="3831">
                  <c:v>1199.9975999999999</c:v>
                </c:pt>
                <c:pt idx="3832">
                  <c:v>1200.3024</c:v>
                </c:pt>
                <c:pt idx="3833">
                  <c:v>1200.6071999999999</c:v>
                </c:pt>
                <c:pt idx="3834">
                  <c:v>1200.912</c:v>
                </c:pt>
                <c:pt idx="3835">
                  <c:v>1201.2167999999999</c:v>
                </c:pt>
                <c:pt idx="3836">
                  <c:v>1201.5216</c:v>
                </c:pt>
                <c:pt idx="3837">
                  <c:v>1201.8263999999999</c:v>
                </c:pt>
                <c:pt idx="3838">
                  <c:v>1202.1312</c:v>
                </c:pt>
                <c:pt idx="3839">
                  <c:v>1202.4359999999999</c:v>
                </c:pt>
                <c:pt idx="3840">
                  <c:v>1202.7408</c:v>
                </c:pt>
                <c:pt idx="3841">
                  <c:v>1203.0455999999999</c:v>
                </c:pt>
                <c:pt idx="3842">
                  <c:v>1203.3504</c:v>
                </c:pt>
                <c:pt idx="3843">
                  <c:v>1203.6551999999999</c:v>
                </c:pt>
                <c:pt idx="3844">
                  <c:v>1203.96</c:v>
                </c:pt>
                <c:pt idx="3845">
                  <c:v>1204.2647999999999</c:v>
                </c:pt>
                <c:pt idx="3846">
                  <c:v>1204.5696</c:v>
                </c:pt>
                <c:pt idx="3847">
                  <c:v>1204.8743999999999</c:v>
                </c:pt>
                <c:pt idx="3848">
                  <c:v>1205.1792</c:v>
                </c:pt>
                <c:pt idx="3849">
                  <c:v>1205.4839999999999</c:v>
                </c:pt>
                <c:pt idx="3850">
                  <c:v>1205.7888</c:v>
                </c:pt>
                <c:pt idx="3851">
                  <c:v>1206.0935999999999</c:v>
                </c:pt>
                <c:pt idx="3852">
                  <c:v>1206.3984</c:v>
                </c:pt>
                <c:pt idx="3853">
                  <c:v>1206.7031999999999</c:v>
                </c:pt>
                <c:pt idx="3854">
                  <c:v>1207.008</c:v>
                </c:pt>
                <c:pt idx="3855">
                  <c:v>1207.3127999999999</c:v>
                </c:pt>
                <c:pt idx="3856">
                  <c:v>1207.6176</c:v>
                </c:pt>
                <c:pt idx="3857">
                  <c:v>1207.9223999999999</c:v>
                </c:pt>
                <c:pt idx="3858">
                  <c:v>1208.2272</c:v>
                </c:pt>
                <c:pt idx="3859">
                  <c:v>1208.5319999999999</c:v>
                </c:pt>
                <c:pt idx="3860">
                  <c:v>1208.8368</c:v>
                </c:pt>
                <c:pt idx="3861">
                  <c:v>1209.1415999999999</c:v>
                </c:pt>
                <c:pt idx="3862">
                  <c:v>1209.4464</c:v>
                </c:pt>
                <c:pt idx="3863">
                  <c:v>1209.7511999999999</c:v>
                </c:pt>
                <c:pt idx="3864">
                  <c:v>1210.056</c:v>
                </c:pt>
                <c:pt idx="3865">
                  <c:v>1210.3607999999999</c:v>
                </c:pt>
                <c:pt idx="3866">
                  <c:v>1210.6656</c:v>
                </c:pt>
                <c:pt idx="3867">
                  <c:v>1210.9703999999999</c:v>
                </c:pt>
                <c:pt idx="3868">
                  <c:v>1211.2752</c:v>
                </c:pt>
                <c:pt idx="3869">
                  <c:v>1211.58</c:v>
                </c:pt>
                <c:pt idx="3870">
                  <c:v>1211.8848</c:v>
                </c:pt>
                <c:pt idx="3871">
                  <c:v>1212.1895999999999</c:v>
                </c:pt>
                <c:pt idx="3872">
                  <c:v>1212.4944</c:v>
                </c:pt>
                <c:pt idx="3873">
                  <c:v>1212.7991999999999</c:v>
                </c:pt>
                <c:pt idx="3874">
                  <c:v>1213.104</c:v>
                </c:pt>
                <c:pt idx="3875">
                  <c:v>1213.4087999999999</c:v>
                </c:pt>
                <c:pt idx="3876">
                  <c:v>1213.7136</c:v>
                </c:pt>
                <c:pt idx="3877">
                  <c:v>1214.0183999999999</c:v>
                </c:pt>
                <c:pt idx="3878">
                  <c:v>1214.3232</c:v>
                </c:pt>
                <c:pt idx="3879">
                  <c:v>1214.6279999999999</c:v>
                </c:pt>
                <c:pt idx="3880">
                  <c:v>1214.9328</c:v>
                </c:pt>
                <c:pt idx="3881">
                  <c:v>1215.2375999999999</c:v>
                </c:pt>
                <c:pt idx="3882">
                  <c:v>1215.5424</c:v>
                </c:pt>
                <c:pt idx="3883">
                  <c:v>1215.8471999999999</c:v>
                </c:pt>
                <c:pt idx="3884">
                  <c:v>1216.152</c:v>
                </c:pt>
                <c:pt idx="3885">
                  <c:v>1216.4567999999999</c:v>
                </c:pt>
                <c:pt idx="3886">
                  <c:v>1216.7616</c:v>
                </c:pt>
                <c:pt idx="3887">
                  <c:v>1217.0663999999999</c:v>
                </c:pt>
                <c:pt idx="3888">
                  <c:v>1217.3712</c:v>
                </c:pt>
                <c:pt idx="3889">
                  <c:v>1217.6759999999999</c:v>
                </c:pt>
                <c:pt idx="3890">
                  <c:v>1217.9808</c:v>
                </c:pt>
                <c:pt idx="3891">
                  <c:v>1218.2855999999999</c:v>
                </c:pt>
                <c:pt idx="3892">
                  <c:v>1218.5904</c:v>
                </c:pt>
                <c:pt idx="3893">
                  <c:v>1218.8951999999999</c:v>
                </c:pt>
                <c:pt idx="3894">
                  <c:v>1219.2</c:v>
                </c:pt>
                <c:pt idx="3895">
                  <c:v>1219.5047999999999</c:v>
                </c:pt>
                <c:pt idx="3896">
                  <c:v>1219.8096</c:v>
                </c:pt>
                <c:pt idx="3897">
                  <c:v>1220.1143999999999</c:v>
                </c:pt>
                <c:pt idx="3898">
                  <c:v>1220.4192</c:v>
                </c:pt>
                <c:pt idx="3899">
                  <c:v>1220.7239999999999</c:v>
                </c:pt>
                <c:pt idx="3900">
                  <c:v>1221.0288</c:v>
                </c:pt>
                <c:pt idx="3901">
                  <c:v>1221.3335999999999</c:v>
                </c:pt>
                <c:pt idx="3902">
                  <c:v>1221.6384</c:v>
                </c:pt>
                <c:pt idx="3903">
                  <c:v>1221.9431999999999</c:v>
                </c:pt>
                <c:pt idx="3904">
                  <c:v>1222.248</c:v>
                </c:pt>
                <c:pt idx="3905">
                  <c:v>1222.5527999999999</c:v>
                </c:pt>
                <c:pt idx="3906">
                  <c:v>1222.8576</c:v>
                </c:pt>
                <c:pt idx="3907">
                  <c:v>1223.1623999999999</c:v>
                </c:pt>
                <c:pt idx="3908">
                  <c:v>1223.4672</c:v>
                </c:pt>
                <c:pt idx="3909">
                  <c:v>1223.7719999999999</c:v>
                </c:pt>
                <c:pt idx="3910">
                  <c:v>1224.0768</c:v>
                </c:pt>
                <c:pt idx="3911">
                  <c:v>1224.3815999999999</c:v>
                </c:pt>
                <c:pt idx="3912">
                  <c:v>1224.6864</c:v>
                </c:pt>
                <c:pt idx="3913">
                  <c:v>1224.9911999999999</c:v>
                </c:pt>
                <c:pt idx="3914">
                  <c:v>1225.296</c:v>
                </c:pt>
                <c:pt idx="3915">
                  <c:v>1225.6007999999999</c:v>
                </c:pt>
                <c:pt idx="3916">
                  <c:v>1225.9056</c:v>
                </c:pt>
                <c:pt idx="3917">
                  <c:v>1226.2103999999999</c:v>
                </c:pt>
                <c:pt idx="3918">
                  <c:v>1226.5152</c:v>
                </c:pt>
                <c:pt idx="3919">
                  <c:v>1226.82</c:v>
                </c:pt>
                <c:pt idx="3920">
                  <c:v>1227.1248000000001</c:v>
                </c:pt>
                <c:pt idx="3921">
                  <c:v>1227.4295999999999</c:v>
                </c:pt>
                <c:pt idx="3922">
                  <c:v>1227.7344000000001</c:v>
                </c:pt>
                <c:pt idx="3923">
                  <c:v>1228.0391999999999</c:v>
                </c:pt>
                <c:pt idx="3924">
                  <c:v>1228.3440000000001</c:v>
                </c:pt>
                <c:pt idx="3925">
                  <c:v>1228.6487999999999</c:v>
                </c:pt>
                <c:pt idx="3926">
                  <c:v>1228.9536000000001</c:v>
                </c:pt>
                <c:pt idx="3927">
                  <c:v>1229.2583999999999</c:v>
                </c:pt>
                <c:pt idx="3928">
                  <c:v>1229.5632000000001</c:v>
                </c:pt>
                <c:pt idx="3929">
                  <c:v>1229.8679999999999</c:v>
                </c:pt>
                <c:pt idx="3930">
                  <c:v>1230.1728000000001</c:v>
                </c:pt>
                <c:pt idx="3931">
                  <c:v>1230.4775999999999</c:v>
                </c:pt>
                <c:pt idx="3932">
                  <c:v>1230.7824000000001</c:v>
                </c:pt>
                <c:pt idx="3933">
                  <c:v>1231.0871999999999</c:v>
                </c:pt>
                <c:pt idx="3934">
                  <c:v>1231.3920000000001</c:v>
                </c:pt>
                <c:pt idx="3935">
                  <c:v>1231.6967999999999</c:v>
                </c:pt>
                <c:pt idx="3936">
                  <c:v>1232.0016000000001</c:v>
                </c:pt>
                <c:pt idx="3937">
                  <c:v>1232.3063999999999</c:v>
                </c:pt>
                <c:pt idx="3938">
                  <c:v>1232.6112000000001</c:v>
                </c:pt>
                <c:pt idx="3939">
                  <c:v>1232.9159999999999</c:v>
                </c:pt>
                <c:pt idx="3940">
                  <c:v>1233.2208000000001</c:v>
                </c:pt>
                <c:pt idx="3941">
                  <c:v>1233.5255999999999</c:v>
                </c:pt>
                <c:pt idx="3942">
                  <c:v>1233.8304000000001</c:v>
                </c:pt>
                <c:pt idx="3943">
                  <c:v>1234.1351999999999</c:v>
                </c:pt>
                <c:pt idx="3944">
                  <c:v>1234.44</c:v>
                </c:pt>
                <c:pt idx="3945">
                  <c:v>1234.7447999999999</c:v>
                </c:pt>
                <c:pt idx="3946">
                  <c:v>1235.0496000000001</c:v>
                </c:pt>
                <c:pt idx="3947">
                  <c:v>1235.3543999999999</c:v>
                </c:pt>
                <c:pt idx="3948">
                  <c:v>1235.6592000000001</c:v>
                </c:pt>
                <c:pt idx="3949">
                  <c:v>1235.9639999999999</c:v>
                </c:pt>
                <c:pt idx="3950">
                  <c:v>1236.2688000000001</c:v>
                </c:pt>
                <c:pt idx="3951">
                  <c:v>1236.5735999999999</c:v>
                </c:pt>
                <c:pt idx="3952">
                  <c:v>1236.8784000000001</c:v>
                </c:pt>
                <c:pt idx="3953">
                  <c:v>1237.1831999999999</c:v>
                </c:pt>
                <c:pt idx="3954">
                  <c:v>1237.4880000000001</c:v>
                </c:pt>
                <c:pt idx="3955">
                  <c:v>1237.7927999999999</c:v>
                </c:pt>
                <c:pt idx="3956">
                  <c:v>1238.0976000000001</c:v>
                </c:pt>
                <c:pt idx="3957">
                  <c:v>1238.4023999999999</c:v>
                </c:pt>
                <c:pt idx="3958">
                  <c:v>1238.7072000000001</c:v>
                </c:pt>
                <c:pt idx="3959">
                  <c:v>1239.0119999999999</c:v>
                </c:pt>
                <c:pt idx="3960">
                  <c:v>1239.3168000000001</c:v>
                </c:pt>
                <c:pt idx="3961">
                  <c:v>1239.6215999999999</c:v>
                </c:pt>
                <c:pt idx="3962">
                  <c:v>1239.9264000000001</c:v>
                </c:pt>
                <c:pt idx="3963">
                  <c:v>1240.2311999999999</c:v>
                </c:pt>
                <c:pt idx="3964">
                  <c:v>1240.5360000000001</c:v>
                </c:pt>
                <c:pt idx="3965">
                  <c:v>1240.8407999999999</c:v>
                </c:pt>
                <c:pt idx="3966">
                  <c:v>1241.1456000000001</c:v>
                </c:pt>
                <c:pt idx="3967">
                  <c:v>1241.4503999999999</c:v>
                </c:pt>
                <c:pt idx="3968">
                  <c:v>1241.7552000000001</c:v>
                </c:pt>
                <c:pt idx="3969">
                  <c:v>1242.06</c:v>
                </c:pt>
                <c:pt idx="3970">
                  <c:v>1242.3648000000001</c:v>
                </c:pt>
                <c:pt idx="3971">
                  <c:v>1242.6695999999999</c:v>
                </c:pt>
                <c:pt idx="3972">
                  <c:v>1242.9744000000001</c:v>
                </c:pt>
                <c:pt idx="3973">
                  <c:v>1243.2791999999999</c:v>
                </c:pt>
                <c:pt idx="3974">
                  <c:v>1243.5840000000001</c:v>
                </c:pt>
                <c:pt idx="3975">
                  <c:v>1243.8887999999999</c:v>
                </c:pt>
                <c:pt idx="3976">
                  <c:v>1244.1936000000001</c:v>
                </c:pt>
                <c:pt idx="3977">
                  <c:v>1244.4983999999999</c:v>
                </c:pt>
                <c:pt idx="3978">
                  <c:v>1244.8032000000001</c:v>
                </c:pt>
                <c:pt idx="3979">
                  <c:v>1245.1079999999999</c:v>
                </c:pt>
                <c:pt idx="3980">
                  <c:v>1245.4128000000001</c:v>
                </c:pt>
                <c:pt idx="3981">
                  <c:v>1245.7175999999999</c:v>
                </c:pt>
                <c:pt idx="3982">
                  <c:v>1246.0224000000001</c:v>
                </c:pt>
                <c:pt idx="3983">
                  <c:v>1246.3271999999999</c:v>
                </c:pt>
                <c:pt idx="3984">
                  <c:v>1246.6320000000001</c:v>
                </c:pt>
                <c:pt idx="3985">
                  <c:v>1246.9367999999999</c:v>
                </c:pt>
                <c:pt idx="3986">
                  <c:v>1247.2416000000001</c:v>
                </c:pt>
                <c:pt idx="3987">
                  <c:v>1247.5463999999999</c:v>
                </c:pt>
                <c:pt idx="3988">
                  <c:v>1247.8512000000001</c:v>
                </c:pt>
                <c:pt idx="3989">
                  <c:v>1248.1559999999999</c:v>
                </c:pt>
                <c:pt idx="3990">
                  <c:v>1248.4608000000001</c:v>
                </c:pt>
                <c:pt idx="3991">
                  <c:v>1248.7655999999999</c:v>
                </c:pt>
                <c:pt idx="3992">
                  <c:v>1249.0704000000001</c:v>
                </c:pt>
                <c:pt idx="3993">
                  <c:v>1249.3751999999999</c:v>
                </c:pt>
                <c:pt idx="3994">
                  <c:v>1249.68</c:v>
                </c:pt>
                <c:pt idx="3995">
                  <c:v>1249.9848</c:v>
                </c:pt>
                <c:pt idx="3996">
                  <c:v>1250.2896000000001</c:v>
                </c:pt>
                <c:pt idx="3997">
                  <c:v>1250.5944</c:v>
                </c:pt>
                <c:pt idx="3998">
                  <c:v>1250.8992000000001</c:v>
                </c:pt>
                <c:pt idx="3999">
                  <c:v>1251.204</c:v>
                </c:pt>
                <c:pt idx="4000">
                  <c:v>1251.5088000000001</c:v>
                </c:pt>
                <c:pt idx="4001">
                  <c:v>1251.8136</c:v>
                </c:pt>
                <c:pt idx="4002">
                  <c:v>1252.1184000000001</c:v>
                </c:pt>
                <c:pt idx="4003">
                  <c:v>1252.4232</c:v>
                </c:pt>
                <c:pt idx="4004">
                  <c:v>1252.7280000000001</c:v>
                </c:pt>
                <c:pt idx="4005">
                  <c:v>1253.0328</c:v>
                </c:pt>
                <c:pt idx="4006">
                  <c:v>1253.3376000000001</c:v>
                </c:pt>
                <c:pt idx="4007">
                  <c:v>1253.6424</c:v>
                </c:pt>
                <c:pt idx="4008">
                  <c:v>1253.9472000000001</c:v>
                </c:pt>
                <c:pt idx="4009">
                  <c:v>1254.252</c:v>
                </c:pt>
                <c:pt idx="4010">
                  <c:v>1254.5568000000001</c:v>
                </c:pt>
                <c:pt idx="4011">
                  <c:v>1254.8616</c:v>
                </c:pt>
                <c:pt idx="4012">
                  <c:v>1255.1664000000001</c:v>
                </c:pt>
                <c:pt idx="4013">
                  <c:v>1255.4712</c:v>
                </c:pt>
                <c:pt idx="4014">
                  <c:v>1255.7760000000001</c:v>
                </c:pt>
                <c:pt idx="4015">
                  <c:v>1256.0808</c:v>
                </c:pt>
                <c:pt idx="4016">
                  <c:v>1256.3856000000001</c:v>
                </c:pt>
                <c:pt idx="4017">
                  <c:v>1256.6904</c:v>
                </c:pt>
                <c:pt idx="4018">
                  <c:v>1256.9952000000001</c:v>
                </c:pt>
                <c:pt idx="4019">
                  <c:v>1257.3</c:v>
                </c:pt>
                <c:pt idx="4020">
                  <c:v>1257.6048000000001</c:v>
                </c:pt>
                <c:pt idx="4021">
                  <c:v>1257.9096</c:v>
                </c:pt>
                <c:pt idx="4022">
                  <c:v>1258.2144000000001</c:v>
                </c:pt>
                <c:pt idx="4023">
                  <c:v>1258.5192</c:v>
                </c:pt>
                <c:pt idx="4024">
                  <c:v>1258.8240000000001</c:v>
                </c:pt>
                <c:pt idx="4025">
                  <c:v>1259.1288</c:v>
                </c:pt>
                <c:pt idx="4026">
                  <c:v>1259.4336000000001</c:v>
                </c:pt>
                <c:pt idx="4027">
                  <c:v>1259.7384</c:v>
                </c:pt>
                <c:pt idx="4028">
                  <c:v>1260.0432000000001</c:v>
                </c:pt>
                <c:pt idx="4029">
                  <c:v>1260.348</c:v>
                </c:pt>
                <c:pt idx="4030">
                  <c:v>1260.6528000000001</c:v>
                </c:pt>
                <c:pt idx="4031">
                  <c:v>1260.9576</c:v>
                </c:pt>
                <c:pt idx="4032">
                  <c:v>1261.2624000000001</c:v>
                </c:pt>
                <c:pt idx="4033">
                  <c:v>1261.5672</c:v>
                </c:pt>
                <c:pt idx="4034">
                  <c:v>1261.8720000000001</c:v>
                </c:pt>
                <c:pt idx="4035">
                  <c:v>1262.1768</c:v>
                </c:pt>
                <c:pt idx="4036">
                  <c:v>1262.4816000000001</c:v>
                </c:pt>
                <c:pt idx="4037">
                  <c:v>1262.7864</c:v>
                </c:pt>
                <c:pt idx="4038">
                  <c:v>1263.0912000000001</c:v>
                </c:pt>
                <c:pt idx="4039">
                  <c:v>1263.396</c:v>
                </c:pt>
                <c:pt idx="4040">
                  <c:v>1263.7008000000001</c:v>
                </c:pt>
                <c:pt idx="4041">
                  <c:v>1264.0056</c:v>
                </c:pt>
                <c:pt idx="4042">
                  <c:v>1264.3104000000001</c:v>
                </c:pt>
                <c:pt idx="4043">
                  <c:v>1264.6152</c:v>
                </c:pt>
                <c:pt idx="4044">
                  <c:v>1264.92</c:v>
                </c:pt>
                <c:pt idx="4045">
                  <c:v>1265.2248</c:v>
                </c:pt>
                <c:pt idx="4046">
                  <c:v>1265.5296000000001</c:v>
                </c:pt>
                <c:pt idx="4047">
                  <c:v>1265.8344</c:v>
                </c:pt>
                <c:pt idx="4048">
                  <c:v>1266.1392000000001</c:v>
                </c:pt>
                <c:pt idx="4049">
                  <c:v>1266.444</c:v>
                </c:pt>
                <c:pt idx="4050">
                  <c:v>1266.7488000000001</c:v>
                </c:pt>
                <c:pt idx="4051">
                  <c:v>1267.0536</c:v>
                </c:pt>
                <c:pt idx="4052">
                  <c:v>1267.3584000000001</c:v>
                </c:pt>
                <c:pt idx="4053">
                  <c:v>1267.6632</c:v>
                </c:pt>
                <c:pt idx="4054">
                  <c:v>1267.9680000000001</c:v>
                </c:pt>
                <c:pt idx="4055">
                  <c:v>1268.2728</c:v>
                </c:pt>
                <c:pt idx="4056">
                  <c:v>1268.5776000000001</c:v>
                </c:pt>
                <c:pt idx="4057">
                  <c:v>1268.8824</c:v>
                </c:pt>
                <c:pt idx="4058">
                  <c:v>1269.1872000000001</c:v>
                </c:pt>
                <c:pt idx="4059">
                  <c:v>1269.492</c:v>
                </c:pt>
                <c:pt idx="4060">
                  <c:v>1269.7968000000001</c:v>
                </c:pt>
                <c:pt idx="4061">
                  <c:v>1270.1016</c:v>
                </c:pt>
                <c:pt idx="4062">
                  <c:v>1270.4064000000001</c:v>
                </c:pt>
                <c:pt idx="4063">
                  <c:v>1270.7112</c:v>
                </c:pt>
                <c:pt idx="4064">
                  <c:v>1271.0160000000001</c:v>
                </c:pt>
                <c:pt idx="4065">
                  <c:v>1271.3208</c:v>
                </c:pt>
                <c:pt idx="4066">
                  <c:v>1271.6256000000001</c:v>
                </c:pt>
                <c:pt idx="4067">
                  <c:v>1271.9304</c:v>
                </c:pt>
                <c:pt idx="4068">
                  <c:v>1272.2352000000001</c:v>
                </c:pt>
                <c:pt idx="4069">
                  <c:v>1272.54</c:v>
                </c:pt>
                <c:pt idx="4070">
                  <c:v>1272.8448000000001</c:v>
                </c:pt>
                <c:pt idx="4071">
                  <c:v>1273.1496</c:v>
                </c:pt>
                <c:pt idx="4072">
                  <c:v>1273.4544000000001</c:v>
                </c:pt>
                <c:pt idx="4073">
                  <c:v>1273.7592</c:v>
                </c:pt>
                <c:pt idx="4074">
                  <c:v>1274.0640000000001</c:v>
                </c:pt>
                <c:pt idx="4075">
                  <c:v>1274.3688</c:v>
                </c:pt>
                <c:pt idx="4076">
                  <c:v>1274.6736000000001</c:v>
                </c:pt>
                <c:pt idx="4077">
                  <c:v>1274.9784</c:v>
                </c:pt>
                <c:pt idx="4078">
                  <c:v>1275.2832000000001</c:v>
                </c:pt>
                <c:pt idx="4079">
                  <c:v>1275.588</c:v>
                </c:pt>
                <c:pt idx="4080">
                  <c:v>1275.8928000000001</c:v>
                </c:pt>
                <c:pt idx="4081">
                  <c:v>1276.1976</c:v>
                </c:pt>
                <c:pt idx="4082">
                  <c:v>1276.5024000000001</c:v>
                </c:pt>
                <c:pt idx="4083">
                  <c:v>1276.8072</c:v>
                </c:pt>
                <c:pt idx="4084">
                  <c:v>1277.1120000000001</c:v>
                </c:pt>
                <c:pt idx="4085">
                  <c:v>1277.4168</c:v>
                </c:pt>
                <c:pt idx="4086">
                  <c:v>1277.7216000000001</c:v>
                </c:pt>
                <c:pt idx="4087">
                  <c:v>1278.0264</c:v>
                </c:pt>
                <c:pt idx="4088">
                  <c:v>1278.3312000000001</c:v>
                </c:pt>
                <c:pt idx="4089">
                  <c:v>1278.636</c:v>
                </c:pt>
                <c:pt idx="4090">
                  <c:v>1278.9408000000001</c:v>
                </c:pt>
                <c:pt idx="4091">
                  <c:v>1279.2456</c:v>
                </c:pt>
                <c:pt idx="4092">
                  <c:v>1279.5504000000001</c:v>
                </c:pt>
                <c:pt idx="4093">
                  <c:v>1279.8552</c:v>
                </c:pt>
                <c:pt idx="4094">
                  <c:v>1280.1600000000001</c:v>
                </c:pt>
                <c:pt idx="4095">
                  <c:v>1280.4648</c:v>
                </c:pt>
                <c:pt idx="4096">
                  <c:v>1280.7696000000001</c:v>
                </c:pt>
                <c:pt idx="4097">
                  <c:v>1281.0744</c:v>
                </c:pt>
                <c:pt idx="4098">
                  <c:v>1281.3792000000001</c:v>
                </c:pt>
                <c:pt idx="4099">
                  <c:v>1281.684</c:v>
                </c:pt>
                <c:pt idx="4100">
                  <c:v>1281.9888000000001</c:v>
                </c:pt>
                <c:pt idx="4101">
                  <c:v>1282.2936</c:v>
                </c:pt>
                <c:pt idx="4102">
                  <c:v>1282.5984000000001</c:v>
                </c:pt>
                <c:pt idx="4103">
                  <c:v>1282.9032</c:v>
                </c:pt>
                <c:pt idx="4104">
                  <c:v>1283.2080000000001</c:v>
                </c:pt>
                <c:pt idx="4105">
                  <c:v>1283.5128</c:v>
                </c:pt>
                <c:pt idx="4106">
                  <c:v>1283.8176000000001</c:v>
                </c:pt>
                <c:pt idx="4107">
                  <c:v>1284.1224</c:v>
                </c:pt>
                <c:pt idx="4108">
                  <c:v>1284.4272000000001</c:v>
                </c:pt>
                <c:pt idx="4109">
                  <c:v>1284.732</c:v>
                </c:pt>
                <c:pt idx="4110">
                  <c:v>1285.0368000000001</c:v>
                </c:pt>
                <c:pt idx="4111">
                  <c:v>1285.3416</c:v>
                </c:pt>
                <c:pt idx="4112">
                  <c:v>1285.6464000000001</c:v>
                </c:pt>
                <c:pt idx="4113">
                  <c:v>1285.9512</c:v>
                </c:pt>
                <c:pt idx="4114">
                  <c:v>1286.2560000000001</c:v>
                </c:pt>
                <c:pt idx="4115">
                  <c:v>1286.5608</c:v>
                </c:pt>
                <c:pt idx="4116">
                  <c:v>1286.8656000000001</c:v>
                </c:pt>
                <c:pt idx="4117">
                  <c:v>1287.1704</c:v>
                </c:pt>
                <c:pt idx="4118">
                  <c:v>1287.4752000000001</c:v>
                </c:pt>
                <c:pt idx="4119">
                  <c:v>1287.78</c:v>
                </c:pt>
                <c:pt idx="4120">
                  <c:v>1288.0848000000001</c:v>
                </c:pt>
                <c:pt idx="4121">
                  <c:v>1288.3896</c:v>
                </c:pt>
                <c:pt idx="4122">
                  <c:v>1288.6944000000001</c:v>
                </c:pt>
                <c:pt idx="4123">
                  <c:v>1288.9992</c:v>
                </c:pt>
                <c:pt idx="4124">
                  <c:v>1289.3040000000001</c:v>
                </c:pt>
                <c:pt idx="4125">
                  <c:v>1289.6088</c:v>
                </c:pt>
                <c:pt idx="4126">
                  <c:v>1289.9136000000001</c:v>
                </c:pt>
                <c:pt idx="4127">
                  <c:v>1290.2184</c:v>
                </c:pt>
                <c:pt idx="4128">
                  <c:v>1290.5232000000001</c:v>
                </c:pt>
                <c:pt idx="4129">
                  <c:v>1290.828</c:v>
                </c:pt>
                <c:pt idx="4130">
                  <c:v>1291.1328000000001</c:v>
                </c:pt>
                <c:pt idx="4131">
                  <c:v>1291.4376</c:v>
                </c:pt>
                <c:pt idx="4132">
                  <c:v>1291.7424000000001</c:v>
                </c:pt>
                <c:pt idx="4133">
                  <c:v>1292.0472</c:v>
                </c:pt>
                <c:pt idx="4134">
                  <c:v>1292.3520000000001</c:v>
                </c:pt>
                <c:pt idx="4135">
                  <c:v>1292.6568</c:v>
                </c:pt>
                <c:pt idx="4136">
                  <c:v>1292.9616000000001</c:v>
                </c:pt>
                <c:pt idx="4137">
                  <c:v>1293.2664</c:v>
                </c:pt>
                <c:pt idx="4138">
                  <c:v>1293.5712000000001</c:v>
                </c:pt>
                <c:pt idx="4139">
                  <c:v>1293.876</c:v>
                </c:pt>
                <c:pt idx="4140">
                  <c:v>1294.1808000000001</c:v>
                </c:pt>
                <c:pt idx="4141">
                  <c:v>1294.4856</c:v>
                </c:pt>
                <c:pt idx="4142">
                  <c:v>1294.7904000000001</c:v>
                </c:pt>
                <c:pt idx="4143">
                  <c:v>1295.0952</c:v>
                </c:pt>
                <c:pt idx="4144">
                  <c:v>1295.4000000000001</c:v>
                </c:pt>
                <c:pt idx="4145">
                  <c:v>1295.7048</c:v>
                </c:pt>
                <c:pt idx="4146">
                  <c:v>1296.0096000000001</c:v>
                </c:pt>
                <c:pt idx="4147">
                  <c:v>1296.3144</c:v>
                </c:pt>
                <c:pt idx="4148">
                  <c:v>1296.6192000000001</c:v>
                </c:pt>
                <c:pt idx="4149">
                  <c:v>1296.924</c:v>
                </c:pt>
                <c:pt idx="4150">
                  <c:v>1297.2288000000001</c:v>
                </c:pt>
                <c:pt idx="4151">
                  <c:v>1297.5336</c:v>
                </c:pt>
                <c:pt idx="4152">
                  <c:v>1297.8384000000001</c:v>
                </c:pt>
                <c:pt idx="4153">
                  <c:v>1298.1432</c:v>
                </c:pt>
                <c:pt idx="4154">
                  <c:v>1298.4480000000001</c:v>
                </c:pt>
                <c:pt idx="4155">
                  <c:v>1298.7528</c:v>
                </c:pt>
                <c:pt idx="4156">
                  <c:v>1299.0576000000001</c:v>
                </c:pt>
                <c:pt idx="4157">
                  <c:v>1299.3624</c:v>
                </c:pt>
                <c:pt idx="4158">
                  <c:v>1299.6672000000001</c:v>
                </c:pt>
                <c:pt idx="4159">
                  <c:v>1299.972</c:v>
                </c:pt>
                <c:pt idx="4160">
                  <c:v>1300.2768000000001</c:v>
                </c:pt>
                <c:pt idx="4161">
                  <c:v>1300.5816</c:v>
                </c:pt>
                <c:pt idx="4162">
                  <c:v>1300.8864000000001</c:v>
                </c:pt>
                <c:pt idx="4163">
                  <c:v>1301.1912</c:v>
                </c:pt>
                <c:pt idx="4164">
                  <c:v>1301.4960000000001</c:v>
                </c:pt>
                <c:pt idx="4165">
                  <c:v>1301.8008</c:v>
                </c:pt>
                <c:pt idx="4166">
                  <c:v>1302.1056000000001</c:v>
                </c:pt>
                <c:pt idx="4167">
                  <c:v>1302.4104</c:v>
                </c:pt>
                <c:pt idx="4168">
                  <c:v>1302.7152000000001</c:v>
                </c:pt>
                <c:pt idx="4169">
                  <c:v>1303.02</c:v>
                </c:pt>
                <c:pt idx="4170">
                  <c:v>1303.3248000000001</c:v>
                </c:pt>
                <c:pt idx="4171">
                  <c:v>1303.6296</c:v>
                </c:pt>
                <c:pt idx="4172">
                  <c:v>1303.9344000000001</c:v>
                </c:pt>
                <c:pt idx="4173">
                  <c:v>1304.2392</c:v>
                </c:pt>
                <c:pt idx="4174">
                  <c:v>1304.5440000000001</c:v>
                </c:pt>
                <c:pt idx="4175">
                  <c:v>1304.8488</c:v>
                </c:pt>
                <c:pt idx="4176">
                  <c:v>1305.1536000000001</c:v>
                </c:pt>
                <c:pt idx="4177">
                  <c:v>1305.4584</c:v>
                </c:pt>
                <c:pt idx="4178">
                  <c:v>1305.7632000000001</c:v>
                </c:pt>
                <c:pt idx="4179">
                  <c:v>1306.068</c:v>
                </c:pt>
                <c:pt idx="4180">
                  <c:v>1306.3728000000001</c:v>
                </c:pt>
                <c:pt idx="4181">
                  <c:v>1306.6776</c:v>
                </c:pt>
                <c:pt idx="4182">
                  <c:v>1306.9824000000001</c:v>
                </c:pt>
                <c:pt idx="4183">
                  <c:v>1307.2872</c:v>
                </c:pt>
                <c:pt idx="4184">
                  <c:v>1307.5920000000001</c:v>
                </c:pt>
                <c:pt idx="4185">
                  <c:v>1307.8968</c:v>
                </c:pt>
                <c:pt idx="4186">
                  <c:v>1308.2016000000001</c:v>
                </c:pt>
                <c:pt idx="4187">
                  <c:v>1308.5064</c:v>
                </c:pt>
                <c:pt idx="4188">
                  <c:v>1308.8112000000001</c:v>
                </c:pt>
                <c:pt idx="4189">
                  <c:v>1309.116</c:v>
                </c:pt>
                <c:pt idx="4190">
                  <c:v>1309.4208000000001</c:v>
                </c:pt>
                <c:pt idx="4191">
                  <c:v>1309.7256</c:v>
                </c:pt>
                <c:pt idx="4192">
                  <c:v>1310.0304000000001</c:v>
                </c:pt>
                <c:pt idx="4193">
                  <c:v>1310.3352</c:v>
                </c:pt>
                <c:pt idx="4194">
                  <c:v>1310.6400000000001</c:v>
                </c:pt>
                <c:pt idx="4195">
                  <c:v>1310.9448</c:v>
                </c:pt>
                <c:pt idx="4196">
                  <c:v>1311.2496000000001</c:v>
                </c:pt>
                <c:pt idx="4197">
                  <c:v>1311.5544</c:v>
                </c:pt>
                <c:pt idx="4198">
                  <c:v>1311.8592000000001</c:v>
                </c:pt>
                <c:pt idx="4199">
                  <c:v>1312.164</c:v>
                </c:pt>
                <c:pt idx="4200">
                  <c:v>1312.4688000000001</c:v>
                </c:pt>
                <c:pt idx="4201">
                  <c:v>1312.7736</c:v>
                </c:pt>
                <c:pt idx="4202">
                  <c:v>1313.0784000000001</c:v>
                </c:pt>
                <c:pt idx="4203">
                  <c:v>1313.3832</c:v>
                </c:pt>
                <c:pt idx="4204">
                  <c:v>1313.6880000000001</c:v>
                </c:pt>
                <c:pt idx="4205">
                  <c:v>1313.9928</c:v>
                </c:pt>
                <c:pt idx="4206">
                  <c:v>1314.2976000000001</c:v>
                </c:pt>
                <c:pt idx="4207">
                  <c:v>1314.6024</c:v>
                </c:pt>
                <c:pt idx="4208">
                  <c:v>1314.9072000000001</c:v>
                </c:pt>
                <c:pt idx="4209">
                  <c:v>1315.212</c:v>
                </c:pt>
                <c:pt idx="4210">
                  <c:v>1315.5168000000001</c:v>
                </c:pt>
                <c:pt idx="4211">
                  <c:v>1315.8216</c:v>
                </c:pt>
                <c:pt idx="4212">
                  <c:v>1316.1264000000001</c:v>
                </c:pt>
                <c:pt idx="4213">
                  <c:v>1316.4312</c:v>
                </c:pt>
                <c:pt idx="4214">
                  <c:v>1316.7360000000001</c:v>
                </c:pt>
                <c:pt idx="4215">
                  <c:v>1317.0408</c:v>
                </c:pt>
                <c:pt idx="4216">
                  <c:v>1317.3456000000001</c:v>
                </c:pt>
                <c:pt idx="4217">
                  <c:v>1317.6504</c:v>
                </c:pt>
                <c:pt idx="4218">
                  <c:v>1317.9552000000001</c:v>
                </c:pt>
                <c:pt idx="4219">
                  <c:v>1318.26</c:v>
                </c:pt>
                <c:pt idx="4220">
                  <c:v>1318.5648000000001</c:v>
                </c:pt>
                <c:pt idx="4221">
                  <c:v>1318.8696</c:v>
                </c:pt>
                <c:pt idx="4222">
                  <c:v>1319.1744000000001</c:v>
                </c:pt>
                <c:pt idx="4223">
                  <c:v>1319.4792</c:v>
                </c:pt>
                <c:pt idx="4224">
                  <c:v>1319.7840000000001</c:v>
                </c:pt>
                <c:pt idx="4225">
                  <c:v>1320.0888</c:v>
                </c:pt>
                <c:pt idx="4226">
                  <c:v>1320.3936000000001</c:v>
                </c:pt>
                <c:pt idx="4227">
                  <c:v>1320.6984</c:v>
                </c:pt>
                <c:pt idx="4228">
                  <c:v>1321.0032000000001</c:v>
                </c:pt>
                <c:pt idx="4229">
                  <c:v>1321.308</c:v>
                </c:pt>
                <c:pt idx="4230">
                  <c:v>1321.6128000000001</c:v>
                </c:pt>
                <c:pt idx="4231">
                  <c:v>1321.9176</c:v>
                </c:pt>
                <c:pt idx="4232">
                  <c:v>1322.2224000000001</c:v>
                </c:pt>
                <c:pt idx="4233">
                  <c:v>1322.5272</c:v>
                </c:pt>
                <c:pt idx="4234">
                  <c:v>1322.8320000000001</c:v>
                </c:pt>
                <c:pt idx="4235">
                  <c:v>1323.1368</c:v>
                </c:pt>
                <c:pt idx="4236">
                  <c:v>1323.4416000000001</c:v>
                </c:pt>
                <c:pt idx="4237">
                  <c:v>1323.7464</c:v>
                </c:pt>
                <c:pt idx="4238">
                  <c:v>1324.0512000000001</c:v>
                </c:pt>
                <c:pt idx="4239">
                  <c:v>1324.356</c:v>
                </c:pt>
                <c:pt idx="4240">
                  <c:v>1324.6608000000001</c:v>
                </c:pt>
                <c:pt idx="4241">
                  <c:v>1324.9656</c:v>
                </c:pt>
                <c:pt idx="4242">
                  <c:v>1325.2704000000001</c:v>
                </c:pt>
                <c:pt idx="4243">
                  <c:v>1325.5752</c:v>
                </c:pt>
                <c:pt idx="4244">
                  <c:v>1325.88</c:v>
                </c:pt>
                <c:pt idx="4245">
                  <c:v>1326.1848</c:v>
                </c:pt>
                <c:pt idx="4246">
                  <c:v>1326.4896000000001</c:v>
                </c:pt>
                <c:pt idx="4247">
                  <c:v>1326.7944</c:v>
                </c:pt>
                <c:pt idx="4248">
                  <c:v>1327.0992000000001</c:v>
                </c:pt>
                <c:pt idx="4249">
                  <c:v>1327.404</c:v>
                </c:pt>
                <c:pt idx="4250">
                  <c:v>1327.7088000000001</c:v>
                </c:pt>
                <c:pt idx="4251">
                  <c:v>1328.0136</c:v>
                </c:pt>
                <c:pt idx="4252">
                  <c:v>1328.3184000000001</c:v>
                </c:pt>
                <c:pt idx="4253">
                  <c:v>1328.6232</c:v>
                </c:pt>
                <c:pt idx="4254">
                  <c:v>1328.9280000000001</c:v>
                </c:pt>
                <c:pt idx="4255">
                  <c:v>1329.2328</c:v>
                </c:pt>
                <c:pt idx="4256">
                  <c:v>1329.5376000000001</c:v>
                </c:pt>
                <c:pt idx="4257">
                  <c:v>1329.8424</c:v>
                </c:pt>
                <c:pt idx="4258">
                  <c:v>1330.1472000000001</c:v>
                </c:pt>
                <c:pt idx="4259">
                  <c:v>1330.452</c:v>
                </c:pt>
                <c:pt idx="4260">
                  <c:v>1330.7568000000001</c:v>
                </c:pt>
                <c:pt idx="4261">
                  <c:v>1331.0616</c:v>
                </c:pt>
                <c:pt idx="4262">
                  <c:v>1331.3664000000001</c:v>
                </c:pt>
                <c:pt idx="4263">
                  <c:v>1331.6712</c:v>
                </c:pt>
                <c:pt idx="4264">
                  <c:v>1331.9760000000001</c:v>
                </c:pt>
                <c:pt idx="4265">
                  <c:v>1332.2808</c:v>
                </c:pt>
                <c:pt idx="4266">
                  <c:v>1332.5856000000001</c:v>
                </c:pt>
                <c:pt idx="4267">
                  <c:v>1332.8904</c:v>
                </c:pt>
                <c:pt idx="4268">
                  <c:v>1333.1952000000001</c:v>
                </c:pt>
                <c:pt idx="4269">
                  <c:v>1333.5</c:v>
                </c:pt>
                <c:pt idx="4270">
                  <c:v>1333.8047999999999</c:v>
                </c:pt>
                <c:pt idx="4271">
                  <c:v>1334.1096</c:v>
                </c:pt>
                <c:pt idx="4272">
                  <c:v>1334.4143999999999</c:v>
                </c:pt>
                <c:pt idx="4273">
                  <c:v>1334.7192</c:v>
                </c:pt>
                <c:pt idx="4274">
                  <c:v>1335.0239999999999</c:v>
                </c:pt>
                <c:pt idx="4275">
                  <c:v>1335.3288</c:v>
                </c:pt>
                <c:pt idx="4276">
                  <c:v>1335.6335999999999</c:v>
                </c:pt>
                <c:pt idx="4277">
                  <c:v>1335.9384</c:v>
                </c:pt>
                <c:pt idx="4278">
                  <c:v>1336.2431999999999</c:v>
                </c:pt>
                <c:pt idx="4279">
                  <c:v>1336.548</c:v>
                </c:pt>
                <c:pt idx="4280">
                  <c:v>1336.8527999999999</c:v>
                </c:pt>
                <c:pt idx="4281">
                  <c:v>1337.1576</c:v>
                </c:pt>
                <c:pt idx="4282">
                  <c:v>1337.4623999999999</c:v>
                </c:pt>
                <c:pt idx="4283">
                  <c:v>1337.7672</c:v>
                </c:pt>
                <c:pt idx="4284">
                  <c:v>1338.0719999999999</c:v>
                </c:pt>
                <c:pt idx="4285">
                  <c:v>1338.3768</c:v>
                </c:pt>
                <c:pt idx="4286">
                  <c:v>1338.6815999999999</c:v>
                </c:pt>
                <c:pt idx="4287">
                  <c:v>1338.9864</c:v>
                </c:pt>
                <c:pt idx="4288">
                  <c:v>1339.2911999999999</c:v>
                </c:pt>
                <c:pt idx="4289">
                  <c:v>1339.596</c:v>
                </c:pt>
                <c:pt idx="4290">
                  <c:v>1339.9007999999999</c:v>
                </c:pt>
                <c:pt idx="4291">
                  <c:v>1340.2056</c:v>
                </c:pt>
                <c:pt idx="4292">
                  <c:v>1340.5103999999999</c:v>
                </c:pt>
                <c:pt idx="4293">
                  <c:v>1340.8152</c:v>
                </c:pt>
                <c:pt idx="4294">
                  <c:v>1341.12</c:v>
                </c:pt>
                <c:pt idx="4295">
                  <c:v>1341.4248</c:v>
                </c:pt>
                <c:pt idx="4296">
                  <c:v>1341.7295999999999</c:v>
                </c:pt>
                <c:pt idx="4297">
                  <c:v>1342.0344</c:v>
                </c:pt>
                <c:pt idx="4298">
                  <c:v>1342.3391999999999</c:v>
                </c:pt>
                <c:pt idx="4299">
                  <c:v>1342.644</c:v>
                </c:pt>
                <c:pt idx="4300">
                  <c:v>1342.9487999999999</c:v>
                </c:pt>
                <c:pt idx="4301">
                  <c:v>1343.2536</c:v>
                </c:pt>
                <c:pt idx="4302">
                  <c:v>1343.5583999999999</c:v>
                </c:pt>
                <c:pt idx="4303">
                  <c:v>1343.8632</c:v>
                </c:pt>
                <c:pt idx="4304">
                  <c:v>1344.1679999999999</c:v>
                </c:pt>
                <c:pt idx="4305">
                  <c:v>1344.4728</c:v>
                </c:pt>
                <c:pt idx="4306">
                  <c:v>1344.7775999999999</c:v>
                </c:pt>
                <c:pt idx="4307">
                  <c:v>1345.0824</c:v>
                </c:pt>
                <c:pt idx="4308">
                  <c:v>1345.3871999999999</c:v>
                </c:pt>
                <c:pt idx="4309">
                  <c:v>1345.692</c:v>
                </c:pt>
                <c:pt idx="4310">
                  <c:v>1345.9967999999999</c:v>
                </c:pt>
                <c:pt idx="4311">
                  <c:v>1346.3016</c:v>
                </c:pt>
                <c:pt idx="4312">
                  <c:v>1346.6063999999999</c:v>
                </c:pt>
                <c:pt idx="4313">
                  <c:v>1346.9112</c:v>
                </c:pt>
                <c:pt idx="4314">
                  <c:v>1347.2159999999999</c:v>
                </c:pt>
                <c:pt idx="4315">
                  <c:v>1347.5208</c:v>
                </c:pt>
                <c:pt idx="4316">
                  <c:v>1347.8255999999999</c:v>
                </c:pt>
                <c:pt idx="4317">
                  <c:v>1348.1304</c:v>
                </c:pt>
                <c:pt idx="4318">
                  <c:v>1348.4351999999999</c:v>
                </c:pt>
                <c:pt idx="4319">
                  <c:v>1348.74</c:v>
                </c:pt>
                <c:pt idx="4320">
                  <c:v>1349.0447999999999</c:v>
                </c:pt>
                <c:pt idx="4321">
                  <c:v>1349.3496</c:v>
                </c:pt>
                <c:pt idx="4322">
                  <c:v>1349.6543999999999</c:v>
                </c:pt>
                <c:pt idx="4323">
                  <c:v>1349.9592</c:v>
                </c:pt>
                <c:pt idx="4324">
                  <c:v>1350.2639999999999</c:v>
                </c:pt>
                <c:pt idx="4325">
                  <c:v>1350.5688</c:v>
                </c:pt>
                <c:pt idx="4326">
                  <c:v>1350.8735999999999</c:v>
                </c:pt>
                <c:pt idx="4327">
                  <c:v>1351.1784</c:v>
                </c:pt>
                <c:pt idx="4328">
                  <c:v>1351.4831999999999</c:v>
                </c:pt>
                <c:pt idx="4329">
                  <c:v>1351.788</c:v>
                </c:pt>
                <c:pt idx="4330">
                  <c:v>1352.0927999999999</c:v>
                </c:pt>
                <c:pt idx="4331">
                  <c:v>1352.3976</c:v>
                </c:pt>
                <c:pt idx="4332">
                  <c:v>1352.7023999999999</c:v>
                </c:pt>
                <c:pt idx="4333">
                  <c:v>1353.0072</c:v>
                </c:pt>
                <c:pt idx="4334">
                  <c:v>1353.3119999999999</c:v>
                </c:pt>
                <c:pt idx="4335">
                  <c:v>1353.6168</c:v>
                </c:pt>
                <c:pt idx="4336">
                  <c:v>1353.9215999999999</c:v>
                </c:pt>
                <c:pt idx="4337">
                  <c:v>1354.2264</c:v>
                </c:pt>
                <c:pt idx="4338">
                  <c:v>1354.5311999999999</c:v>
                </c:pt>
                <c:pt idx="4339">
                  <c:v>1354.836</c:v>
                </c:pt>
                <c:pt idx="4340">
                  <c:v>1355.1407999999999</c:v>
                </c:pt>
                <c:pt idx="4341">
                  <c:v>1355.4456</c:v>
                </c:pt>
                <c:pt idx="4342">
                  <c:v>1355.7503999999999</c:v>
                </c:pt>
                <c:pt idx="4343">
                  <c:v>1356.0552</c:v>
                </c:pt>
                <c:pt idx="4344">
                  <c:v>1356.36</c:v>
                </c:pt>
                <c:pt idx="4345">
                  <c:v>1356.6648</c:v>
                </c:pt>
                <c:pt idx="4346">
                  <c:v>1356.9695999999999</c:v>
                </c:pt>
                <c:pt idx="4347">
                  <c:v>1357.2744</c:v>
                </c:pt>
                <c:pt idx="4348">
                  <c:v>1357.5791999999999</c:v>
                </c:pt>
                <c:pt idx="4349">
                  <c:v>1357.884</c:v>
                </c:pt>
                <c:pt idx="4350">
                  <c:v>1358.1887999999999</c:v>
                </c:pt>
                <c:pt idx="4351">
                  <c:v>1358.4936</c:v>
                </c:pt>
                <c:pt idx="4352">
                  <c:v>1358.7983999999999</c:v>
                </c:pt>
                <c:pt idx="4353">
                  <c:v>1359.1032</c:v>
                </c:pt>
                <c:pt idx="4354">
                  <c:v>1359.4079999999999</c:v>
                </c:pt>
                <c:pt idx="4355">
                  <c:v>1359.7128</c:v>
                </c:pt>
                <c:pt idx="4356">
                  <c:v>1360.0175999999999</c:v>
                </c:pt>
                <c:pt idx="4357">
                  <c:v>1360.3224</c:v>
                </c:pt>
                <c:pt idx="4358">
                  <c:v>1360.6271999999999</c:v>
                </c:pt>
                <c:pt idx="4359">
                  <c:v>1360.932</c:v>
                </c:pt>
                <c:pt idx="4360">
                  <c:v>1361.2367999999999</c:v>
                </c:pt>
                <c:pt idx="4361">
                  <c:v>1361.5416</c:v>
                </c:pt>
                <c:pt idx="4362">
                  <c:v>1361.8463999999999</c:v>
                </c:pt>
                <c:pt idx="4363">
                  <c:v>1362.1512</c:v>
                </c:pt>
                <c:pt idx="4364">
                  <c:v>1362.4559999999999</c:v>
                </c:pt>
                <c:pt idx="4365">
                  <c:v>1362.7608</c:v>
                </c:pt>
                <c:pt idx="4366">
                  <c:v>1363.0655999999999</c:v>
                </c:pt>
                <c:pt idx="4367">
                  <c:v>1363.3704</c:v>
                </c:pt>
                <c:pt idx="4368">
                  <c:v>1363.6751999999999</c:v>
                </c:pt>
                <c:pt idx="4369">
                  <c:v>1363.98</c:v>
                </c:pt>
                <c:pt idx="4370">
                  <c:v>1364.2847999999999</c:v>
                </c:pt>
                <c:pt idx="4371">
                  <c:v>1364.5896</c:v>
                </c:pt>
                <c:pt idx="4372">
                  <c:v>1364.8943999999999</c:v>
                </c:pt>
                <c:pt idx="4373">
                  <c:v>1365.1992</c:v>
                </c:pt>
                <c:pt idx="4374">
                  <c:v>1365.5039999999999</c:v>
                </c:pt>
                <c:pt idx="4375">
                  <c:v>1365.8088</c:v>
                </c:pt>
                <c:pt idx="4376">
                  <c:v>1366.1135999999999</c:v>
                </c:pt>
                <c:pt idx="4377">
                  <c:v>1366.4184</c:v>
                </c:pt>
                <c:pt idx="4378">
                  <c:v>1366.7231999999999</c:v>
                </c:pt>
                <c:pt idx="4379">
                  <c:v>1367.028</c:v>
                </c:pt>
                <c:pt idx="4380">
                  <c:v>1367.3327999999999</c:v>
                </c:pt>
                <c:pt idx="4381">
                  <c:v>1367.6376</c:v>
                </c:pt>
                <c:pt idx="4382">
                  <c:v>1367.9423999999999</c:v>
                </c:pt>
                <c:pt idx="4383">
                  <c:v>1368.2472</c:v>
                </c:pt>
                <c:pt idx="4384">
                  <c:v>1368.5519999999999</c:v>
                </c:pt>
                <c:pt idx="4385">
                  <c:v>1368.8568</c:v>
                </c:pt>
                <c:pt idx="4386">
                  <c:v>1369.1615999999999</c:v>
                </c:pt>
                <c:pt idx="4387">
                  <c:v>1369.4664</c:v>
                </c:pt>
                <c:pt idx="4388">
                  <c:v>1369.7711999999999</c:v>
                </c:pt>
                <c:pt idx="4389">
                  <c:v>1370.076</c:v>
                </c:pt>
                <c:pt idx="4390">
                  <c:v>1370.3807999999999</c:v>
                </c:pt>
                <c:pt idx="4391">
                  <c:v>1370.6856</c:v>
                </c:pt>
                <c:pt idx="4392">
                  <c:v>1370.9903999999999</c:v>
                </c:pt>
                <c:pt idx="4393">
                  <c:v>1371.2952</c:v>
                </c:pt>
                <c:pt idx="4394">
                  <c:v>1371.6</c:v>
                </c:pt>
                <c:pt idx="4395">
                  <c:v>1371.9048</c:v>
                </c:pt>
                <c:pt idx="4396">
                  <c:v>1372.2095999999999</c:v>
                </c:pt>
                <c:pt idx="4397">
                  <c:v>1372.5144</c:v>
                </c:pt>
                <c:pt idx="4398">
                  <c:v>1372.8191999999999</c:v>
                </c:pt>
                <c:pt idx="4399">
                  <c:v>1373.124</c:v>
                </c:pt>
                <c:pt idx="4400">
                  <c:v>1373.4287999999999</c:v>
                </c:pt>
                <c:pt idx="4401">
                  <c:v>1373.7336</c:v>
                </c:pt>
                <c:pt idx="4402">
                  <c:v>1374.0383999999999</c:v>
                </c:pt>
                <c:pt idx="4403">
                  <c:v>1374.3432</c:v>
                </c:pt>
                <c:pt idx="4404">
                  <c:v>1374.6479999999999</c:v>
                </c:pt>
                <c:pt idx="4405">
                  <c:v>1374.9528</c:v>
                </c:pt>
                <c:pt idx="4406">
                  <c:v>1375.2575999999999</c:v>
                </c:pt>
                <c:pt idx="4407">
                  <c:v>1375.5624</c:v>
                </c:pt>
                <c:pt idx="4408">
                  <c:v>1375.8671999999999</c:v>
                </c:pt>
                <c:pt idx="4409">
                  <c:v>1376.172</c:v>
                </c:pt>
                <c:pt idx="4410">
                  <c:v>1376.4767999999999</c:v>
                </c:pt>
                <c:pt idx="4411">
                  <c:v>1376.7816</c:v>
                </c:pt>
                <c:pt idx="4412">
                  <c:v>1377.0863999999999</c:v>
                </c:pt>
                <c:pt idx="4413">
                  <c:v>1377.3912</c:v>
                </c:pt>
                <c:pt idx="4414">
                  <c:v>1377.6959999999999</c:v>
                </c:pt>
                <c:pt idx="4415">
                  <c:v>1378.0008</c:v>
                </c:pt>
                <c:pt idx="4416">
                  <c:v>1378.3055999999999</c:v>
                </c:pt>
                <c:pt idx="4417">
                  <c:v>1378.6104</c:v>
                </c:pt>
                <c:pt idx="4418">
                  <c:v>1378.9151999999999</c:v>
                </c:pt>
                <c:pt idx="4419">
                  <c:v>1379.22</c:v>
                </c:pt>
                <c:pt idx="4420">
                  <c:v>1379.5247999999999</c:v>
                </c:pt>
                <c:pt idx="4421">
                  <c:v>1379.8296</c:v>
                </c:pt>
                <c:pt idx="4422">
                  <c:v>1380.1343999999999</c:v>
                </c:pt>
                <c:pt idx="4423">
                  <c:v>1380.4392</c:v>
                </c:pt>
                <c:pt idx="4424">
                  <c:v>1380.7439999999999</c:v>
                </c:pt>
                <c:pt idx="4425">
                  <c:v>1381.0488</c:v>
                </c:pt>
                <c:pt idx="4426">
                  <c:v>1381.3535999999999</c:v>
                </c:pt>
                <c:pt idx="4427">
                  <c:v>1381.6584</c:v>
                </c:pt>
                <c:pt idx="4428">
                  <c:v>1381.9631999999999</c:v>
                </c:pt>
                <c:pt idx="4429">
                  <c:v>1382.268</c:v>
                </c:pt>
                <c:pt idx="4430">
                  <c:v>1382.5727999999999</c:v>
                </c:pt>
                <c:pt idx="4431">
                  <c:v>1382.8776</c:v>
                </c:pt>
                <c:pt idx="4432">
                  <c:v>1383.1823999999999</c:v>
                </c:pt>
                <c:pt idx="4433">
                  <c:v>1383.4872</c:v>
                </c:pt>
                <c:pt idx="4434">
                  <c:v>1383.7919999999999</c:v>
                </c:pt>
                <c:pt idx="4435">
                  <c:v>1384.0968</c:v>
                </c:pt>
                <c:pt idx="4436">
                  <c:v>1384.4015999999999</c:v>
                </c:pt>
                <c:pt idx="4437">
                  <c:v>1384.7064</c:v>
                </c:pt>
                <c:pt idx="4438">
                  <c:v>1385.0111999999999</c:v>
                </c:pt>
                <c:pt idx="4439">
                  <c:v>1385.316</c:v>
                </c:pt>
                <c:pt idx="4440">
                  <c:v>1385.6207999999999</c:v>
                </c:pt>
                <c:pt idx="4441">
                  <c:v>1385.9256</c:v>
                </c:pt>
                <c:pt idx="4442">
                  <c:v>1386.2303999999999</c:v>
                </c:pt>
                <c:pt idx="4443">
                  <c:v>1386.5352</c:v>
                </c:pt>
                <c:pt idx="4444">
                  <c:v>1386.84</c:v>
                </c:pt>
                <c:pt idx="4445">
                  <c:v>1387.1448</c:v>
                </c:pt>
                <c:pt idx="4446">
                  <c:v>1387.4495999999999</c:v>
                </c:pt>
                <c:pt idx="4447">
                  <c:v>1387.7544</c:v>
                </c:pt>
                <c:pt idx="4448">
                  <c:v>1388.0591999999999</c:v>
                </c:pt>
                <c:pt idx="4449">
                  <c:v>1388.364</c:v>
                </c:pt>
                <c:pt idx="4450">
                  <c:v>1388.6687999999999</c:v>
                </c:pt>
                <c:pt idx="4451">
                  <c:v>1388.9736</c:v>
                </c:pt>
                <c:pt idx="4452">
                  <c:v>1389.2783999999999</c:v>
                </c:pt>
                <c:pt idx="4453">
                  <c:v>1389.5832</c:v>
                </c:pt>
                <c:pt idx="4454">
                  <c:v>1389.8879999999999</c:v>
                </c:pt>
                <c:pt idx="4455">
                  <c:v>1390.1928</c:v>
                </c:pt>
                <c:pt idx="4456">
                  <c:v>1390.4975999999999</c:v>
                </c:pt>
                <c:pt idx="4457">
                  <c:v>1390.8024</c:v>
                </c:pt>
                <c:pt idx="4458">
                  <c:v>1391.1071999999999</c:v>
                </c:pt>
                <c:pt idx="4459">
                  <c:v>1391.412</c:v>
                </c:pt>
                <c:pt idx="4460">
                  <c:v>1391.7167999999999</c:v>
                </c:pt>
                <c:pt idx="4461">
                  <c:v>1392.0216</c:v>
                </c:pt>
                <c:pt idx="4462">
                  <c:v>1392.3263999999999</c:v>
                </c:pt>
                <c:pt idx="4463">
                  <c:v>1392.6312</c:v>
                </c:pt>
                <c:pt idx="4464">
                  <c:v>1392.9359999999999</c:v>
                </c:pt>
                <c:pt idx="4465">
                  <c:v>1393.2408</c:v>
                </c:pt>
                <c:pt idx="4466">
                  <c:v>1393.5455999999999</c:v>
                </c:pt>
                <c:pt idx="4467">
                  <c:v>1393.8504</c:v>
                </c:pt>
                <c:pt idx="4468">
                  <c:v>1394.1551999999999</c:v>
                </c:pt>
                <c:pt idx="4469">
                  <c:v>1394.46</c:v>
                </c:pt>
                <c:pt idx="4470">
                  <c:v>1394.7647999999999</c:v>
                </c:pt>
                <c:pt idx="4471">
                  <c:v>1395.0696</c:v>
                </c:pt>
                <c:pt idx="4472">
                  <c:v>1395.3743999999999</c:v>
                </c:pt>
                <c:pt idx="4473">
                  <c:v>1395.6792</c:v>
                </c:pt>
                <c:pt idx="4474">
                  <c:v>1395.9839999999999</c:v>
                </c:pt>
                <c:pt idx="4475">
                  <c:v>1396.2888</c:v>
                </c:pt>
                <c:pt idx="4476">
                  <c:v>1396.5935999999999</c:v>
                </c:pt>
                <c:pt idx="4477">
                  <c:v>1396.8984</c:v>
                </c:pt>
                <c:pt idx="4478">
                  <c:v>1397.2031999999999</c:v>
                </c:pt>
                <c:pt idx="4479">
                  <c:v>1397.508</c:v>
                </c:pt>
                <c:pt idx="4480">
                  <c:v>1397.8127999999999</c:v>
                </c:pt>
                <c:pt idx="4481">
                  <c:v>1398.1176</c:v>
                </c:pt>
                <c:pt idx="4482">
                  <c:v>1398.4223999999999</c:v>
                </c:pt>
                <c:pt idx="4483">
                  <c:v>1398.7272</c:v>
                </c:pt>
                <c:pt idx="4484">
                  <c:v>1399.0319999999999</c:v>
                </c:pt>
                <c:pt idx="4485">
                  <c:v>1399.3368</c:v>
                </c:pt>
                <c:pt idx="4486">
                  <c:v>1399.6415999999999</c:v>
                </c:pt>
                <c:pt idx="4487">
                  <c:v>1399.9464</c:v>
                </c:pt>
                <c:pt idx="4488">
                  <c:v>1400.2511999999999</c:v>
                </c:pt>
                <c:pt idx="4489">
                  <c:v>1400.556</c:v>
                </c:pt>
                <c:pt idx="4490">
                  <c:v>1400.8607999999999</c:v>
                </c:pt>
                <c:pt idx="4491">
                  <c:v>1401.1656</c:v>
                </c:pt>
                <c:pt idx="4492">
                  <c:v>1401.4703999999999</c:v>
                </c:pt>
                <c:pt idx="4493">
                  <c:v>1401.7752</c:v>
                </c:pt>
                <c:pt idx="4494">
                  <c:v>1402.08</c:v>
                </c:pt>
                <c:pt idx="4495">
                  <c:v>1402.3848</c:v>
                </c:pt>
                <c:pt idx="4496">
                  <c:v>1402.6895999999999</c:v>
                </c:pt>
                <c:pt idx="4497">
                  <c:v>1402.9944</c:v>
                </c:pt>
                <c:pt idx="4498">
                  <c:v>1403.2991999999999</c:v>
                </c:pt>
                <c:pt idx="4499">
                  <c:v>1403.604</c:v>
                </c:pt>
                <c:pt idx="4500">
                  <c:v>1403.9087999999999</c:v>
                </c:pt>
                <c:pt idx="4501">
                  <c:v>1404.2136</c:v>
                </c:pt>
                <c:pt idx="4502">
                  <c:v>1404.5183999999999</c:v>
                </c:pt>
                <c:pt idx="4503">
                  <c:v>1404.8232</c:v>
                </c:pt>
                <c:pt idx="4504">
                  <c:v>1405.1279999999999</c:v>
                </c:pt>
                <c:pt idx="4505">
                  <c:v>1405.4328</c:v>
                </c:pt>
                <c:pt idx="4506">
                  <c:v>1405.7375999999999</c:v>
                </c:pt>
                <c:pt idx="4507">
                  <c:v>1406.0424</c:v>
                </c:pt>
                <c:pt idx="4508">
                  <c:v>1406.3471999999999</c:v>
                </c:pt>
                <c:pt idx="4509">
                  <c:v>1406.652</c:v>
                </c:pt>
                <c:pt idx="4510">
                  <c:v>1406.9567999999999</c:v>
                </c:pt>
                <c:pt idx="4511">
                  <c:v>1407.2616</c:v>
                </c:pt>
                <c:pt idx="4512">
                  <c:v>1407.5663999999999</c:v>
                </c:pt>
                <c:pt idx="4513">
                  <c:v>1407.8712</c:v>
                </c:pt>
                <c:pt idx="4514">
                  <c:v>1408.1759999999999</c:v>
                </c:pt>
                <c:pt idx="4515">
                  <c:v>1408.4808</c:v>
                </c:pt>
                <c:pt idx="4516">
                  <c:v>1408.7855999999999</c:v>
                </c:pt>
                <c:pt idx="4517">
                  <c:v>1409.0904</c:v>
                </c:pt>
                <c:pt idx="4518">
                  <c:v>1409.3951999999999</c:v>
                </c:pt>
                <c:pt idx="4519">
                  <c:v>1409.7</c:v>
                </c:pt>
                <c:pt idx="4520">
                  <c:v>1410.0047999999999</c:v>
                </c:pt>
                <c:pt idx="4521">
                  <c:v>1410.3096</c:v>
                </c:pt>
                <c:pt idx="4522">
                  <c:v>1410.6143999999999</c:v>
                </c:pt>
                <c:pt idx="4523">
                  <c:v>1410.9192</c:v>
                </c:pt>
                <c:pt idx="4524">
                  <c:v>1411.2239999999999</c:v>
                </c:pt>
                <c:pt idx="4525">
                  <c:v>1411.5288</c:v>
                </c:pt>
                <c:pt idx="4526">
                  <c:v>1411.8335999999999</c:v>
                </c:pt>
                <c:pt idx="4527">
                  <c:v>1412.1384</c:v>
                </c:pt>
                <c:pt idx="4528">
                  <c:v>1412.4431999999999</c:v>
                </c:pt>
                <c:pt idx="4529">
                  <c:v>1412.748</c:v>
                </c:pt>
                <c:pt idx="4530">
                  <c:v>1413.0527999999999</c:v>
                </c:pt>
                <c:pt idx="4531">
                  <c:v>1413.3576</c:v>
                </c:pt>
                <c:pt idx="4532">
                  <c:v>1413.6623999999999</c:v>
                </c:pt>
                <c:pt idx="4533">
                  <c:v>1413.9672</c:v>
                </c:pt>
                <c:pt idx="4534">
                  <c:v>1414.2719999999999</c:v>
                </c:pt>
                <c:pt idx="4535">
                  <c:v>1414.5768</c:v>
                </c:pt>
                <c:pt idx="4536">
                  <c:v>1414.8815999999999</c:v>
                </c:pt>
                <c:pt idx="4537">
                  <c:v>1415.1864</c:v>
                </c:pt>
                <c:pt idx="4538">
                  <c:v>1415.4911999999999</c:v>
                </c:pt>
                <c:pt idx="4539">
                  <c:v>1415.796</c:v>
                </c:pt>
                <c:pt idx="4540">
                  <c:v>1416.1007999999999</c:v>
                </c:pt>
                <c:pt idx="4541">
                  <c:v>1416.4056</c:v>
                </c:pt>
                <c:pt idx="4542">
                  <c:v>1416.7103999999999</c:v>
                </c:pt>
                <c:pt idx="4543">
                  <c:v>1417.0152</c:v>
                </c:pt>
                <c:pt idx="4544">
                  <c:v>1417.32</c:v>
                </c:pt>
                <c:pt idx="4545">
                  <c:v>1417.6248000000001</c:v>
                </c:pt>
                <c:pt idx="4546">
                  <c:v>1417.9295999999999</c:v>
                </c:pt>
                <c:pt idx="4547">
                  <c:v>1418.2344000000001</c:v>
                </c:pt>
                <c:pt idx="4548">
                  <c:v>1418.5391999999999</c:v>
                </c:pt>
                <c:pt idx="4549">
                  <c:v>1418.8440000000001</c:v>
                </c:pt>
                <c:pt idx="4550">
                  <c:v>1419.1487999999999</c:v>
                </c:pt>
                <c:pt idx="4551">
                  <c:v>1419.4536000000001</c:v>
                </c:pt>
                <c:pt idx="4552">
                  <c:v>1419.7583999999999</c:v>
                </c:pt>
                <c:pt idx="4553">
                  <c:v>1420.0632000000001</c:v>
                </c:pt>
                <c:pt idx="4554">
                  <c:v>1420.3679999999999</c:v>
                </c:pt>
                <c:pt idx="4555">
                  <c:v>1420.6728000000001</c:v>
                </c:pt>
                <c:pt idx="4556">
                  <c:v>1420.9775999999999</c:v>
                </c:pt>
                <c:pt idx="4557">
                  <c:v>1421.2824000000001</c:v>
                </c:pt>
                <c:pt idx="4558">
                  <c:v>1421.5871999999999</c:v>
                </c:pt>
                <c:pt idx="4559">
                  <c:v>1421.8920000000001</c:v>
                </c:pt>
                <c:pt idx="4560">
                  <c:v>1422.1967999999999</c:v>
                </c:pt>
                <c:pt idx="4561">
                  <c:v>1422.5016000000001</c:v>
                </c:pt>
                <c:pt idx="4562">
                  <c:v>1422.8063999999999</c:v>
                </c:pt>
                <c:pt idx="4563">
                  <c:v>1423.1112000000001</c:v>
                </c:pt>
                <c:pt idx="4564">
                  <c:v>1423.4159999999999</c:v>
                </c:pt>
                <c:pt idx="4565">
                  <c:v>1423.7208000000001</c:v>
                </c:pt>
                <c:pt idx="4566">
                  <c:v>1424.0255999999999</c:v>
                </c:pt>
                <c:pt idx="4567">
                  <c:v>1424.3304000000001</c:v>
                </c:pt>
                <c:pt idx="4568">
                  <c:v>1424.6351999999999</c:v>
                </c:pt>
                <c:pt idx="4569">
                  <c:v>1424.94</c:v>
                </c:pt>
                <c:pt idx="4570">
                  <c:v>1425.2447999999999</c:v>
                </c:pt>
                <c:pt idx="4571">
                  <c:v>1425.5496000000001</c:v>
                </c:pt>
                <c:pt idx="4572">
                  <c:v>1425.8543999999999</c:v>
                </c:pt>
                <c:pt idx="4573">
                  <c:v>1426.1592000000001</c:v>
                </c:pt>
                <c:pt idx="4574">
                  <c:v>1426.4639999999999</c:v>
                </c:pt>
                <c:pt idx="4575">
                  <c:v>1426.7688000000001</c:v>
                </c:pt>
                <c:pt idx="4576">
                  <c:v>1427.0735999999999</c:v>
                </c:pt>
                <c:pt idx="4577">
                  <c:v>1427.3784000000001</c:v>
                </c:pt>
                <c:pt idx="4578">
                  <c:v>1427.6831999999999</c:v>
                </c:pt>
                <c:pt idx="4579">
                  <c:v>1427.9880000000001</c:v>
                </c:pt>
                <c:pt idx="4580">
                  <c:v>1428.2927999999999</c:v>
                </c:pt>
                <c:pt idx="4581">
                  <c:v>1428.5976000000001</c:v>
                </c:pt>
                <c:pt idx="4582">
                  <c:v>1428.9023999999999</c:v>
                </c:pt>
                <c:pt idx="4583">
                  <c:v>1429.2072000000001</c:v>
                </c:pt>
                <c:pt idx="4584">
                  <c:v>1429.5119999999999</c:v>
                </c:pt>
                <c:pt idx="4585">
                  <c:v>1429.8168000000001</c:v>
                </c:pt>
                <c:pt idx="4586">
                  <c:v>1430.1215999999999</c:v>
                </c:pt>
                <c:pt idx="4587">
                  <c:v>1430.4264000000001</c:v>
                </c:pt>
                <c:pt idx="4588">
                  <c:v>1430.7311999999999</c:v>
                </c:pt>
                <c:pt idx="4589">
                  <c:v>1431.0360000000001</c:v>
                </c:pt>
                <c:pt idx="4590">
                  <c:v>1431.3407999999999</c:v>
                </c:pt>
                <c:pt idx="4591">
                  <c:v>1431.6456000000001</c:v>
                </c:pt>
                <c:pt idx="4592">
                  <c:v>1431.9503999999999</c:v>
                </c:pt>
                <c:pt idx="4593">
                  <c:v>1432.2552000000001</c:v>
                </c:pt>
                <c:pt idx="4594">
                  <c:v>1432.56</c:v>
                </c:pt>
                <c:pt idx="4595">
                  <c:v>1432.8648000000001</c:v>
                </c:pt>
                <c:pt idx="4596">
                  <c:v>1433.1695999999999</c:v>
                </c:pt>
                <c:pt idx="4597">
                  <c:v>1433.4744000000001</c:v>
                </c:pt>
                <c:pt idx="4598">
                  <c:v>1433.7791999999999</c:v>
                </c:pt>
                <c:pt idx="4599">
                  <c:v>1434.0840000000001</c:v>
                </c:pt>
                <c:pt idx="4600">
                  <c:v>1434.3887999999999</c:v>
                </c:pt>
                <c:pt idx="4601">
                  <c:v>1434.6936000000001</c:v>
                </c:pt>
                <c:pt idx="4602">
                  <c:v>1434.9983999999999</c:v>
                </c:pt>
                <c:pt idx="4603">
                  <c:v>1435.3032000000001</c:v>
                </c:pt>
                <c:pt idx="4604">
                  <c:v>1435.6079999999999</c:v>
                </c:pt>
                <c:pt idx="4605">
                  <c:v>1435.9128000000001</c:v>
                </c:pt>
                <c:pt idx="4606">
                  <c:v>1436.2175999999999</c:v>
                </c:pt>
                <c:pt idx="4607">
                  <c:v>1436.5224000000001</c:v>
                </c:pt>
                <c:pt idx="4608">
                  <c:v>1436.8271999999999</c:v>
                </c:pt>
                <c:pt idx="4609">
                  <c:v>1437.1320000000001</c:v>
                </c:pt>
                <c:pt idx="4610">
                  <c:v>1437.4367999999999</c:v>
                </c:pt>
                <c:pt idx="4611">
                  <c:v>1437.7416000000001</c:v>
                </c:pt>
                <c:pt idx="4612">
                  <c:v>1438.0463999999999</c:v>
                </c:pt>
                <c:pt idx="4613">
                  <c:v>1438.3512000000001</c:v>
                </c:pt>
                <c:pt idx="4614">
                  <c:v>1438.6559999999999</c:v>
                </c:pt>
                <c:pt idx="4615">
                  <c:v>1438.9608000000001</c:v>
                </c:pt>
                <c:pt idx="4616">
                  <c:v>1439.2655999999999</c:v>
                </c:pt>
                <c:pt idx="4617">
                  <c:v>1439.5704000000001</c:v>
                </c:pt>
                <c:pt idx="4618">
                  <c:v>1439.8751999999999</c:v>
                </c:pt>
                <c:pt idx="4619">
                  <c:v>1440.18</c:v>
                </c:pt>
                <c:pt idx="4620">
                  <c:v>1440.4848</c:v>
                </c:pt>
                <c:pt idx="4621">
                  <c:v>1440.7896000000001</c:v>
                </c:pt>
                <c:pt idx="4622">
                  <c:v>1441.0944</c:v>
                </c:pt>
                <c:pt idx="4623">
                  <c:v>1441.3992000000001</c:v>
                </c:pt>
                <c:pt idx="4624">
                  <c:v>1441.704</c:v>
                </c:pt>
                <c:pt idx="4625">
                  <c:v>1442.0088000000001</c:v>
                </c:pt>
                <c:pt idx="4626">
                  <c:v>1442.3136</c:v>
                </c:pt>
                <c:pt idx="4627">
                  <c:v>1442.6184000000001</c:v>
                </c:pt>
                <c:pt idx="4628">
                  <c:v>1442.9232</c:v>
                </c:pt>
                <c:pt idx="4629">
                  <c:v>1443.2280000000001</c:v>
                </c:pt>
                <c:pt idx="4630">
                  <c:v>1443.5328</c:v>
                </c:pt>
                <c:pt idx="4631">
                  <c:v>1443.8376000000001</c:v>
                </c:pt>
                <c:pt idx="4632">
                  <c:v>1444.1424</c:v>
                </c:pt>
                <c:pt idx="4633">
                  <c:v>1444.4472000000001</c:v>
                </c:pt>
                <c:pt idx="4634">
                  <c:v>1444.752</c:v>
                </c:pt>
                <c:pt idx="4635">
                  <c:v>1445.0568000000001</c:v>
                </c:pt>
                <c:pt idx="4636">
                  <c:v>1445.3616</c:v>
                </c:pt>
                <c:pt idx="4637">
                  <c:v>1445.6664000000001</c:v>
                </c:pt>
                <c:pt idx="4638">
                  <c:v>1445.9712</c:v>
                </c:pt>
                <c:pt idx="4639">
                  <c:v>1446.2760000000001</c:v>
                </c:pt>
                <c:pt idx="4640">
                  <c:v>1446.5808</c:v>
                </c:pt>
                <c:pt idx="4641">
                  <c:v>1446.8856000000001</c:v>
                </c:pt>
                <c:pt idx="4642">
                  <c:v>1447.1904</c:v>
                </c:pt>
                <c:pt idx="4643">
                  <c:v>1447.4952000000001</c:v>
                </c:pt>
                <c:pt idx="4644">
                  <c:v>1447.8</c:v>
                </c:pt>
                <c:pt idx="4645">
                  <c:v>1448.1048000000001</c:v>
                </c:pt>
                <c:pt idx="4646">
                  <c:v>1448.4096</c:v>
                </c:pt>
                <c:pt idx="4647">
                  <c:v>1448.7144000000001</c:v>
                </c:pt>
                <c:pt idx="4648">
                  <c:v>1449.0192</c:v>
                </c:pt>
                <c:pt idx="4649">
                  <c:v>1449.3240000000001</c:v>
                </c:pt>
                <c:pt idx="4650">
                  <c:v>1449.6288</c:v>
                </c:pt>
                <c:pt idx="4651">
                  <c:v>1449.9336000000001</c:v>
                </c:pt>
                <c:pt idx="4652">
                  <c:v>1450.2384</c:v>
                </c:pt>
                <c:pt idx="4653">
                  <c:v>1450.5432000000001</c:v>
                </c:pt>
                <c:pt idx="4654">
                  <c:v>1450.848</c:v>
                </c:pt>
                <c:pt idx="4655">
                  <c:v>1451.1528000000001</c:v>
                </c:pt>
                <c:pt idx="4656">
                  <c:v>1451.4576</c:v>
                </c:pt>
                <c:pt idx="4657">
                  <c:v>1451.7624000000001</c:v>
                </c:pt>
                <c:pt idx="4658">
                  <c:v>1452.0672</c:v>
                </c:pt>
                <c:pt idx="4659">
                  <c:v>1452.3720000000001</c:v>
                </c:pt>
                <c:pt idx="4660">
                  <c:v>1452.6768</c:v>
                </c:pt>
                <c:pt idx="4661">
                  <c:v>1452.9816000000001</c:v>
                </c:pt>
                <c:pt idx="4662">
                  <c:v>1453.2864</c:v>
                </c:pt>
                <c:pt idx="4663">
                  <c:v>1453.5912000000001</c:v>
                </c:pt>
                <c:pt idx="4664">
                  <c:v>1453.896</c:v>
                </c:pt>
                <c:pt idx="4665">
                  <c:v>1454.2008000000001</c:v>
                </c:pt>
                <c:pt idx="4666">
                  <c:v>1454.5056</c:v>
                </c:pt>
                <c:pt idx="4667">
                  <c:v>1454.8104000000001</c:v>
                </c:pt>
                <c:pt idx="4668">
                  <c:v>1455.1152</c:v>
                </c:pt>
                <c:pt idx="4669">
                  <c:v>1455.42</c:v>
                </c:pt>
                <c:pt idx="4670">
                  <c:v>1455.7248</c:v>
                </c:pt>
                <c:pt idx="4671">
                  <c:v>1456.0296000000001</c:v>
                </c:pt>
                <c:pt idx="4672">
                  <c:v>1456.3344</c:v>
                </c:pt>
                <c:pt idx="4673">
                  <c:v>1456.6392000000001</c:v>
                </c:pt>
                <c:pt idx="4674">
                  <c:v>1456.944</c:v>
                </c:pt>
                <c:pt idx="4675">
                  <c:v>1457.2488000000001</c:v>
                </c:pt>
                <c:pt idx="4676">
                  <c:v>1457.5536</c:v>
                </c:pt>
                <c:pt idx="4677">
                  <c:v>1457.8584000000001</c:v>
                </c:pt>
                <c:pt idx="4678">
                  <c:v>1458.1632</c:v>
                </c:pt>
                <c:pt idx="4679">
                  <c:v>1458.4680000000001</c:v>
                </c:pt>
                <c:pt idx="4680">
                  <c:v>1458.7728</c:v>
                </c:pt>
                <c:pt idx="4681">
                  <c:v>1459.0776000000001</c:v>
                </c:pt>
                <c:pt idx="4682">
                  <c:v>1459.3824</c:v>
                </c:pt>
                <c:pt idx="4683">
                  <c:v>1459.6872000000001</c:v>
                </c:pt>
                <c:pt idx="4684">
                  <c:v>1459.992</c:v>
                </c:pt>
                <c:pt idx="4685">
                  <c:v>1460.2968000000001</c:v>
                </c:pt>
                <c:pt idx="4686">
                  <c:v>1460.6016</c:v>
                </c:pt>
                <c:pt idx="4687">
                  <c:v>1460.9064000000001</c:v>
                </c:pt>
                <c:pt idx="4688">
                  <c:v>1461.2112</c:v>
                </c:pt>
                <c:pt idx="4689">
                  <c:v>1461.5160000000001</c:v>
                </c:pt>
                <c:pt idx="4690">
                  <c:v>1461.8208</c:v>
                </c:pt>
                <c:pt idx="4691">
                  <c:v>1462.1256000000001</c:v>
                </c:pt>
                <c:pt idx="4692">
                  <c:v>1462.4304</c:v>
                </c:pt>
                <c:pt idx="4693">
                  <c:v>1462.7352000000001</c:v>
                </c:pt>
                <c:pt idx="4694">
                  <c:v>1463.04</c:v>
                </c:pt>
                <c:pt idx="4695">
                  <c:v>1463.3448000000001</c:v>
                </c:pt>
                <c:pt idx="4696">
                  <c:v>1463.6496</c:v>
                </c:pt>
                <c:pt idx="4697">
                  <c:v>1463.9544000000001</c:v>
                </c:pt>
                <c:pt idx="4698">
                  <c:v>1464.2592</c:v>
                </c:pt>
                <c:pt idx="4699">
                  <c:v>1464.5640000000001</c:v>
                </c:pt>
                <c:pt idx="4700">
                  <c:v>1464.8688</c:v>
                </c:pt>
                <c:pt idx="4701">
                  <c:v>1465.1736000000001</c:v>
                </c:pt>
                <c:pt idx="4702">
                  <c:v>1465.4784</c:v>
                </c:pt>
                <c:pt idx="4703">
                  <c:v>1465.7832000000001</c:v>
                </c:pt>
                <c:pt idx="4704">
                  <c:v>1466.088</c:v>
                </c:pt>
                <c:pt idx="4705">
                  <c:v>1466.3928000000001</c:v>
                </c:pt>
                <c:pt idx="4706">
                  <c:v>1466.6976</c:v>
                </c:pt>
                <c:pt idx="4707">
                  <c:v>1467.0024000000001</c:v>
                </c:pt>
                <c:pt idx="4708">
                  <c:v>1467.3072</c:v>
                </c:pt>
                <c:pt idx="4709">
                  <c:v>1467.6120000000001</c:v>
                </c:pt>
                <c:pt idx="4710">
                  <c:v>1467.9168</c:v>
                </c:pt>
                <c:pt idx="4711">
                  <c:v>1468.2216000000001</c:v>
                </c:pt>
                <c:pt idx="4712">
                  <c:v>1468.5264</c:v>
                </c:pt>
                <c:pt idx="4713">
                  <c:v>1468.8312000000001</c:v>
                </c:pt>
                <c:pt idx="4714">
                  <c:v>1469.136</c:v>
                </c:pt>
                <c:pt idx="4715">
                  <c:v>1469.4408000000001</c:v>
                </c:pt>
                <c:pt idx="4716">
                  <c:v>1469.7456</c:v>
                </c:pt>
                <c:pt idx="4717">
                  <c:v>1470.0504000000001</c:v>
                </c:pt>
                <c:pt idx="4718">
                  <c:v>1470.3552</c:v>
                </c:pt>
                <c:pt idx="4719">
                  <c:v>1470.66</c:v>
                </c:pt>
                <c:pt idx="4720">
                  <c:v>1470.9648</c:v>
                </c:pt>
                <c:pt idx="4721">
                  <c:v>1471.2696000000001</c:v>
                </c:pt>
                <c:pt idx="4722">
                  <c:v>1471.5744</c:v>
                </c:pt>
                <c:pt idx="4723">
                  <c:v>1471.8792000000001</c:v>
                </c:pt>
                <c:pt idx="4724">
                  <c:v>1472.184</c:v>
                </c:pt>
                <c:pt idx="4725">
                  <c:v>1472.4888000000001</c:v>
                </c:pt>
                <c:pt idx="4726">
                  <c:v>1472.7936</c:v>
                </c:pt>
                <c:pt idx="4727">
                  <c:v>1473.0984000000001</c:v>
                </c:pt>
                <c:pt idx="4728">
                  <c:v>1473.4032</c:v>
                </c:pt>
                <c:pt idx="4729">
                  <c:v>1473.7080000000001</c:v>
                </c:pt>
                <c:pt idx="4730">
                  <c:v>1474.0128</c:v>
                </c:pt>
                <c:pt idx="4731">
                  <c:v>1474.3176000000001</c:v>
                </c:pt>
                <c:pt idx="4732">
                  <c:v>1474.6224</c:v>
                </c:pt>
                <c:pt idx="4733">
                  <c:v>1474.9272000000001</c:v>
                </c:pt>
                <c:pt idx="4734">
                  <c:v>1475.232</c:v>
                </c:pt>
                <c:pt idx="4735">
                  <c:v>1475.5368000000001</c:v>
                </c:pt>
                <c:pt idx="4736">
                  <c:v>1475.8416</c:v>
                </c:pt>
                <c:pt idx="4737">
                  <c:v>1476.1464000000001</c:v>
                </c:pt>
                <c:pt idx="4738">
                  <c:v>1476.4512</c:v>
                </c:pt>
                <c:pt idx="4739">
                  <c:v>1476.7560000000001</c:v>
                </c:pt>
                <c:pt idx="4740">
                  <c:v>1477.0608</c:v>
                </c:pt>
                <c:pt idx="4741">
                  <c:v>1477.3656000000001</c:v>
                </c:pt>
                <c:pt idx="4742">
                  <c:v>1477.6704</c:v>
                </c:pt>
                <c:pt idx="4743">
                  <c:v>1477.9752000000001</c:v>
                </c:pt>
                <c:pt idx="4744">
                  <c:v>1478.28</c:v>
                </c:pt>
                <c:pt idx="4745">
                  <c:v>1478.5848000000001</c:v>
                </c:pt>
                <c:pt idx="4746">
                  <c:v>1478.8896</c:v>
                </c:pt>
                <c:pt idx="4747">
                  <c:v>1479.1944000000001</c:v>
                </c:pt>
                <c:pt idx="4748">
                  <c:v>1479.4992</c:v>
                </c:pt>
                <c:pt idx="4749">
                  <c:v>1479.8040000000001</c:v>
                </c:pt>
                <c:pt idx="4750">
                  <c:v>1480.1088</c:v>
                </c:pt>
                <c:pt idx="4751">
                  <c:v>1480.4136000000001</c:v>
                </c:pt>
                <c:pt idx="4752">
                  <c:v>1480.7184</c:v>
                </c:pt>
                <c:pt idx="4753">
                  <c:v>1481.0232000000001</c:v>
                </c:pt>
                <c:pt idx="4754">
                  <c:v>1481.328</c:v>
                </c:pt>
                <c:pt idx="4755">
                  <c:v>1481.6328000000001</c:v>
                </c:pt>
                <c:pt idx="4756">
                  <c:v>1481.9376</c:v>
                </c:pt>
                <c:pt idx="4757">
                  <c:v>1482.2424000000001</c:v>
                </c:pt>
                <c:pt idx="4758">
                  <c:v>1482.5472</c:v>
                </c:pt>
                <c:pt idx="4759">
                  <c:v>1482.8520000000001</c:v>
                </c:pt>
                <c:pt idx="4760">
                  <c:v>1483.1568</c:v>
                </c:pt>
                <c:pt idx="4761">
                  <c:v>1483.4616000000001</c:v>
                </c:pt>
                <c:pt idx="4762">
                  <c:v>1483.7664</c:v>
                </c:pt>
                <c:pt idx="4763">
                  <c:v>1484.0712000000001</c:v>
                </c:pt>
                <c:pt idx="4764">
                  <c:v>1484.376</c:v>
                </c:pt>
                <c:pt idx="4765">
                  <c:v>1484.6808000000001</c:v>
                </c:pt>
                <c:pt idx="4766">
                  <c:v>1484.9856</c:v>
                </c:pt>
                <c:pt idx="4767">
                  <c:v>1485.2904000000001</c:v>
                </c:pt>
                <c:pt idx="4768">
                  <c:v>1485.5952</c:v>
                </c:pt>
                <c:pt idx="4769">
                  <c:v>1485.9</c:v>
                </c:pt>
                <c:pt idx="4770">
                  <c:v>1486.2048</c:v>
                </c:pt>
                <c:pt idx="4771">
                  <c:v>1486.5096000000001</c:v>
                </c:pt>
                <c:pt idx="4772">
                  <c:v>1486.8144</c:v>
                </c:pt>
                <c:pt idx="4773">
                  <c:v>1487.1192000000001</c:v>
                </c:pt>
                <c:pt idx="4774">
                  <c:v>1487.424</c:v>
                </c:pt>
                <c:pt idx="4775">
                  <c:v>1487.7288000000001</c:v>
                </c:pt>
                <c:pt idx="4776">
                  <c:v>1488.0336</c:v>
                </c:pt>
                <c:pt idx="4777">
                  <c:v>1488.3384000000001</c:v>
                </c:pt>
                <c:pt idx="4778">
                  <c:v>1488.6432</c:v>
                </c:pt>
                <c:pt idx="4779">
                  <c:v>1488.9480000000001</c:v>
                </c:pt>
                <c:pt idx="4780">
                  <c:v>1489.2528</c:v>
                </c:pt>
                <c:pt idx="4781">
                  <c:v>1489.5576000000001</c:v>
                </c:pt>
                <c:pt idx="4782">
                  <c:v>1489.8624</c:v>
                </c:pt>
                <c:pt idx="4783">
                  <c:v>1490.1672000000001</c:v>
                </c:pt>
                <c:pt idx="4784">
                  <c:v>1490.472</c:v>
                </c:pt>
                <c:pt idx="4785">
                  <c:v>1490.7768000000001</c:v>
                </c:pt>
                <c:pt idx="4786">
                  <c:v>1491.0816</c:v>
                </c:pt>
                <c:pt idx="4787">
                  <c:v>1491.3864000000001</c:v>
                </c:pt>
                <c:pt idx="4788">
                  <c:v>1491.6912</c:v>
                </c:pt>
                <c:pt idx="4789">
                  <c:v>1491.9960000000001</c:v>
                </c:pt>
                <c:pt idx="4790">
                  <c:v>1492.3008</c:v>
                </c:pt>
                <c:pt idx="4791">
                  <c:v>1492.6056000000001</c:v>
                </c:pt>
                <c:pt idx="4792">
                  <c:v>1492.9104</c:v>
                </c:pt>
                <c:pt idx="4793">
                  <c:v>1493.2152000000001</c:v>
                </c:pt>
                <c:pt idx="4794">
                  <c:v>1493.52</c:v>
                </c:pt>
                <c:pt idx="4795">
                  <c:v>1493.8248000000001</c:v>
                </c:pt>
                <c:pt idx="4796">
                  <c:v>1494.1296</c:v>
                </c:pt>
                <c:pt idx="4797">
                  <c:v>1494.4344000000001</c:v>
                </c:pt>
                <c:pt idx="4798">
                  <c:v>1494.7392</c:v>
                </c:pt>
                <c:pt idx="4799">
                  <c:v>1495.0440000000001</c:v>
                </c:pt>
                <c:pt idx="4800">
                  <c:v>1495.3488</c:v>
                </c:pt>
                <c:pt idx="4801">
                  <c:v>1495.6536000000001</c:v>
                </c:pt>
                <c:pt idx="4802">
                  <c:v>1495.9584</c:v>
                </c:pt>
                <c:pt idx="4803">
                  <c:v>1496.2632000000001</c:v>
                </c:pt>
                <c:pt idx="4804">
                  <c:v>1496.568</c:v>
                </c:pt>
                <c:pt idx="4805">
                  <c:v>1496.8728000000001</c:v>
                </c:pt>
                <c:pt idx="4806">
                  <c:v>1497.1776</c:v>
                </c:pt>
                <c:pt idx="4807">
                  <c:v>1497.4824000000001</c:v>
                </c:pt>
                <c:pt idx="4808">
                  <c:v>1497.7872</c:v>
                </c:pt>
                <c:pt idx="4809">
                  <c:v>1498.0920000000001</c:v>
                </c:pt>
                <c:pt idx="4810">
                  <c:v>1498.3968</c:v>
                </c:pt>
                <c:pt idx="4811">
                  <c:v>1498.7016000000001</c:v>
                </c:pt>
                <c:pt idx="4812">
                  <c:v>1499.0064</c:v>
                </c:pt>
                <c:pt idx="4813">
                  <c:v>1499.3112000000001</c:v>
                </c:pt>
                <c:pt idx="4814">
                  <c:v>1499.616</c:v>
                </c:pt>
                <c:pt idx="4815">
                  <c:v>1499.9208000000001</c:v>
                </c:pt>
                <c:pt idx="4816">
                  <c:v>1500.2256</c:v>
                </c:pt>
                <c:pt idx="4817">
                  <c:v>1500.5304000000001</c:v>
                </c:pt>
                <c:pt idx="4818">
                  <c:v>1500.8352</c:v>
                </c:pt>
                <c:pt idx="4819">
                  <c:v>1501.14</c:v>
                </c:pt>
                <c:pt idx="4820">
                  <c:v>1501.4448</c:v>
                </c:pt>
                <c:pt idx="4821">
                  <c:v>1501.7496000000001</c:v>
                </c:pt>
                <c:pt idx="4822">
                  <c:v>1502.0544</c:v>
                </c:pt>
                <c:pt idx="4823">
                  <c:v>1502.3592000000001</c:v>
                </c:pt>
                <c:pt idx="4824">
                  <c:v>1502.664</c:v>
                </c:pt>
                <c:pt idx="4825">
                  <c:v>1502.9688000000001</c:v>
                </c:pt>
                <c:pt idx="4826">
                  <c:v>1503.2736</c:v>
                </c:pt>
                <c:pt idx="4827">
                  <c:v>1503.5784000000001</c:v>
                </c:pt>
                <c:pt idx="4828">
                  <c:v>1503.8832</c:v>
                </c:pt>
                <c:pt idx="4829">
                  <c:v>1504.1880000000001</c:v>
                </c:pt>
                <c:pt idx="4830">
                  <c:v>1504.4928</c:v>
                </c:pt>
                <c:pt idx="4831">
                  <c:v>1504.7976000000001</c:v>
                </c:pt>
                <c:pt idx="4832">
                  <c:v>1505.1024</c:v>
                </c:pt>
                <c:pt idx="4833">
                  <c:v>1505.4072000000001</c:v>
                </c:pt>
                <c:pt idx="4834">
                  <c:v>1505.712</c:v>
                </c:pt>
                <c:pt idx="4835">
                  <c:v>1506.0168000000001</c:v>
                </c:pt>
                <c:pt idx="4836">
                  <c:v>1506.3216</c:v>
                </c:pt>
                <c:pt idx="4837">
                  <c:v>1506.6264000000001</c:v>
                </c:pt>
                <c:pt idx="4838">
                  <c:v>1506.9312</c:v>
                </c:pt>
                <c:pt idx="4839">
                  <c:v>1507.2360000000001</c:v>
                </c:pt>
                <c:pt idx="4840">
                  <c:v>1507.5408</c:v>
                </c:pt>
                <c:pt idx="4841">
                  <c:v>1507.8456000000001</c:v>
                </c:pt>
                <c:pt idx="4842">
                  <c:v>1508.1504</c:v>
                </c:pt>
                <c:pt idx="4843">
                  <c:v>1508.4552000000001</c:v>
                </c:pt>
                <c:pt idx="4844">
                  <c:v>1508.76</c:v>
                </c:pt>
                <c:pt idx="4845">
                  <c:v>1509.0648000000001</c:v>
                </c:pt>
                <c:pt idx="4846">
                  <c:v>1509.3696</c:v>
                </c:pt>
                <c:pt idx="4847">
                  <c:v>1509.6744000000001</c:v>
                </c:pt>
                <c:pt idx="4848">
                  <c:v>1509.9792</c:v>
                </c:pt>
                <c:pt idx="4849">
                  <c:v>1510.2840000000001</c:v>
                </c:pt>
                <c:pt idx="4850">
                  <c:v>1510.5888</c:v>
                </c:pt>
                <c:pt idx="4851">
                  <c:v>1510.8936000000001</c:v>
                </c:pt>
                <c:pt idx="4852">
                  <c:v>1511.1984</c:v>
                </c:pt>
                <c:pt idx="4853">
                  <c:v>1511.5032000000001</c:v>
                </c:pt>
                <c:pt idx="4854">
                  <c:v>1511.808</c:v>
                </c:pt>
                <c:pt idx="4855">
                  <c:v>1512.1128000000001</c:v>
                </c:pt>
                <c:pt idx="4856">
                  <c:v>1512.4176</c:v>
                </c:pt>
                <c:pt idx="4857">
                  <c:v>1512.7224000000001</c:v>
                </c:pt>
                <c:pt idx="4858">
                  <c:v>1513.0272</c:v>
                </c:pt>
                <c:pt idx="4859">
                  <c:v>1513.3320000000001</c:v>
                </c:pt>
                <c:pt idx="4860">
                  <c:v>1513.6368</c:v>
                </c:pt>
                <c:pt idx="4861">
                  <c:v>1513.9416000000001</c:v>
                </c:pt>
                <c:pt idx="4862">
                  <c:v>1514.2464</c:v>
                </c:pt>
                <c:pt idx="4863">
                  <c:v>1514.5512000000001</c:v>
                </c:pt>
                <c:pt idx="4864">
                  <c:v>1514.856</c:v>
                </c:pt>
                <c:pt idx="4865">
                  <c:v>1515.1608000000001</c:v>
                </c:pt>
                <c:pt idx="4866">
                  <c:v>1515.4656</c:v>
                </c:pt>
                <c:pt idx="4867">
                  <c:v>1515.7704000000001</c:v>
                </c:pt>
                <c:pt idx="4868">
                  <c:v>1516.0752</c:v>
                </c:pt>
                <c:pt idx="4869">
                  <c:v>1516.38</c:v>
                </c:pt>
                <c:pt idx="4870">
                  <c:v>1516.6848</c:v>
                </c:pt>
                <c:pt idx="4871">
                  <c:v>1516.9896000000001</c:v>
                </c:pt>
                <c:pt idx="4872">
                  <c:v>1517.2944</c:v>
                </c:pt>
                <c:pt idx="4873">
                  <c:v>1517.5992000000001</c:v>
                </c:pt>
                <c:pt idx="4874">
                  <c:v>1517.904</c:v>
                </c:pt>
                <c:pt idx="4875">
                  <c:v>1518.2088000000001</c:v>
                </c:pt>
                <c:pt idx="4876">
                  <c:v>1518.5136</c:v>
                </c:pt>
                <c:pt idx="4877">
                  <c:v>1518.8184000000001</c:v>
                </c:pt>
                <c:pt idx="4878">
                  <c:v>1519.1232</c:v>
                </c:pt>
                <c:pt idx="4879">
                  <c:v>1519.4280000000001</c:v>
                </c:pt>
                <c:pt idx="4880">
                  <c:v>1519.7328</c:v>
                </c:pt>
                <c:pt idx="4881">
                  <c:v>1520.0376000000001</c:v>
                </c:pt>
                <c:pt idx="4882">
                  <c:v>1520.3424</c:v>
                </c:pt>
                <c:pt idx="4883">
                  <c:v>1520.6472000000001</c:v>
                </c:pt>
                <c:pt idx="4884">
                  <c:v>1520.952</c:v>
                </c:pt>
                <c:pt idx="4885">
                  <c:v>1521.2568000000001</c:v>
                </c:pt>
                <c:pt idx="4886">
                  <c:v>1521.5616</c:v>
                </c:pt>
                <c:pt idx="4887">
                  <c:v>1521.8664000000001</c:v>
                </c:pt>
                <c:pt idx="4888">
                  <c:v>1522.1712</c:v>
                </c:pt>
                <c:pt idx="4889">
                  <c:v>1522.4760000000001</c:v>
                </c:pt>
                <c:pt idx="4890">
                  <c:v>1522.7808</c:v>
                </c:pt>
                <c:pt idx="4891">
                  <c:v>1523.0856000000001</c:v>
                </c:pt>
                <c:pt idx="4892">
                  <c:v>1523.3904</c:v>
                </c:pt>
                <c:pt idx="4893">
                  <c:v>1523.6952000000001</c:v>
                </c:pt>
                <c:pt idx="4894">
                  <c:v>1524</c:v>
                </c:pt>
                <c:pt idx="4895">
                  <c:v>1524.3047999999999</c:v>
                </c:pt>
                <c:pt idx="4896">
                  <c:v>1524.6096</c:v>
                </c:pt>
                <c:pt idx="4897">
                  <c:v>1524.9143999999999</c:v>
                </c:pt>
                <c:pt idx="4898">
                  <c:v>1525.2192</c:v>
                </c:pt>
                <c:pt idx="4899">
                  <c:v>1525.5239999999999</c:v>
                </c:pt>
                <c:pt idx="4900">
                  <c:v>1525.8288</c:v>
                </c:pt>
                <c:pt idx="4901">
                  <c:v>1526.1335999999999</c:v>
                </c:pt>
                <c:pt idx="4902">
                  <c:v>1526.4384</c:v>
                </c:pt>
                <c:pt idx="4903">
                  <c:v>1526.7431999999999</c:v>
                </c:pt>
                <c:pt idx="4904">
                  <c:v>1527.048</c:v>
                </c:pt>
                <c:pt idx="4905">
                  <c:v>1527.3527999999999</c:v>
                </c:pt>
                <c:pt idx="4906">
                  <c:v>1527.6576</c:v>
                </c:pt>
                <c:pt idx="4907">
                  <c:v>1527.9623999999999</c:v>
                </c:pt>
                <c:pt idx="4908">
                  <c:v>1528.2672</c:v>
                </c:pt>
                <c:pt idx="4909">
                  <c:v>1528.5719999999999</c:v>
                </c:pt>
                <c:pt idx="4910">
                  <c:v>1528.8768</c:v>
                </c:pt>
                <c:pt idx="4911">
                  <c:v>1529.1815999999999</c:v>
                </c:pt>
                <c:pt idx="4912">
                  <c:v>1529.4864</c:v>
                </c:pt>
                <c:pt idx="4913">
                  <c:v>1529.7911999999999</c:v>
                </c:pt>
                <c:pt idx="4914">
                  <c:v>1530.096</c:v>
                </c:pt>
                <c:pt idx="4915">
                  <c:v>1530.4007999999999</c:v>
                </c:pt>
                <c:pt idx="4916">
                  <c:v>1530.7056</c:v>
                </c:pt>
                <c:pt idx="4917">
                  <c:v>1531.0103999999999</c:v>
                </c:pt>
                <c:pt idx="4918">
                  <c:v>1531.3152</c:v>
                </c:pt>
                <c:pt idx="4919">
                  <c:v>1531.62</c:v>
                </c:pt>
                <c:pt idx="4920">
                  <c:v>1531.9248</c:v>
                </c:pt>
                <c:pt idx="4921">
                  <c:v>1532.2295999999999</c:v>
                </c:pt>
                <c:pt idx="4922">
                  <c:v>1532.5344</c:v>
                </c:pt>
                <c:pt idx="4923">
                  <c:v>1532.8391999999999</c:v>
                </c:pt>
                <c:pt idx="4924">
                  <c:v>1533.144</c:v>
                </c:pt>
                <c:pt idx="4925">
                  <c:v>1533.4487999999999</c:v>
                </c:pt>
                <c:pt idx="4926">
                  <c:v>1533.7536</c:v>
                </c:pt>
                <c:pt idx="4927">
                  <c:v>1534.0583999999999</c:v>
                </c:pt>
                <c:pt idx="4928">
                  <c:v>1534.3632</c:v>
                </c:pt>
                <c:pt idx="4929">
                  <c:v>1534.6679999999999</c:v>
                </c:pt>
                <c:pt idx="4930">
                  <c:v>1534.9728</c:v>
                </c:pt>
                <c:pt idx="4931">
                  <c:v>1535.2775999999999</c:v>
                </c:pt>
                <c:pt idx="4932">
                  <c:v>1535.5824</c:v>
                </c:pt>
                <c:pt idx="4933">
                  <c:v>1535.8871999999999</c:v>
                </c:pt>
                <c:pt idx="4934">
                  <c:v>1536.192</c:v>
                </c:pt>
                <c:pt idx="4935">
                  <c:v>1536.4967999999999</c:v>
                </c:pt>
                <c:pt idx="4936">
                  <c:v>1536.8016</c:v>
                </c:pt>
                <c:pt idx="4937">
                  <c:v>1537.1063999999999</c:v>
                </c:pt>
                <c:pt idx="4938">
                  <c:v>1537.4112</c:v>
                </c:pt>
                <c:pt idx="4939">
                  <c:v>1537.7159999999999</c:v>
                </c:pt>
                <c:pt idx="4940">
                  <c:v>1538.0208</c:v>
                </c:pt>
                <c:pt idx="4941">
                  <c:v>1538.3255999999999</c:v>
                </c:pt>
                <c:pt idx="4942">
                  <c:v>1538.6304</c:v>
                </c:pt>
                <c:pt idx="4943">
                  <c:v>1538.9351999999999</c:v>
                </c:pt>
                <c:pt idx="4944">
                  <c:v>1539.24</c:v>
                </c:pt>
                <c:pt idx="4945">
                  <c:v>1539.5447999999999</c:v>
                </c:pt>
                <c:pt idx="4946">
                  <c:v>1539.8496</c:v>
                </c:pt>
                <c:pt idx="4947">
                  <c:v>1540.1543999999999</c:v>
                </c:pt>
                <c:pt idx="4948">
                  <c:v>1540.4592</c:v>
                </c:pt>
                <c:pt idx="4949">
                  <c:v>1540.7639999999999</c:v>
                </c:pt>
                <c:pt idx="4950">
                  <c:v>1541.0688</c:v>
                </c:pt>
                <c:pt idx="4951">
                  <c:v>1541.3735999999999</c:v>
                </c:pt>
                <c:pt idx="4952">
                  <c:v>1541.6784</c:v>
                </c:pt>
                <c:pt idx="4953">
                  <c:v>1541.9831999999999</c:v>
                </c:pt>
                <c:pt idx="4954">
                  <c:v>1542.288</c:v>
                </c:pt>
                <c:pt idx="4955">
                  <c:v>1542.5927999999999</c:v>
                </c:pt>
                <c:pt idx="4956">
                  <c:v>1542.8976</c:v>
                </c:pt>
                <c:pt idx="4957">
                  <c:v>1543.2023999999999</c:v>
                </c:pt>
                <c:pt idx="4958">
                  <c:v>1543.5072</c:v>
                </c:pt>
                <c:pt idx="4959">
                  <c:v>1543.8119999999999</c:v>
                </c:pt>
                <c:pt idx="4960">
                  <c:v>1544.1168</c:v>
                </c:pt>
                <c:pt idx="4961">
                  <c:v>1544.4215999999999</c:v>
                </c:pt>
                <c:pt idx="4962">
                  <c:v>1544.7264</c:v>
                </c:pt>
                <c:pt idx="4963">
                  <c:v>1545.0311999999999</c:v>
                </c:pt>
                <c:pt idx="4964">
                  <c:v>1545.336</c:v>
                </c:pt>
                <c:pt idx="4965">
                  <c:v>1545.6407999999999</c:v>
                </c:pt>
                <c:pt idx="4966">
                  <c:v>1545.9456</c:v>
                </c:pt>
                <c:pt idx="4967">
                  <c:v>1546.2503999999999</c:v>
                </c:pt>
                <c:pt idx="4968">
                  <c:v>1546.5552</c:v>
                </c:pt>
                <c:pt idx="4969">
                  <c:v>1546.86</c:v>
                </c:pt>
                <c:pt idx="4970">
                  <c:v>1547.1648</c:v>
                </c:pt>
                <c:pt idx="4971">
                  <c:v>1547.4695999999999</c:v>
                </c:pt>
                <c:pt idx="4972">
                  <c:v>1547.7744</c:v>
                </c:pt>
                <c:pt idx="4973">
                  <c:v>1548.0791999999999</c:v>
                </c:pt>
                <c:pt idx="4974">
                  <c:v>1548.384</c:v>
                </c:pt>
                <c:pt idx="4975">
                  <c:v>1548.6887999999999</c:v>
                </c:pt>
                <c:pt idx="4976">
                  <c:v>1548.9936</c:v>
                </c:pt>
                <c:pt idx="4977">
                  <c:v>1549.2983999999999</c:v>
                </c:pt>
                <c:pt idx="4978">
                  <c:v>1549.6032</c:v>
                </c:pt>
                <c:pt idx="4979">
                  <c:v>1549.9079999999999</c:v>
                </c:pt>
                <c:pt idx="4980">
                  <c:v>1550.2128</c:v>
                </c:pt>
                <c:pt idx="4981">
                  <c:v>1550.5175999999999</c:v>
                </c:pt>
                <c:pt idx="4982">
                  <c:v>1550.8224</c:v>
                </c:pt>
                <c:pt idx="4983">
                  <c:v>1551.1271999999999</c:v>
                </c:pt>
                <c:pt idx="4984">
                  <c:v>1551.432</c:v>
                </c:pt>
                <c:pt idx="4985">
                  <c:v>1551.7367999999999</c:v>
                </c:pt>
                <c:pt idx="4986">
                  <c:v>1552.0416</c:v>
                </c:pt>
                <c:pt idx="4987">
                  <c:v>1552.3463999999999</c:v>
                </c:pt>
                <c:pt idx="4988">
                  <c:v>1552.6512</c:v>
                </c:pt>
                <c:pt idx="4989">
                  <c:v>1552.9559999999999</c:v>
                </c:pt>
                <c:pt idx="4990">
                  <c:v>1553.2608</c:v>
                </c:pt>
                <c:pt idx="4991">
                  <c:v>1553.5655999999999</c:v>
                </c:pt>
                <c:pt idx="4992">
                  <c:v>1553.8704</c:v>
                </c:pt>
                <c:pt idx="4993">
                  <c:v>1554.1751999999999</c:v>
                </c:pt>
                <c:pt idx="4994">
                  <c:v>1554.48</c:v>
                </c:pt>
                <c:pt idx="4995">
                  <c:v>1555.3943999999999</c:v>
                </c:pt>
                <c:pt idx="4996">
                  <c:v>1555.6992</c:v>
                </c:pt>
                <c:pt idx="4997">
                  <c:v>1556.0039999999999</c:v>
                </c:pt>
                <c:pt idx="4998">
                  <c:v>1556.3088</c:v>
                </c:pt>
                <c:pt idx="4999">
                  <c:v>1556.6135999999999</c:v>
                </c:pt>
                <c:pt idx="5000">
                  <c:v>1556.9184</c:v>
                </c:pt>
                <c:pt idx="5001">
                  <c:v>1557.2231999999999</c:v>
                </c:pt>
                <c:pt idx="5002">
                  <c:v>1557.528</c:v>
                </c:pt>
                <c:pt idx="5003">
                  <c:v>1557.8327999999999</c:v>
                </c:pt>
                <c:pt idx="5004">
                  <c:v>1558.1376</c:v>
                </c:pt>
                <c:pt idx="5005">
                  <c:v>1558.4423999999999</c:v>
                </c:pt>
                <c:pt idx="5006">
                  <c:v>1558.7472</c:v>
                </c:pt>
                <c:pt idx="5007">
                  <c:v>1559.0519999999999</c:v>
                </c:pt>
                <c:pt idx="5008">
                  <c:v>1559.3568</c:v>
                </c:pt>
                <c:pt idx="5009">
                  <c:v>1559.6615999999999</c:v>
                </c:pt>
                <c:pt idx="5010">
                  <c:v>1559.9664</c:v>
                </c:pt>
                <c:pt idx="5011">
                  <c:v>1560.2711999999999</c:v>
                </c:pt>
                <c:pt idx="5012">
                  <c:v>1560.576</c:v>
                </c:pt>
                <c:pt idx="5013">
                  <c:v>1560.8807999999999</c:v>
                </c:pt>
                <c:pt idx="5014">
                  <c:v>1561.1856</c:v>
                </c:pt>
                <c:pt idx="5015">
                  <c:v>1561.4903999999999</c:v>
                </c:pt>
                <c:pt idx="5016">
                  <c:v>1561.7952</c:v>
                </c:pt>
                <c:pt idx="5017">
                  <c:v>1562.1</c:v>
                </c:pt>
                <c:pt idx="5018">
                  <c:v>1562.4048</c:v>
                </c:pt>
                <c:pt idx="5019">
                  <c:v>1562.7095999999999</c:v>
                </c:pt>
                <c:pt idx="5020">
                  <c:v>1563.0144</c:v>
                </c:pt>
                <c:pt idx="5021">
                  <c:v>1563.3191999999999</c:v>
                </c:pt>
                <c:pt idx="5022">
                  <c:v>1563.624</c:v>
                </c:pt>
                <c:pt idx="5023">
                  <c:v>1563.9287999999999</c:v>
                </c:pt>
                <c:pt idx="5024">
                  <c:v>1564.2336</c:v>
                </c:pt>
                <c:pt idx="5025">
                  <c:v>1564.5383999999999</c:v>
                </c:pt>
                <c:pt idx="5026">
                  <c:v>1564.8432</c:v>
                </c:pt>
                <c:pt idx="5027">
                  <c:v>1565.1479999999999</c:v>
                </c:pt>
                <c:pt idx="5028">
                  <c:v>1565.4528</c:v>
                </c:pt>
                <c:pt idx="5029">
                  <c:v>1565.7575999999999</c:v>
                </c:pt>
                <c:pt idx="5030">
                  <c:v>1566.0624</c:v>
                </c:pt>
                <c:pt idx="5031">
                  <c:v>1566.3671999999999</c:v>
                </c:pt>
                <c:pt idx="5032">
                  <c:v>1566.672</c:v>
                </c:pt>
                <c:pt idx="5033">
                  <c:v>1566.9767999999999</c:v>
                </c:pt>
                <c:pt idx="5034">
                  <c:v>1567.2816</c:v>
                </c:pt>
                <c:pt idx="5035">
                  <c:v>1567.5863999999999</c:v>
                </c:pt>
                <c:pt idx="5036">
                  <c:v>1567.8912</c:v>
                </c:pt>
                <c:pt idx="5037">
                  <c:v>1568.1959999999999</c:v>
                </c:pt>
                <c:pt idx="5038">
                  <c:v>1568.5008</c:v>
                </c:pt>
                <c:pt idx="5039">
                  <c:v>1568.8055999999999</c:v>
                </c:pt>
                <c:pt idx="5040">
                  <c:v>1569.1104</c:v>
                </c:pt>
                <c:pt idx="5041">
                  <c:v>1569.4151999999999</c:v>
                </c:pt>
                <c:pt idx="5042">
                  <c:v>1569.72</c:v>
                </c:pt>
                <c:pt idx="5043">
                  <c:v>1570.0247999999999</c:v>
                </c:pt>
                <c:pt idx="5044">
                  <c:v>1570.3296</c:v>
                </c:pt>
                <c:pt idx="5045">
                  <c:v>1570.6343999999999</c:v>
                </c:pt>
                <c:pt idx="5046">
                  <c:v>1570.9392</c:v>
                </c:pt>
                <c:pt idx="5047">
                  <c:v>1571.2439999999999</c:v>
                </c:pt>
                <c:pt idx="5048">
                  <c:v>1571.5488</c:v>
                </c:pt>
                <c:pt idx="5049">
                  <c:v>1571.8535999999999</c:v>
                </c:pt>
                <c:pt idx="5050">
                  <c:v>1572.1584</c:v>
                </c:pt>
                <c:pt idx="5051">
                  <c:v>1572.4631999999999</c:v>
                </c:pt>
                <c:pt idx="5052">
                  <c:v>1572.768</c:v>
                </c:pt>
                <c:pt idx="5053">
                  <c:v>1573.0727999999999</c:v>
                </c:pt>
                <c:pt idx="5054">
                  <c:v>1573.3776</c:v>
                </c:pt>
                <c:pt idx="5055">
                  <c:v>1573.6823999999999</c:v>
                </c:pt>
                <c:pt idx="5056">
                  <c:v>1573.9872</c:v>
                </c:pt>
                <c:pt idx="5057">
                  <c:v>1574.2919999999999</c:v>
                </c:pt>
                <c:pt idx="5058">
                  <c:v>1574.5968</c:v>
                </c:pt>
                <c:pt idx="5059">
                  <c:v>1574.9015999999999</c:v>
                </c:pt>
                <c:pt idx="5060">
                  <c:v>1575.2064</c:v>
                </c:pt>
                <c:pt idx="5061">
                  <c:v>1575.5111999999999</c:v>
                </c:pt>
                <c:pt idx="5062">
                  <c:v>1575.816</c:v>
                </c:pt>
                <c:pt idx="5063">
                  <c:v>1576.1207999999999</c:v>
                </c:pt>
                <c:pt idx="5064">
                  <c:v>1576.4256</c:v>
                </c:pt>
                <c:pt idx="5065">
                  <c:v>1576.7303999999999</c:v>
                </c:pt>
                <c:pt idx="5066">
                  <c:v>1577.0352</c:v>
                </c:pt>
                <c:pt idx="5067">
                  <c:v>1577.34</c:v>
                </c:pt>
                <c:pt idx="5068">
                  <c:v>1577.6448</c:v>
                </c:pt>
                <c:pt idx="5069">
                  <c:v>1577.9495999999999</c:v>
                </c:pt>
                <c:pt idx="5070">
                  <c:v>1578.2544</c:v>
                </c:pt>
                <c:pt idx="5071">
                  <c:v>1578.5591999999999</c:v>
                </c:pt>
                <c:pt idx="5072">
                  <c:v>1578.864</c:v>
                </c:pt>
                <c:pt idx="5073">
                  <c:v>1579.1687999999999</c:v>
                </c:pt>
                <c:pt idx="5074">
                  <c:v>1579.4736</c:v>
                </c:pt>
                <c:pt idx="5075">
                  <c:v>1579.7783999999999</c:v>
                </c:pt>
                <c:pt idx="5076">
                  <c:v>1580.0832</c:v>
                </c:pt>
                <c:pt idx="5077">
                  <c:v>1580.3879999999999</c:v>
                </c:pt>
                <c:pt idx="5078">
                  <c:v>1580.6928</c:v>
                </c:pt>
                <c:pt idx="5079">
                  <c:v>1580.9975999999999</c:v>
                </c:pt>
                <c:pt idx="5080">
                  <c:v>1581.3024</c:v>
                </c:pt>
                <c:pt idx="5081">
                  <c:v>1581.6071999999999</c:v>
                </c:pt>
                <c:pt idx="5082">
                  <c:v>1581.912</c:v>
                </c:pt>
                <c:pt idx="5083">
                  <c:v>1582.2167999999999</c:v>
                </c:pt>
                <c:pt idx="5084">
                  <c:v>1582.5216</c:v>
                </c:pt>
                <c:pt idx="5085">
                  <c:v>1582.8263999999999</c:v>
                </c:pt>
                <c:pt idx="5086">
                  <c:v>1583.1312</c:v>
                </c:pt>
                <c:pt idx="5087">
                  <c:v>1583.4359999999999</c:v>
                </c:pt>
                <c:pt idx="5088">
                  <c:v>1583.7408</c:v>
                </c:pt>
                <c:pt idx="5089">
                  <c:v>1584.0455999999999</c:v>
                </c:pt>
                <c:pt idx="5090">
                  <c:v>1584.3504</c:v>
                </c:pt>
                <c:pt idx="5091">
                  <c:v>1584.6551999999999</c:v>
                </c:pt>
                <c:pt idx="5092">
                  <c:v>1584.96</c:v>
                </c:pt>
                <c:pt idx="5093">
                  <c:v>1585.2647999999999</c:v>
                </c:pt>
                <c:pt idx="5094">
                  <c:v>1585.5696</c:v>
                </c:pt>
                <c:pt idx="5095">
                  <c:v>1585.8743999999999</c:v>
                </c:pt>
                <c:pt idx="5096">
                  <c:v>1586.1792</c:v>
                </c:pt>
                <c:pt idx="5097">
                  <c:v>1586.4839999999999</c:v>
                </c:pt>
                <c:pt idx="5098">
                  <c:v>1586.7888</c:v>
                </c:pt>
                <c:pt idx="5099">
                  <c:v>1587.0935999999999</c:v>
                </c:pt>
                <c:pt idx="5100">
                  <c:v>1587.3984</c:v>
                </c:pt>
                <c:pt idx="5101">
                  <c:v>1587.7031999999999</c:v>
                </c:pt>
                <c:pt idx="5102">
                  <c:v>1588.008</c:v>
                </c:pt>
                <c:pt idx="5103">
                  <c:v>1588.3127999999999</c:v>
                </c:pt>
                <c:pt idx="5104">
                  <c:v>1588.6176</c:v>
                </c:pt>
                <c:pt idx="5105">
                  <c:v>1588.9223999999999</c:v>
                </c:pt>
                <c:pt idx="5106">
                  <c:v>1589.2272</c:v>
                </c:pt>
                <c:pt idx="5107">
                  <c:v>1589.5319999999999</c:v>
                </c:pt>
                <c:pt idx="5108">
                  <c:v>1589.8368</c:v>
                </c:pt>
                <c:pt idx="5109">
                  <c:v>1590.1415999999999</c:v>
                </c:pt>
                <c:pt idx="5110">
                  <c:v>1590.4464</c:v>
                </c:pt>
                <c:pt idx="5111">
                  <c:v>1590.7511999999999</c:v>
                </c:pt>
                <c:pt idx="5112">
                  <c:v>1591.056</c:v>
                </c:pt>
                <c:pt idx="5113">
                  <c:v>1591.3607999999999</c:v>
                </c:pt>
                <c:pt idx="5114">
                  <c:v>1591.6656</c:v>
                </c:pt>
                <c:pt idx="5115">
                  <c:v>1591.9703999999999</c:v>
                </c:pt>
                <c:pt idx="5116">
                  <c:v>1592.2752</c:v>
                </c:pt>
                <c:pt idx="5117">
                  <c:v>1592.58</c:v>
                </c:pt>
                <c:pt idx="5118">
                  <c:v>1592.8848</c:v>
                </c:pt>
                <c:pt idx="5119">
                  <c:v>1593.1895999999999</c:v>
                </c:pt>
                <c:pt idx="5120">
                  <c:v>1593.4944</c:v>
                </c:pt>
                <c:pt idx="5121">
                  <c:v>1593.7991999999999</c:v>
                </c:pt>
                <c:pt idx="5122">
                  <c:v>1594.104</c:v>
                </c:pt>
                <c:pt idx="5123">
                  <c:v>1594.4087999999999</c:v>
                </c:pt>
                <c:pt idx="5124">
                  <c:v>1594.7136</c:v>
                </c:pt>
                <c:pt idx="5125">
                  <c:v>1595.0183999999999</c:v>
                </c:pt>
                <c:pt idx="5126">
                  <c:v>1595.3232</c:v>
                </c:pt>
                <c:pt idx="5127">
                  <c:v>1595.6279999999999</c:v>
                </c:pt>
                <c:pt idx="5128">
                  <c:v>1595.9328</c:v>
                </c:pt>
                <c:pt idx="5129">
                  <c:v>1596.2375999999999</c:v>
                </c:pt>
                <c:pt idx="5130">
                  <c:v>1596.5424</c:v>
                </c:pt>
                <c:pt idx="5131">
                  <c:v>1596.8471999999999</c:v>
                </c:pt>
                <c:pt idx="5132">
                  <c:v>1597.152</c:v>
                </c:pt>
                <c:pt idx="5133">
                  <c:v>1597.4567999999999</c:v>
                </c:pt>
                <c:pt idx="5134">
                  <c:v>1597.7616</c:v>
                </c:pt>
                <c:pt idx="5135">
                  <c:v>1598.0663999999999</c:v>
                </c:pt>
                <c:pt idx="5136">
                  <c:v>1598.3712</c:v>
                </c:pt>
                <c:pt idx="5137">
                  <c:v>1598.6759999999999</c:v>
                </c:pt>
                <c:pt idx="5138">
                  <c:v>1598.9808</c:v>
                </c:pt>
                <c:pt idx="5139">
                  <c:v>1599.2855999999999</c:v>
                </c:pt>
                <c:pt idx="5140">
                  <c:v>1599.5904</c:v>
                </c:pt>
                <c:pt idx="5141">
                  <c:v>1599.8951999999999</c:v>
                </c:pt>
                <c:pt idx="5142">
                  <c:v>1600.2</c:v>
                </c:pt>
                <c:pt idx="5143">
                  <c:v>1600.5047999999999</c:v>
                </c:pt>
                <c:pt idx="5144">
                  <c:v>1600.8096</c:v>
                </c:pt>
                <c:pt idx="5145">
                  <c:v>1601.1143999999999</c:v>
                </c:pt>
                <c:pt idx="5146">
                  <c:v>1601.4192</c:v>
                </c:pt>
                <c:pt idx="5147">
                  <c:v>1601.7239999999999</c:v>
                </c:pt>
                <c:pt idx="5148">
                  <c:v>1602.0288</c:v>
                </c:pt>
                <c:pt idx="5149">
                  <c:v>1602.3335999999999</c:v>
                </c:pt>
                <c:pt idx="5150">
                  <c:v>1602.6384</c:v>
                </c:pt>
                <c:pt idx="5151">
                  <c:v>1602.9431999999999</c:v>
                </c:pt>
                <c:pt idx="5152">
                  <c:v>1603.248</c:v>
                </c:pt>
                <c:pt idx="5153">
                  <c:v>1603.5527999999999</c:v>
                </c:pt>
                <c:pt idx="5154">
                  <c:v>1603.8576</c:v>
                </c:pt>
                <c:pt idx="5155">
                  <c:v>1604.1623999999999</c:v>
                </c:pt>
                <c:pt idx="5156">
                  <c:v>1604.4672</c:v>
                </c:pt>
                <c:pt idx="5157">
                  <c:v>1604.7719999999999</c:v>
                </c:pt>
                <c:pt idx="5158">
                  <c:v>1605.0768</c:v>
                </c:pt>
                <c:pt idx="5159">
                  <c:v>1605.3815999999999</c:v>
                </c:pt>
                <c:pt idx="5160">
                  <c:v>1605.6864</c:v>
                </c:pt>
                <c:pt idx="5161">
                  <c:v>1605.9911999999999</c:v>
                </c:pt>
                <c:pt idx="5162">
                  <c:v>1606.296</c:v>
                </c:pt>
                <c:pt idx="5163">
                  <c:v>1606.6007999999999</c:v>
                </c:pt>
                <c:pt idx="5164">
                  <c:v>1606.9056</c:v>
                </c:pt>
                <c:pt idx="5165">
                  <c:v>1607.2103999999999</c:v>
                </c:pt>
                <c:pt idx="5166">
                  <c:v>1607.5152</c:v>
                </c:pt>
                <c:pt idx="5167">
                  <c:v>1607.82</c:v>
                </c:pt>
                <c:pt idx="5168">
                  <c:v>1608.1248000000001</c:v>
                </c:pt>
                <c:pt idx="5169">
                  <c:v>1608.4295999999999</c:v>
                </c:pt>
                <c:pt idx="5170">
                  <c:v>1608.7344000000001</c:v>
                </c:pt>
                <c:pt idx="5171">
                  <c:v>1609.0391999999999</c:v>
                </c:pt>
                <c:pt idx="5172">
                  <c:v>1609.3440000000001</c:v>
                </c:pt>
                <c:pt idx="5173">
                  <c:v>1609.6487999999999</c:v>
                </c:pt>
                <c:pt idx="5174">
                  <c:v>1609.9536000000001</c:v>
                </c:pt>
                <c:pt idx="5175">
                  <c:v>1610.2583999999999</c:v>
                </c:pt>
                <c:pt idx="5176">
                  <c:v>1610.5632000000001</c:v>
                </c:pt>
                <c:pt idx="5177">
                  <c:v>1610.8679999999999</c:v>
                </c:pt>
                <c:pt idx="5178">
                  <c:v>1611.1728000000001</c:v>
                </c:pt>
                <c:pt idx="5179">
                  <c:v>1611.4775999999999</c:v>
                </c:pt>
                <c:pt idx="5180">
                  <c:v>1611.7824000000001</c:v>
                </c:pt>
                <c:pt idx="5181">
                  <c:v>1612.0871999999999</c:v>
                </c:pt>
                <c:pt idx="5182">
                  <c:v>1612.3920000000001</c:v>
                </c:pt>
                <c:pt idx="5183">
                  <c:v>1612.6967999999999</c:v>
                </c:pt>
                <c:pt idx="5184">
                  <c:v>1613.0016000000001</c:v>
                </c:pt>
                <c:pt idx="5185">
                  <c:v>1613.3063999999999</c:v>
                </c:pt>
                <c:pt idx="5186">
                  <c:v>1613.6112000000001</c:v>
                </c:pt>
                <c:pt idx="5187">
                  <c:v>1613.9159999999999</c:v>
                </c:pt>
                <c:pt idx="5188">
                  <c:v>1614.2208000000001</c:v>
                </c:pt>
                <c:pt idx="5189">
                  <c:v>1614.5255999999999</c:v>
                </c:pt>
                <c:pt idx="5190">
                  <c:v>1614.8304000000001</c:v>
                </c:pt>
                <c:pt idx="5191">
                  <c:v>1615.1351999999999</c:v>
                </c:pt>
                <c:pt idx="5192">
                  <c:v>1615.44</c:v>
                </c:pt>
                <c:pt idx="5193">
                  <c:v>1615.7447999999999</c:v>
                </c:pt>
                <c:pt idx="5194">
                  <c:v>1616.0496000000001</c:v>
                </c:pt>
                <c:pt idx="5195">
                  <c:v>1616.3543999999999</c:v>
                </c:pt>
                <c:pt idx="5196">
                  <c:v>1616.6592000000001</c:v>
                </c:pt>
                <c:pt idx="5197">
                  <c:v>1616.9639999999999</c:v>
                </c:pt>
                <c:pt idx="5198">
                  <c:v>1617.2688000000001</c:v>
                </c:pt>
                <c:pt idx="5199">
                  <c:v>1617.5735999999999</c:v>
                </c:pt>
                <c:pt idx="5200">
                  <c:v>1617.8784000000001</c:v>
                </c:pt>
                <c:pt idx="5201">
                  <c:v>1618.1831999999999</c:v>
                </c:pt>
                <c:pt idx="5202">
                  <c:v>1618.4880000000001</c:v>
                </c:pt>
                <c:pt idx="5203">
                  <c:v>1618.7927999999999</c:v>
                </c:pt>
                <c:pt idx="5204">
                  <c:v>1619.0976000000001</c:v>
                </c:pt>
                <c:pt idx="5205">
                  <c:v>1619.4023999999999</c:v>
                </c:pt>
                <c:pt idx="5206">
                  <c:v>1619.7072000000001</c:v>
                </c:pt>
                <c:pt idx="5207">
                  <c:v>1620.0119999999999</c:v>
                </c:pt>
                <c:pt idx="5208">
                  <c:v>1620.3168000000001</c:v>
                </c:pt>
                <c:pt idx="5209">
                  <c:v>1620.6215999999999</c:v>
                </c:pt>
                <c:pt idx="5210">
                  <c:v>1620.9264000000001</c:v>
                </c:pt>
                <c:pt idx="5211">
                  <c:v>1621.2311999999999</c:v>
                </c:pt>
                <c:pt idx="5212">
                  <c:v>1621.5360000000001</c:v>
                </c:pt>
                <c:pt idx="5213">
                  <c:v>1621.8407999999999</c:v>
                </c:pt>
                <c:pt idx="5214">
                  <c:v>1622.1456000000001</c:v>
                </c:pt>
                <c:pt idx="5215">
                  <c:v>1622.4503999999999</c:v>
                </c:pt>
                <c:pt idx="5216">
                  <c:v>1622.7552000000001</c:v>
                </c:pt>
                <c:pt idx="5217">
                  <c:v>1623.06</c:v>
                </c:pt>
                <c:pt idx="5218">
                  <c:v>1623.3648000000001</c:v>
                </c:pt>
                <c:pt idx="5219">
                  <c:v>1623.6695999999999</c:v>
                </c:pt>
                <c:pt idx="5220">
                  <c:v>1623.9744000000001</c:v>
                </c:pt>
                <c:pt idx="5221">
                  <c:v>1624.2791999999999</c:v>
                </c:pt>
                <c:pt idx="5222">
                  <c:v>1624.5840000000001</c:v>
                </c:pt>
                <c:pt idx="5223">
                  <c:v>1624.8887999999999</c:v>
                </c:pt>
                <c:pt idx="5224">
                  <c:v>1625.1936000000001</c:v>
                </c:pt>
                <c:pt idx="5225">
                  <c:v>1625.4983999999999</c:v>
                </c:pt>
                <c:pt idx="5226">
                  <c:v>1625.8032000000001</c:v>
                </c:pt>
                <c:pt idx="5227">
                  <c:v>1626.1079999999999</c:v>
                </c:pt>
                <c:pt idx="5228">
                  <c:v>1626.4128000000001</c:v>
                </c:pt>
                <c:pt idx="5229">
                  <c:v>1626.7175999999999</c:v>
                </c:pt>
                <c:pt idx="5230">
                  <c:v>1627.0224000000001</c:v>
                </c:pt>
                <c:pt idx="5231">
                  <c:v>1627.3271999999999</c:v>
                </c:pt>
                <c:pt idx="5232">
                  <c:v>1627.6320000000001</c:v>
                </c:pt>
                <c:pt idx="5233">
                  <c:v>1627.9367999999999</c:v>
                </c:pt>
                <c:pt idx="5234">
                  <c:v>1628.2416000000001</c:v>
                </c:pt>
                <c:pt idx="5235">
                  <c:v>1628.5463999999999</c:v>
                </c:pt>
                <c:pt idx="5236">
                  <c:v>1628.8512000000001</c:v>
                </c:pt>
                <c:pt idx="5237">
                  <c:v>1629.1559999999999</c:v>
                </c:pt>
                <c:pt idx="5238">
                  <c:v>1629.4608000000001</c:v>
                </c:pt>
                <c:pt idx="5239">
                  <c:v>1629.7655999999999</c:v>
                </c:pt>
                <c:pt idx="5240">
                  <c:v>1630.0704000000001</c:v>
                </c:pt>
                <c:pt idx="5241">
                  <c:v>1630.3751999999999</c:v>
                </c:pt>
                <c:pt idx="5242">
                  <c:v>1630.68</c:v>
                </c:pt>
                <c:pt idx="5243">
                  <c:v>1630.9848</c:v>
                </c:pt>
                <c:pt idx="5244">
                  <c:v>1631.2896000000001</c:v>
                </c:pt>
                <c:pt idx="5245">
                  <c:v>1631.5944</c:v>
                </c:pt>
                <c:pt idx="5246">
                  <c:v>1631.8992000000001</c:v>
                </c:pt>
                <c:pt idx="5247">
                  <c:v>1632.204</c:v>
                </c:pt>
                <c:pt idx="5248">
                  <c:v>1632.5088000000001</c:v>
                </c:pt>
                <c:pt idx="5249">
                  <c:v>1632.8136</c:v>
                </c:pt>
                <c:pt idx="5250">
                  <c:v>1633.1184000000001</c:v>
                </c:pt>
                <c:pt idx="5251">
                  <c:v>1633.4232</c:v>
                </c:pt>
                <c:pt idx="5252">
                  <c:v>1633.7280000000001</c:v>
                </c:pt>
                <c:pt idx="5253">
                  <c:v>1634.0328</c:v>
                </c:pt>
                <c:pt idx="5254">
                  <c:v>1634.3376000000001</c:v>
                </c:pt>
                <c:pt idx="5255">
                  <c:v>1634.6424</c:v>
                </c:pt>
                <c:pt idx="5256">
                  <c:v>1634.9472000000001</c:v>
                </c:pt>
                <c:pt idx="5257">
                  <c:v>1635.252</c:v>
                </c:pt>
                <c:pt idx="5258">
                  <c:v>1635.5568000000001</c:v>
                </c:pt>
                <c:pt idx="5259">
                  <c:v>1635.8616</c:v>
                </c:pt>
                <c:pt idx="5260">
                  <c:v>1636.1664000000001</c:v>
                </c:pt>
                <c:pt idx="5261">
                  <c:v>1636.4712</c:v>
                </c:pt>
                <c:pt idx="5262">
                  <c:v>1636.7760000000001</c:v>
                </c:pt>
                <c:pt idx="5263">
                  <c:v>1637.0808</c:v>
                </c:pt>
                <c:pt idx="5264">
                  <c:v>1637.3856000000001</c:v>
                </c:pt>
                <c:pt idx="5265">
                  <c:v>1637.6904</c:v>
                </c:pt>
                <c:pt idx="5266">
                  <c:v>1637.9952000000001</c:v>
                </c:pt>
                <c:pt idx="5267">
                  <c:v>1638.3</c:v>
                </c:pt>
                <c:pt idx="5268">
                  <c:v>1638.6048000000001</c:v>
                </c:pt>
                <c:pt idx="5269">
                  <c:v>1638.9096</c:v>
                </c:pt>
                <c:pt idx="5270">
                  <c:v>1639.2144000000001</c:v>
                </c:pt>
                <c:pt idx="5271">
                  <c:v>1639.5192</c:v>
                </c:pt>
                <c:pt idx="5272">
                  <c:v>1639.8240000000001</c:v>
                </c:pt>
                <c:pt idx="5273">
                  <c:v>1640.1288</c:v>
                </c:pt>
                <c:pt idx="5274">
                  <c:v>1640.4336000000001</c:v>
                </c:pt>
                <c:pt idx="5275">
                  <c:v>1640.7384</c:v>
                </c:pt>
                <c:pt idx="5276">
                  <c:v>1641.0432000000001</c:v>
                </c:pt>
                <c:pt idx="5277">
                  <c:v>1641.348</c:v>
                </c:pt>
                <c:pt idx="5278">
                  <c:v>1641.6528000000001</c:v>
                </c:pt>
                <c:pt idx="5279">
                  <c:v>1641.9576</c:v>
                </c:pt>
                <c:pt idx="5280">
                  <c:v>1642.2624000000001</c:v>
                </c:pt>
                <c:pt idx="5281">
                  <c:v>1642.5672</c:v>
                </c:pt>
                <c:pt idx="5282">
                  <c:v>1642.8720000000001</c:v>
                </c:pt>
                <c:pt idx="5283">
                  <c:v>1643.1768</c:v>
                </c:pt>
                <c:pt idx="5284">
                  <c:v>1643.4816000000001</c:v>
                </c:pt>
                <c:pt idx="5285">
                  <c:v>1643.7864</c:v>
                </c:pt>
                <c:pt idx="5286">
                  <c:v>1644.0912000000001</c:v>
                </c:pt>
                <c:pt idx="5287">
                  <c:v>1644.396</c:v>
                </c:pt>
                <c:pt idx="5288">
                  <c:v>1644.7008000000001</c:v>
                </c:pt>
                <c:pt idx="5289">
                  <c:v>1645.0056</c:v>
                </c:pt>
                <c:pt idx="5290">
                  <c:v>1645.3104000000001</c:v>
                </c:pt>
                <c:pt idx="5291">
                  <c:v>1645.6152</c:v>
                </c:pt>
                <c:pt idx="5292">
                  <c:v>1645.92</c:v>
                </c:pt>
                <c:pt idx="5293">
                  <c:v>1646.2248</c:v>
                </c:pt>
                <c:pt idx="5294">
                  <c:v>1646.5296000000001</c:v>
                </c:pt>
                <c:pt idx="5295">
                  <c:v>1646.8344</c:v>
                </c:pt>
                <c:pt idx="5296">
                  <c:v>1647.1392000000001</c:v>
                </c:pt>
                <c:pt idx="5297">
                  <c:v>1647.444</c:v>
                </c:pt>
                <c:pt idx="5298">
                  <c:v>1647.7488000000001</c:v>
                </c:pt>
                <c:pt idx="5299">
                  <c:v>1648.0536</c:v>
                </c:pt>
                <c:pt idx="5300">
                  <c:v>1648.3584000000001</c:v>
                </c:pt>
                <c:pt idx="5301">
                  <c:v>1648.6632</c:v>
                </c:pt>
                <c:pt idx="5302">
                  <c:v>1648.9680000000001</c:v>
                </c:pt>
                <c:pt idx="5303">
                  <c:v>1649.2728</c:v>
                </c:pt>
                <c:pt idx="5304">
                  <c:v>1649.5776000000001</c:v>
                </c:pt>
                <c:pt idx="5305">
                  <c:v>1649.8824</c:v>
                </c:pt>
                <c:pt idx="5306">
                  <c:v>1650.1872000000001</c:v>
                </c:pt>
                <c:pt idx="5307">
                  <c:v>1650.492</c:v>
                </c:pt>
                <c:pt idx="5308">
                  <c:v>1650.7968000000001</c:v>
                </c:pt>
                <c:pt idx="5309">
                  <c:v>1651.1016</c:v>
                </c:pt>
                <c:pt idx="5310">
                  <c:v>1651.4064000000001</c:v>
                </c:pt>
                <c:pt idx="5311">
                  <c:v>1651.7112</c:v>
                </c:pt>
                <c:pt idx="5312">
                  <c:v>1652.0160000000001</c:v>
                </c:pt>
                <c:pt idx="5313">
                  <c:v>1652.3208</c:v>
                </c:pt>
                <c:pt idx="5314">
                  <c:v>1652.6256000000001</c:v>
                </c:pt>
                <c:pt idx="5315">
                  <c:v>1652.9304</c:v>
                </c:pt>
                <c:pt idx="5316">
                  <c:v>1653.2352000000001</c:v>
                </c:pt>
                <c:pt idx="5317">
                  <c:v>1653.54</c:v>
                </c:pt>
                <c:pt idx="5318">
                  <c:v>1653.8448000000001</c:v>
                </c:pt>
                <c:pt idx="5319">
                  <c:v>1654.1496</c:v>
                </c:pt>
                <c:pt idx="5320">
                  <c:v>1654.4544000000001</c:v>
                </c:pt>
                <c:pt idx="5321">
                  <c:v>1654.7592</c:v>
                </c:pt>
                <c:pt idx="5322">
                  <c:v>1655.0640000000001</c:v>
                </c:pt>
                <c:pt idx="5323">
                  <c:v>1655.3688</c:v>
                </c:pt>
                <c:pt idx="5324">
                  <c:v>1655.6736000000001</c:v>
                </c:pt>
                <c:pt idx="5325">
                  <c:v>1655.9784</c:v>
                </c:pt>
                <c:pt idx="5326">
                  <c:v>1656.2832000000001</c:v>
                </c:pt>
                <c:pt idx="5327">
                  <c:v>1656.588</c:v>
                </c:pt>
                <c:pt idx="5328">
                  <c:v>1656.8928000000001</c:v>
                </c:pt>
                <c:pt idx="5329">
                  <c:v>1657.1976</c:v>
                </c:pt>
                <c:pt idx="5330">
                  <c:v>1657.5024000000001</c:v>
                </c:pt>
                <c:pt idx="5331">
                  <c:v>1657.8072</c:v>
                </c:pt>
                <c:pt idx="5332">
                  <c:v>1658.1120000000001</c:v>
                </c:pt>
                <c:pt idx="5333">
                  <c:v>1658.4168</c:v>
                </c:pt>
                <c:pt idx="5334">
                  <c:v>1658.7216000000001</c:v>
                </c:pt>
                <c:pt idx="5335">
                  <c:v>1659.0264</c:v>
                </c:pt>
                <c:pt idx="5336">
                  <c:v>1659.3312000000001</c:v>
                </c:pt>
                <c:pt idx="5337">
                  <c:v>1659.636</c:v>
                </c:pt>
                <c:pt idx="5338">
                  <c:v>1659.9408000000001</c:v>
                </c:pt>
                <c:pt idx="5339">
                  <c:v>1660.2456</c:v>
                </c:pt>
                <c:pt idx="5340">
                  <c:v>1660.5504000000001</c:v>
                </c:pt>
                <c:pt idx="5341">
                  <c:v>1660.8552</c:v>
                </c:pt>
                <c:pt idx="5342">
                  <c:v>1661.16</c:v>
                </c:pt>
                <c:pt idx="5343">
                  <c:v>1661.4648</c:v>
                </c:pt>
                <c:pt idx="5344">
                  <c:v>1661.7696000000001</c:v>
                </c:pt>
                <c:pt idx="5345">
                  <c:v>1662.0744</c:v>
                </c:pt>
                <c:pt idx="5346">
                  <c:v>1662.3792000000001</c:v>
                </c:pt>
                <c:pt idx="5347">
                  <c:v>1662.684</c:v>
                </c:pt>
                <c:pt idx="5348">
                  <c:v>1662.9888000000001</c:v>
                </c:pt>
                <c:pt idx="5349">
                  <c:v>1663.2936</c:v>
                </c:pt>
                <c:pt idx="5350">
                  <c:v>1663.5984000000001</c:v>
                </c:pt>
                <c:pt idx="5351">
                  <c:v>1663.9032</c:v>
                </c:pt>
                <c:pt idx="5352">
                  <c:v>1664.2080000000001</c:v>
                </c:pt>
                <c:pt idx="5353">
                  <c:v>1664.5128</c:v>
                </c:pt>
                <c:pt idx="5354">
                  <c:v>1664.8176000000001</c:v>
                </c:pt>
                <c:pt idx="5355">
                  <c:v>1665.1224</c:v>
                </c:pt>
                <c:pt idx="5356">
                  <c:v>1665.4272000000001</c:v>
                </c:pt>
                <c:pt idx="5357">
                  <c:v>1665.732</c:v>
                </c:pt>
                <c:pt idx="5358">
                  <c:v>1666.0368000000001</c:v>
                </c:pt>
                <c:pt idx="5359">
                  <c:v>1666.3416</c:v>
                </c:pt>
                <c:pt idx="5360">
                  <c:v>1666.6464000000001</c:v>
                </c:pt>
                <c:pt idx="5361">
                  <c:v>1666.9512</c:v>
                </c:pt>
                <c:pt idx="5362">
                  <c:v>1667.2560000000001</c:v>
                </c:pt>
                <c:pt idx="5363">
                  <c:v>1667.5608</c:v>
                </c:pt>
                <c:pt idx="5364">
                  <c:v>1667.8656000000001</c:v>
                </c:pt>
                <c:pt idx="5365">
                  <c:v>1668.1704</c:v>
                </c:pt>
                <c:pt idx="5366">
                  <c:v>1668.4752000000001</c:v>
                </c:pt>
                <c:pt idx="5367">
                  <c:v>1668.78</c:v>
                </c:pt>
                <c:pt idx="5368">
                  <c:v>1669.0848000000001</c:v>
                </c:pt>
                <c:pt idx="5369">
                  <c:v>1669.3896</c:v>
                </c:pt>
                <c:pt idx="5370">
                  <c:v>1669.6944000000001</c:v>
                </c:pt>
                <c:pt idx="5371">
                  <c:v>1669.9992</c:v>
                </c:pt>
                <c:pt idx="5372">
                  <c:v>1670.3040000000001</c:v>
                </c:pt>
                <c:pt idx="5373">
                  <c:v>1670.6088</c:v>
                </c:pt>
                <c:pt idx="5374">
                  <c:v>1670.9136000000001</c:v>
                </c:pt>
                <c:pt idx="5375">
                  <c:v>1671.2184</c:v>
                </c:pt>
                <c:pt idx="5376">
                  <c:v>1671.5232000000001</c:v>
                </c:pt>
                <c:pt idx="5377">
                  <c:v>1671.828</c:v>
                </c:pt>
                <c:pt idx="5378">
                  <c:v>1672.1328000000001</c:v>
                </c:pt>
                <c:pt idx="5379">
                  <c:v>1672.4376</c:v>
                </c:pt>
                <c:pt idx="5380">
                  <c:v>1672.7424000000001</c:v>
                </c:pt>
                <c:pt idx="5381">
                  <c:v>1673.0472</c:v>
                </c:pt>
                <c:pt idx="5382">
                  <c:v>1673.3520000000001</c:v>
                </c:pt>
                <c:pt idx="5383">
                  <c:v>1673.6568</c:v>
                </c:pt>
                <c:pt idx="5384">
                  <c:v>1673.9616000000001</c:v>
                </c:pt>
                <c:pt idx="5385">
                  <c:v>1674.2664</c:v>
                </c:pt>
                <c:pt idx="5386">
                  <c:v>1674.5712000000001</c:v>
                </c:pt>
                <c:pt idx="5387">
                  <c:v>1674.876</c:v>
                </c:pt>
                <c:pt idx="5388">
                  <c:v>1675.1808000000001</c:v>
                </c:pt>
                <c:pt idx="5389">
                  <c:v>1675.4856</c:v>
                </c:pt>
                <c:pt idx="5390">
                  <c:v>1675.7904000000001</c:v>
                </c:pt>
                <c:pt idx="5391">
                  <c:v>1676.0952</c:v>
                </c:pt>
                <c:pt idx="5392">
                  <c:v>1676.4</c:v>
                </c:pt>
                <c:pt idx="5393">
                  <c:v>1676.7048</c:v>
                </c:pt>
                <c:pt idx="5394">
                  <c:v>1677.0096000000001</c:v>
                </c:pt>
                <c:pt idx="5395">
                  <c:v>1677.3144</c:v>
                </c:pt>
                <c:pt idx="5396">
                  <c:v>1677.6192000000001</c:v>
                </c:pt>
                <c:pt idx="5397">
                  <c:v>1677.924</c:v>
                </c:pt>
                <c:pt idx="5398">
                  <c:v>1678.2288000000001</c:v>
                </c:pt>
                <c:pt idx="5399">
                  <c:v>1678.5336</c:v>
                </c:pt>
                <c:pt idx="5400">
                  <c:v>1678.8384000000001</c:v>
                </c:pt>
                <c:pt idx="5401">
                  <c:v>1679.1432</c:v>
                </c:pt>
                <c:pt idx="5402">
                  <c:v>1679.4480000000001</c:v>
                </c:pt>
                <c:pt idx="5403">
                  <c:v>1679.7528</c:v>
                </c:pt>
                <c:pt idx="5404">
                  <c:v>1680.0576000000001</c:v>
                </c:pt>
                <c:pt idx="5405">
                  <c:v>1680.3624</c:v>
                </c:pt>
                <c:pt idx="5406">
                  <c:v>1680.6672000000001</c:v>
                </c:pt>
                <c:pt idx="5407">
                  <c:v>1680.972</c:v>
                </c:pt>
                <c:pt idx="5408">
                  <c:v>1681.2768000000001</c:v>
                </c:pt>
                <c:pt idx="5409">
                  <c:v>1681.5816</c:v>
                </c:pt>
                <c:pt idx="5410">
                  <c:v>1681.8864000000001</c:v>
                </c:pt>
                <c:pt idx="5411">
                  <c:v>1682.1912</c:v>
                </c:pt>
                <c:pt idx="5412">
                  <c:v>1682.4960000000001</c:v>
                </c:pt>
                <c:pt idx="5413">
                  <c:v>1682.8008</c:v>
                </c:pt>
                <c:pt idx="5414">
                  <c:v>1683.1056000000001</c:v>
                </c:pt>
                <c:pt idx="5415">
                  <c:v>1683.4104</c:v>
                </c:pt>
                <c:pt idx="5416">
                  <c:v>1683.7152000000001</c:v>
                </c:pt>
                <c:pt idx="5417">
                  <c:v>1684.02</c:v>
                </c:pt>
                <c:pt idx="5418">
                  <c:v>1684.3248000000001</c:v>
                </c:pt>
                <c:pt idx="5419">
                  <c:v>1684.6296</c:v>
                </c:pt>
                <c:pt idx="5420">
                  <c:v>1684.9344000000001</c:v>
                </c:pt>
                <c:pt idx="5421">
                  <c:v>1685.2392</c:v>
                </c:pt>
                <c:pt idx="5422">
                  <c:v>1685.5440000000001</c:v>
                </c:pt>
                <c:pt idx="5423">
                  <c:v>1685.8488</c:v>
                </c:pt>
                <c:pt idx="5424">
                  <c:v>1686.1536000000001</c:v>
                </c:pt>
                <c:pt idx="5425">
                  <c:v>1686.4584</c:v>
                </c:pt>
                <c:pt idx="5426">
                  <c:v>1686.7632000000001</c:v>
                </c:pt>
                <c:pt idx="5427">
                  <c:v>1687.068</c:v>
                </c:pt>
                <c:pt idx="5428">
                  <c:v>1687.3728000000001</c:v>
                </c:pt>
                <c:pt idx="5429">
                  <c:v>1687.6776</c:v>
                </c:pt>
                <c:pt idx="5430">
                  <c:v>1687.9824000000001</c:v>
                </c:pt>
                <c:pt idx="5431">
                  <c:v>1688.2872</c:v>
                </c:pt>
                <c:pt idx="5432">
                  <c:v>1688.5920000000001</c:v>
                </c:pt>
                <c:pt idx="5433">
                  <c:v>1688.8968</c:v>
                </c:pt>
                <c:pt idx="5434">
                  <c:v>1689.2016000000001</c:v>
                </c:pt>
                <c:pt idx="5435">
                  <c:v>1689.5064</c:v>
                </c:pt>
                <c:pt idx="5436">
                  <c:v>1689.8112000000001</c:v>
                </c:pt>
                <c:pt idx="5437">
                  <c:v>1690.116</c:v>
                </c:pt>
                <c:pt idx="5438">
                  <c:v>1690.4208000000001</c:v>
                </c:pt>
                <c:pt idx="5439">
                  <c:v>1690.7256</c:v>
                </c:pt>
                <c:pt idx="5440">
                  <c:v>1691.0304000000001</c:v>
                </c:pt>
                <c:pt idx="5441">
                  <c:v>1691.3352</c:v>
                </c:pt>
                <c:pt idx="5442">
                  <c:v>1691.64</c:v>
                </c:pt>
                <c:pt idx="5443">
                  <c:v>1691.9448</c:v>
                </c:pt>
                <c:pt idx="5444">
                  <c:v>1692.2496000000001</c:v>
                </c:pt>
                <c:pt idx="5445">
                  <c:v>1692.5544</c:v>
                </c:pt>
                <c:pt idx="5446">
                  <c:v>1692.8592000000001</c:v>
                </c:pt>
                <c:pt idx="5447">
                  <c:v>1693.164</c:v>
                </c:pt>
                <c:pt idx="5448">
                  <c:v>1693.4688000000001</c:v>
                </c:pt>
                <c:pt idx="5449">
                  <c:v>1693.7736</c:v>
                </c:pt>
                <c:pt idx="5450">
                  <c:v>1694.0784000000001</c:v>
                </c:pt>
                <c:pt idx="5451">
                  <c:v>1694.3832</c:v>
                </c:pt>
                <c:pt idx="5452">
                  <c:v>1694.6880000000001</c:v>
                </c:pt>
                <c:pt idx="5453">
                  <c:v>1694.9928</c:v>
                </c:pt>
                <c:pt idx="5454">
                  <c:v>1695.2976000000001</c:v>
                </c:pt>
                <c:pt idx="5455">
                  <c:v>1695.6024</c:v>
                </c:pt>
                <c:pt idx="5456">
                  <c:v>1695.9072000000001</c:v>
                </c:pt>
                <c:pt idx="5457">
                  <c:v>1696.212</c:v>
                </c:pt>
                <c:pt idx="5458">
                  <c:v>1696.5168000000001</c:v>
                </c:pt>
                <c:pt idx="5459">
                  <c:v>1696.8216</c:v>
                </c:pt>
                <c:pt idx="5460">
                  <c:v>1697.1264000000001</c:v>
                </c:pt>
                <c:pt idx="5461">
                  <c:v>1697.4312</c:v>
                </c:pt>
                <c:pt idx="5462">
                  <c:v>1697.7360000000001</c:v>
                </c:pt>
                <c:pt idx="5463">
                  <c:v>1698.0408</c:v>
                </c:pt>
                <c:pt idx="5464">
                  <c:v>1698.3456000000001</c:v>
                </c:pt>
                <c:pt idx="5465">
                  <c:v>1698.6504</c:v>
                </c:pt>
                <c:pt idx="5466">
                  <c:v>1698.9552000000001</c:v>
                </c:pt>
                <c:pt idx="5467">
                  <c:v>1699.26</c:v>
                </c:pt>
                <c:pt idx="5468">
                  <c:v>1699.5648000000001</c:v>
                </c:pt>
                <c:pt idx="5469">
                  <c:v>1699.8696</c:v>
                </c:pt>
                <c:pt idx="5470">
                  <c:v>1700.1744000000001</c:v>
                </c:pt>
                <c:pt idx="5471">
                  <c:v>1700.4792</c:v>
                </c:pt>
                <c:pt idx="5472">
                  <c:v>1700.7840000000001</c:v>
                </c:pt>
                <c:pt idx="5473">
                  <c:v>1701.0888</c:v>
                </c:pt>
                <c:pt idx="5474">
                  <c:v>1701.3936000000001</c:v>
                </c:pt>
                <c:pt idx="5475">
                  <c:v>1701.6984</c:v>
                </c:pt>
                <c:pt idx="5476">
                  <c:v>1702.0032000000001</c:v>
                </c:pt>
                <c:pt idx="5477">
                  <c:v>1702.308</c:v>
                </c:pt>
                <c:pt idx="5478">
                  <c:v>1702.6128000000001</c:v>
                </c:pt>
                <c:pt idx="5479">
                  <c:v>1702.9176</c:v>
                </c:pt>
                <c:pt idx="5480">
                  <c:v>1703.2224000000001</c:v>
                </c:pt>
                <c:pt idx="5481">
                  <c:v>1703.5272</c:v>
                </c:pt>
                <c:pt idx="5482">
                  <c:v>1703.8320000000001</c:v>
                </c:pt>
                <c:pt idx="5483">
                  <c:v>1704.1368</c:v>
                </c:pt>
                <c:pt idx="5484">
                  <c:v>1704.4416000000001</c:v>
                </c:pt>
                <c:pt idx="5485">
                  <c:v>1704.7464</c:v>
                </c:pt>
                <c:pt idx="5486">
                  <c:v>1705.0512000000001</c:v>
                </c:pt>
                <c:pt idx="5487">
                  <c:v>1705.356</c:v>
                </c:pt>
                <c:pt idx="5488">
                  <c:v>1705.6608000000001</c:v>
                </c:pt>
                <c:pt idx="5489">
                  <c:v>1705.9656</c:v>
                </c:pt>
                <c:pt idx="5490">
                  <c:v>1706.2704000000001</c:v>
                </c:pt>
                <c:pt idx="5491">
                  <c:v>1706.5752</c:v>
                </c:pt>
                <c:pt idx="5492">
                  <c:v>1706.88</c:v>
                </c:pt>
                <c:pt idx="5493">
                  <c:v>1707.1848</c:v>
                </c:pt>
                <c:pt idx="5494">
                  <c:v>1707.4896000000001</c:v>
                </c:pt>
                <c:pt idx="5495">
                  <c:v>1707.7944</c:v>
                </c:pt>
                <c:pt idx="5496">
                  <c:v>1708.0992000000001</c:v>
                </c:pt>
                <c:pt idx="5497">
                  <c:v>1708.404</c:v>
                </c:pt>
                <c:pt idx="5498">
                  <c:v>1708.7088000000001</c:v>
                </c:pt>
                <c:pt idx="5499">
                  <c:v>1709.0136</c:v>
                </c:pt>
                <c:pt idx="5500">
                  <c:v>1709.3184000000001</c:v>
                </c:pt>
                <c:pt idx="5501">
                  <c:v>1709.6232</c:v>
                </c:pt>
                <c:pt idx="5502">
                  <c:v>1709.9280000000001</c:v>
                </c:pt>
                <c:pt idx="5503">
                  <c:v>1710.2328</c:v>
                </c:pt>
                <c:pt idx="5504">
                  <c:v>1710.5376000000001</c:v>
                </c:pt>
                <c:pt idx="5505">
                  <c:v>1710.8424</c:v>
                </c:pt>
                <c:pt idx="5506">
                  <c:v>1711.1472000000001</c:v>
                </c:pt>
                <c:pt idx="5507">
                  <c:v>1711.452</c:v>
                </c:pt>
                <c:pt idx="5508">
                  <c:v>1711.7568000000001</c:v>
                </c:pt>
                <c:pt idx="5509">
                  <c:v>1712.0616</c:v>
                </c:pt>
                <c:pt idx="5510">
                  <c:v>1712.3664000000001</c:v>
                </c:pt>
                <c:pt idx="5511">
                  <c:v>1712.6712</c:v>
                </c:pt>
                <c:pt idx="5512">
                  <c:v>1712.9760000000001</c:v>
                </c:pt>
                <c:pt idx="5513">
                  <c:v>1713.2808</c:v>
                </c:pt>
                <c:pt idx="5514">
                  <c:v>1713.5856000000001</c:v>
                </c:pt>
                <c:pt idx="5515">
                  <c:v>1713.8904</c:v>
                </c:pt>
                <c:pt idx="5516">
                  <c:v>1714.1952000000001</c:v>
                </c:pt>
                <c:pt idx="5517">
                  <c:v>1714.5</c:v>
                </c:pt>
                <c:pt idx="5518">
                  <c:v>1714.8047999999999</c:v>
                </c:pt>
                <c:pt idx="5519">
                  <c:v>1715.1096</c:v>
                </c:pt>
                <c:pt idx="5520">
                  <c:v>1715.4143999999999</c:v>
                </c:pt>
                <c:pt idx="5521">
                  <c:v>1715.7192</c:v>
                </c:pt>
                <c:pt idx="5522">
                  <c:v>1716.0239999999999</c:v>
                </c:pt>
                <c:pt idx="5523">
                  <c:v>1716.3288</c:v>
                </c:pt>
                <c:pt idx="5524">
                  <c:v>1716.6335999999999</c:v>
                </c:pt>
                <c:pt idx="5525">
                  <c:v>1716.9384</c:v>
                </c:pt>
                <c:pt idx="5526">
                  <c:v>1717.2431999999999</c:v>
                </c:pt>
                <c:pt idx="5527">
                  <c:v>1717.548</c:v>
                </c:pt>
                <c:pt idx="5528">
                  <c:v>1717.8527999999999</c:v>
                </c:pt>
                <c:pt idx="5529">
                  <c:v>1718.1576</c:v>
                </c:pt>
                <c:pt idx="5530">
                  <c:v>1718.4623999999999</c:v>
                </c:pt>
                <c:pt idx="5531">
                  <c:v>1718.7672</c:v>
                </c:pt>
                <c:pt idx="5532">
                  <c:v>1719.0719999999999</c:v>
                </c:pt>
                <c:pt idx="5533">
                  <c:v>1719.3768</c:v>
                </c:pt>
                <c:pt idx="5534">
                  <c:v>1719.6815999999999</c:v>
                </c:pt>
                <c:pt idx="5535">
                  <c:v>1719.9864</c:v>
                </c:pt>
                <c:pt idx="5536">
                  <c:v>1720.2911999999999</c:v>
                </c:pt>
                <c:pt idx="5537">
                  <c:v>1720.596</c:v>
                </c:pt>
                <c:pt idx="5538">
                  <c:v>1720.9007999999999</c:v>
                </c:pt>
                <c:pt idx="5539">
                  <c:v>1721.2056</c:v>
                </c:pt>
                <c:pt idx="5540">
                  <c:v>1721.5103999999999</c:v>
                </c:pt>
                <c:pt idx="5541">
                  <c:v>1721.8152</c:v>
                </c:pt>
                <c:pt idx="5542">
                  <c:v>1722.12</c:v>
                </c:pt>
                <c:pt idx="5543">
                  <c:v>1722.4248</c:v>
                </c:pt>
                <c:pt idx="5544">
                  <c:v>1722.7295999999999</c:v>
                </c:pt>
                <c:pt idx="5545">
                  <c:v>1723.0344</c:v>
                </c:pt>
                <c:pt idx="5546">
                  <c:v>1723.3391999999999</c:v>
                </c:pt>
                <c:pt idx="5547">
                  <c:v>1723.644</c:v>
                </c:pt>
                <c:pt idx="5548">
                  <c:v>1723.9487999999999</c:v>
                </c:pt>
                <c:pt idx="5549">
                  <c:v>1724.2536</c:v>
                </c:pt>
                <c:pt idx="5550">
                  <c:v>1724.5583999999999</c:v>
                </c:pt>
                <c:pt idx="5551">
                  <c:v>1724.8632</c:v>
                </c:pt>
                <c:pt idx="5552">
                  <c:v>1725.1679999999999</c:v>
                </c:pt>
                <c:pt idx="5553">
                  <c:v>1725.4728</c:v>
                </c:pt>
                <c:pt idx="5554">
                  <c:v>1725.7775999999999</c:v>
                </c:pt>
                <c:pt idx="5555">
                  <c:v>1726.0824</c:v>
                </c:pt>
                <c:pt idx="5556">
                  <c:v>1726.3871999999999</c:v>
                </c:pt>
                <c:pt idx="5557">
                  <c:v>1726.692</c:v>
                </c:pt>
                <c:pt idx="5558">
                  <c:v>1726.9967999999999</c:v>
                </c:pt>
                <c:pt idx="5559">
                  <c:v>1727.3016</c:v>
                </c:pt>
                <c:pt idx="5560">
                  <c:v>1727.6063999999999</c:v>
                </c:pt>
                <c:pt idx="5561">
                  <c:v>1727.9112</c:v>
                </c:pt>
                <c:pt idx="5562">
                  <c:v>1728.2159999999999</c:v>
                </c:pt>
                <c:pt idx="5563">
                  <c:v>1728.5208</c:v>
                </c:pt>
                <c:pt idx="5564">
                  <c:v>1728.8255999999999</c:v>
                </c:pt>
                <c:pt idx="5565">
                  <c:v>1729.1304</c:v>
                </c:pt>
                <c:pt idx="5566">
                  <c:v>1729.4351999999999</c:v>
                </c:pt>
                <c:pt idx="5567">
                  <c:v>1729.74</c:v>
                </c:pt>
                <c:pt idx="5568">
                  <c:v>1730.0447999999999</c:v>
                </c:pt>
                <c:pt idx="5569">
                  <c:v>1730.3496</c:v>
                </c:pt>
                <c:pt idx="5570">
                  <c:v>1730.6543999999999</c:v>
                </c:pt>
                <c:pt idx="5571">
                  <c:v>1730.9592</c:v>
                </c:pt>
                <c:pt idx="5572">
                  <c:v>1731.2639999999999</c:v>
                </c:pt>
                <c:pt idx="5573">
                  <c:v>1731.5688</c:v>
                </c:pt>
                <c:pt idx="5574">
                  <c:v>1731.8735999999999</c:v>
                </c:pt>
                <c:pt idx="5575">
                  <c:v>1732.1784</c:v>
                </c:pt>
                <c:pt idx="5576">
                  <c:v>1732.4831999999999</c:v>
                </c:pt>
                <c:pt idx="5577">
                  <c:v>1732.788</c:v>
                </c:pt>
                <c:pt idx="5578">
                  <c:v>1733.0927999999999</c:v>
                </c:pt>
                <c:pt idx="5579">
                  <c:v>1733.3976</c:v>
                </c:pt>
                <c:pt idx="5580">
                  <c:v>1733.7023999999999</c:v>
                </c:pt>
                <c:pt idx="5581">
                  <c:v>1734.0072</c:v>
                </c:pt>
                <c:pt idx="5582">
                  <c:v>1734.3119999999999</c:v>
                </c:pt>
                <c:pt idx="5583">
                  <c:v>1734.6168</c:v>
                </c:pt>
                <c:pt idx="5584">
                  <c:v>1734.9215999999999</c:v>
                </c:pt>
                <c:pt idx="5585">
                  <c:v>1735.2264</c:v>
                </c:pt>
                <c:pt idx="5586">
                  <c:v>1735.5311999999999</c:v>
                </c:pt>
                <c:pt idx="5587">
                  <c:v>1735.836</c:v>
                </c:pt>
                <c:pt idx="5588">
                  <c:v>1736.1407999999999</c:v>
                </c:pt>
                <c:pt idx="5589">
                  <c:v>1736.4456</c:v>
                </c:pt>
                <c:pt idx="5590">
                  <c:v>1736.7503999999999</c:v>
                </c:pt>
                <c:pt idx="5591">
                  <c:v>1737.0552</c:v>
                </c:pt>
                <c:pt idx="5592">
                  <c:v>1737.36</c:v>
                </c:pt>
                <c:pt idx="5593">
                  <c:v>1737.6648</c:v>
                </c:pt>
                <c:pt idx="5594">
                  <c:v>1737.9695999999999</c:v>
                </c:pt>
                <c:pt idx="5595">
                  <c:v>1738.2744</c:v>
                </c:pt>
                <c:pt idx="5596">
                  <c:v>1738.5791999999999</c:v>
                </c:pt>
                <c:pt idx="5597">
                  <c:v>1738.884</c:v>
                </c:pt>
                <c:pt idx="5598">
                  <c:v>1739.1887999999999</c:v>
                </c:pt>
                <c:pt idx="5599">
                  <c:v>1739.4936</c:v>
                </c:pt>
                <c:pt idx="5600">
                  <c:v>1739.7983999999999</c:v>
                </c:pt>
                <c:pt idx="5601">
                  <c:v>1740.1032</c:v>
                </c:pt>
                <c:pt idx="5602">
                  <c:v>1740.4079999999999</c:v>
                </c:pt>
                <c:pt idx="5603">
                  <c:v>1740.7128</c:v>
                </c:pt>
                <c:pt idx="5604">
                  <c:v>1741.0175999999999</c:v>
                </c:pt>
                <c:pt idx="5605">
                  <c:v>1741.3224</c:v>
                </c:pt>
                <c:pt idx="5606">
                  <c:v>1741.6271999999999</c:v>
                </c:pt>
                <c:pt idx="5607">
                  <c:v>1741.932</c:v>
                </c:pt>
                <c:pt idx="5608">
                  <c:v>1742.2367999999999</c:v>
                </c:pt>
                <c:pt idx="5609">
                  <c:v>1742.5416</c:v>
                </c:pt>
                <c:pt idx="5610">
                  <c:v>1742.8463999999999</c:v>
                </c:pt>
                <c:pt idx="5611">
                  <c:v>1743.1512</c:v>
                </c:pt>
                <c:pt idx="5612">
                  <c:v>1743.4559999999999</c:v>
                </c:pt>
                <c:pt idx="5613">
                  <c:v>1743.7608</c:v>
                </c:pt>
                <c:pt idx="5614">
                  <c:v>1744.0655999999999</c:v>
                </c:pt>
                <c:pt idx="5615">
                  <c:v>1744.3704</c:v>
                </c:pt>
                <c:pt idx="5616">
                  <c:v>1744.6751999999999</c:v>
                </c:pt>
                <c:pt idx="5617">
                  <c:v>1744.98</c:v>
                </c:pt>
                <c:pt idx="5618">
                  <c:v>1745.2847999999999</c:v>
                </c:pt>
                <c:pt idx="5619">
                  <c:v>1745.5896</c:v>
                </c:pt>
                <c:pt idx="5620">
                  <c:v>1745.8943999999999</c:v>
                </c:pt>
                <c:pt idx="5621">
                  <c:v>1746.1992</c:v>
                </c:pt>
                <c:pt idx="5622">
                  <c:v>1746.5039999999999</c:v>
                </c:pt>
                <c:pt idx="5623">
                  <c:v>1746.8088</c:v>
                </c:pt>
                <c:pt idx="5624">
                  <c:v>1747.1135999999999</c:v>
                </c:pt>
                <c:pt idx="5625">
                  <c:v>1747.4184</c:v>
                </c:pt>
                <c:pt idx="5626">
                  <c:v>1747.7231999999999</c:v>
                </c:pt>
                <c:pt idx="5627">
                  <c:v>1748.028</c:v>
                </c:pt>
                <c:pt idx="5628">
                  <c:v>1748.3327999999999</c:v>
                </c:pt>
                <c:pt idx="5629">
                  <c:v>1748.6376</c:v>
                </c:pt>
                <c:pt idx="5630">
                  <c:v>1748.9423999999999</c:v>
                </c:pt>
                <c:pt idx="5631">
                  <c:v>1749.2472</c:v>
                </c:pt>
                <c:pt idx="5632">
                  <c:v>1749.5519999999999</c:v>
                </c:pt>
                <c:pt idx="5633">
                  <c:v>1749.8568</c:v>
                </c:pt>
                <c:pt idx="5634">
                  <c:v>1750.1615999999999</c:v>
                </c:pt>
                <c:pt idx="5635">
                  <c:v>1750.4664</c:v>
                </c:pt>
                <c:pt idx="5636">
                  <c:v>1750.7711999999999</c:v>
                </c:pt>
                <c:pt idx="5637">
                  <c:v>1751.076</c:v>
                </c:pt>
                <c:pt idx="5638">
                  <c:v>1751.3807999999999</c:v>
                </c:pt>
                <c:pt idx="5639">
                  <c:v>1751.6856</c:v>
                </c:pt>
                <c:pt idx="5640">
                  <c:v>1751.9903999999999</c:v>
                </c:pt>
                <c:pt idx="5641">
                  <c:v>1752.2952</c:v>
                </c:pt>
                <c:pt idx="5642">
                  <c:v>1752.6</c:v>
                </c:pt>
                <c:pt idx="5643">
                  <c:v>1752.9048</c:v>
                </c:pt>
                <c:pt idx="5644">
                  <c:v>1753.2095999999999</c:v>
                </c:pt>
                <c:pt idx="5645">
                  <c:v>1753.5144</c:v>
                </c:pt>
                <c:pt idx="5646">
                  <c:v>1753.8191999999999</c:v>
                </c:pt>
                <c:pt idx="5647">
                  <c:v>1754.124</c:v>
                </c:pt>
                <c:pt idx="5648">
                  <c:v>1754.4287999999999</c:v>
                </c:pt>
                <c:pt idx="5649">
                  <c:v>1754.7336</c:v>
                </c:pt>
                <c:pt idx="5650">
                  <c:v>1755.0383999999999</c:v>
                </c:pt>
                <c:pt idx="5651">
                  <c:v>1755.3432</c:v>
                </c:pt>
                <c:pt idx="5652">
                  <c:v>1755.6479999999999</c:v>
                </c:pt>
                <c:pt idx="5653">
                  <c:v>1755.9528</c:v>
                </c:pt>
                <c:pt idx="5654">
                  <c:v>1756.2575999999999</c:v>
                </c:pt>
                <c:pt idx="5655">
                  <c:v>1756.5624</c:v>
                </c:pt>
                <c:pt idx="5656">
                  <c:v>1756.8671999999999</c:v>
                </c:pt>
                <c:pt idx="5657">
                  <c:v>1757.172</c:v>
                </c:pt>
                <c:pt idx="5658">
                  <c:v>1757.4767999999999</c:v>
                </c:pt>
                <c:pt idx="5659">
                  <c:v>1757.7816</c:v>
                </c:pt>
                <c:pt idx="5660">
                  <c:v>1758.0863999999999</c:v>
                </c:pt>
                <c:pt idx="5661">
                  <c:v>1758.3912</c:v>
                </c:pt>
                <c:pt idx="5662">
                  <c:v>1758.6959999999999</c:v>
                </c:pt>
                <c:pt idx="5663">
                  <c:v>1759.0008</c:v>
                </c:pt>
                <c:pt idx="5664">
                  <c:v>1759.3055999999999</c:v>
                </c:pt>
                <c:pt idx="5665">
                  <c:v>1759.6104</c:v>
                </c:pt>
                <c:pt idx="5666">
                  <c:v>1759.9151999999999</c:v>
                </c:pt>
                <c:pt idx="5667">
                  <c:v>1760.22</c:v>
                </c:pt>
                <c:pt idx="5668">
                  <c:v>1760.5247999999999</c:v>
                </c:pt>
                <c:pt idx="5669">
                  <c:v>1760.8296</c:v>
                </c:pt>
                <c:pt idx="5670">
                  <c:v>1761.1343999999999</c:v>
                </c:pt>
                <c:pt idx="5671">
                  <c:v>1761.4392</c:v>
                </c:pt>
                <c:pt idx="5672">
                  <c:v>1761.7439999999999</c:v>
                </c:pt>
                <c:pt idx="5673">
                  <c:v>1762.0488</c:v>
                </c:pt>
                <c:pt idx="5674">
                  <c:v>1762.3535999999999</c:v>
                </c:pt>
                <c:pt idx="5675">
                  <c:v>1762.6584</c:v>
                </c:pt>
                <c:pt idx="5676">
                  <c:v>1762.9631999999999</c:v>
                </c:pt>
                <c:pt idx="5677">
                  <c:v>1763.268</c:v>
                </c:pt>
                <c:pt idx="5678">
                  <c:v>1763.5727999999999</c:v>
                </c:pt>
                <c:pt idx="5679">
                  <c:v>1763.8776</c:v>
                </c:pt>
                <c:pt idx="5680">
                  <c:v>1764.1823999999999</c:v>
                </c:pt>
                <c:pt idx="5681">
                  <c:v>1764.4872</c:v>
                </c:pt>
                <c:pt idx="5682">
                  <c:v>1764.7919999999999</c:v>
                </c:pt>
                <c:pt idx="5683">
                  <c:v>1765.0968</c:v>
                </c:pt>
                <c:pt idx="5684">
                  <c:v>1765.4015999999999</c:v>
                </c:pt>
                <c:pt idx="5685">
                  <c:v>1765.7064</c:v>
                </c:pt>
                <c:pt idx="5686">
                  <c:v>1766.0111999999999</c:v>
                </c:pt>
                <c:pt idx="5687">
                  <c:v>1766.316</c:v>
                </c:pt>
                <c:pt idx="5688">
                  <c:v>1766.6207999999999</c:v>
                </c:pt>
                <c:pt idx="5689">
                  <c:v>1766.9256</c:v>
                </c:pt>
                <c:pt idx="5690">
                  <c:v>1767.2303999999999</c:v>
                </c:pt>
                <c:pt idx="5691">
                  <c:v>1767.5352</c:v>
                </c:pt>
                <c:pt idx="5692">
                  <c:v>1767.84</c:v>
                </c:pt>
                <c:pt idx="5693">
                  <c:v>1768.1448</c:v>
                </c:pt>
                <c:pt idx="5694">
                  <c:v>1768.4495999999999</c:v>
                </c:pt>
                <c:pt idx="5695">
                  <c:v>1768.7544</c:v>
                </c:pt>
                <c:pt idx="5696">
                  <c:v>1769.0591999999999</c:v>
                </c:pt>
                <c:pt idx="5697">
                  <c:v>1769.364</c:v>
                </c:pt>
                <c:pt idx="5698">
                  <c:v>1769.6687999999999</c:v>
                </c:pt>
                <c:pt idx="5699">
                  <c:v>1769.9736</c:v>
                </c:pt>
                <c:pt idx="5700">
                  <c:v>1770.2783999999999</c:v>
                </c:pt>
                <c:pt idx="5701">
                  <c:v>1770.5832</c:v>
                </c:pt>
                <c:pt idx="5702">
                  <c:v>1770.8879999999999</c:v>
                </c:pt>
                <c:pt idx="5703">
                  <c:v>1771.1928</c:v>
                </c:pt>
                <c:pt idx="5704">
                  <c:v>1771.4975999999999</c:v>
                </c:pt>
                <c:pt idx="5705">
                  <c:v>1771.8024</c:v>
                </c:pt>
                <c:pt idx="5706">
                  <c:v>1772.1071999999999</c:v>
                </c:pt>
                <c:pt idx="5707">
                  <c:v>1772.412</c:v>
                </c:pt>
                <c:pt idx="5708">
                  <c:v>1772.7167999999999</c:v>
                </c:pt>
                <c:pt idx="5709">
                  <c:v>1773.0216</c:v>
                </c:pt>
                <c:pt idx="5710">
                  <c:v>1773.3263999999999</c:v>
                </c:pt>
                <c:pt idx="5711">
                  <c:v>1773.6312</c:v>
                </c:pt>
                <c:pt idx="5712">
                  <c:v>1773.9359999999999</c:v>
                </c:pt>
                <c:pt idx="5713">
                  <c:v>1774.2408</c:v>
                </c:pt>
                <c:pt idx="5714">
                  <c:v>1774.5455999999999</c:v>
                </c:pt>
                <c:pt idx="5715">
                  <c:v>1774.8504</c:v>
                </c:pt>
                <c:pt idx="5716">
                  <c:v>1775.1551999999999</c:v>
                </c:pt>
                <c:pt idx="5717">
                  <c:v>1775.46</c:v>
                </c:pt>
                <c:pt idx="5718">
                  <c:v>1775.7647999999999</c:v>
                </c:pt>
                <c:pt idx="5719">
                  <c:v>1776.0696</c:v>
                </c:pt>
                <c:pt idx="5720">
                  <c:v>1776.3743999999999</c:v>
                </c:pt>
                <c:pt idx="5721">
                  <c:v>1776.6792</c:v>
                </c:pt>
                <c:pt idx="5722">
                  <c:v>1776.9839999999999</c:v>
                </c:pt>
                <c:pt idx="5723">
                  <c:v>1777.2888</c:v>
                </c:pt>
                <c:pt idx="5724">
                  <c:v>1777.5935999999999</c:v>
                </c:pt>
                <c:pt idx="5725">
                  <c:v>1777.8984</c:v>
                </c:pt>
                <c:pt idx="5726">
                  <c:v>1778.2031999999999</c:v>
                </c:pt>
                <c:pt idx="5727">
                  <c:v>1778.508</c:v>
                </c:pt>
                <c:pt idx="5728">
                  <c:v>1778.8127999999999</c:v>
                </c:pt>
                <c:pt idx="5729">
                  <c:v>1779.1176</c:v>
                </c:pt>
                <c:pt idx="5730">
                  <c:v>1779.4223999999999</c:v>
                </c:pt>
                <c:pt idx="5731">
                  <c:v>1779.7272</c:v>
                </c:pt>
                <c:pt idx="5732">
                  <c:v>1780.0319999999999</c:v>
                </c:pt>
                <c:pt idx="5733">
                  <c:v>1780.3368</c:v>
                </c:pt>
                <c:pt idx="5734">
                  <c:v>1780.6415999999999</c:v>
                </c:pt>
                <c:pt idx="5735">
                  <c:v>1780.9464</c:v>
                </c:pt>
                <c:pt idx="5736">
                  <c:v>1781.2511999999999</c:v>
                </c:pt>
                <c:pt idx="5737">
                  <c:v>1781.556</c:v>
                </c:pt>
                <c:pt idx="5738">
                  <c:v>1781.8607999999999</c:v>
                </c:pt>
                <c:pt idx="5739">
                  <c:v>1782.1656</c:v>
                </c:pt>
                <c:pt idx="5740">
                  <c:v>1782.4703999999999</c:v>
                </c:pt>
                <c:pt idx="5741">
                  <c:v>1782.7752</c:v>
                </c:pt>
                <c:pt idx="5742">
                  <c:v>1783.08</c:v>
                </c:pt>
                <c:pt idx="5743">
                  <c:v>1783.3848</c:v>
                </c:pt>
                <c:pt idx="5744">
                  <c:v>1783.6895999999999</c:v>
                </c:pt>
                <c:pt idx="5745">
                  <c:v>1783.9944</c:v>
                </c:pt>
                <c:pt idx="5746">
                  <c:v>1784.2991999999999</c:v>
                </c:pt>
                <c:pt idx="5747">
                  <c:v>1784.604</c:v>
                </c:pt>
                <c:pt idx="5748">
                  <c:v>1784.9087999999999</c:v>
                </c:pt>
                <c:pt idx="5749">
                  <c:v>1785.2136</c:v>
                </c:pt>
                <c:pt idx="5750">
                  <c:v>1785.5183999999999</c:v>
                </c:pt>
                <c:pt idx="5751">
                  <c:v>1785.8232</c:v>
                </c:pt>
                <c:pt idx="5752">
                  <c:v>1786.1279999999999</c:v>
                </c:pt>
                <c:pt idx="5753">
                  <c:v>1786.4328</c:v>
                </c:pt>
                <c:pt idx="5754">
                  <c:v>1786.7375999999999</c:v>
                </c:pt>
                <c:pt idx="5755">
                  <c:v>1787.0424</c:v>
                </c:pt>
                <c:pt idx="5756">
                  <c:v>1787.3471999999999</c:v>
                </c:pt>
                <c:pt idx="5757">
                  <c:v>1787.652</c:v>
                </c:pt>
                <c:pt idx="5758">
                  <c:v>1787.9567999999999</c:v>
                </c:pt>
                <c:pt idx="5759">
                  <c:v>1788.2616</c:v>
                </c:pt>
                <c:pt idx="5760">
                  <c:v>1788.5663999999999</c:v>
                </c:pt>
                <c:pt idx="5761">
                  <c:v>1788.8712</c:v>
                </c:pt>
                <c:pt idx="5762">
                  <c:v>1789.1759999999999</c:v>
                </c:pt>
                <c:pt idx="5763">
                  <c:v>1789.4808</c:v>
                </c:pt>
                <c:pt idx="5764">
                  <c:v>1789.7855999999999</c:v>
                </c:pt>
                <c:pt idx="5765">
                  <c:v>1790.0904</c:v>
                </c:pt>
                <c:pt idx="5766">
                  <c:v>1790.3951999999999</c:v>
                </c:pt>
                <c:pt idx="5767">
                  <c:v>1790.7</c:v>
                </c:pt>
                <c:pt idx="5768">
                  <c:v>1791.0047999999999</c:v>
                </c:pt>
                <c:pt idx="5769">
                  <c:v>1791.3096</c:v>
                </c:pt>
                <c:pt idx="5770">
                  <c:v>1791.6143999999999</c:v>
                </c:pt>
                <c:pt idx="5771">
                  <c:v>1791.9192</c:v>
                </c:pt>
                <c:pt idx="5772">
                  <c:v>1792.2239999999999</c:v>
                </c:pt>
                <c:pt idx="5773">
                  <c:v>1792.5288</c:v>
                </c:pt>
                <c:pt idx="5774">
                  <c:v>1792.8335999999999</c:v>
                </c:pt>
                <c:pt idx="5775">
                  <c:v>1793.1384</c:v>
                </c:pt>
                <c:pt idx="5776">
                  <c:v>1793.4431999999999</c:v>
                </c:pt>
                <c:pt idx="5777">
                  <c:v>1793.748</c:v>
                </c:pt>
                <c:pt idx="5778">
                  <c:v>1794.0527999999999</c:v>
                </c:pt>
                <c:pt idx="5779">
                  <c:v>1794.3576</c:v>
                </c:pt>
                <c:pt idx="5780">
                  <c:v>1794.6623999999999</c:v>
                </c:pt>
                <c:pt idx="5781">
                  <c:v>1794.9672</c:v>
                </c:pt>
                <c:pt idx="5782">
                  <c:v>1795.2719999999999</c:v>
                </c:pt>
                <c:pt idx="5783">
                  <c:v>1795.5768</c:v>
                </c:pt>
                <c:pt idx="5784">
                  <c:v>1795.8815999999999</c:v>
                </c:pt>
                <c:pt idx="5785">
                  <c:v>1796.1864</c:v>
                </c:pt>
                <c:pt idx="5786">
                  <c:v>1796.4911999999999</c:v>
                </c:pt>
                <c:pt idx="5787">
                  <c:v>1796.796</c:v>
                </c:pt>
                <c:pt idx="5788">
                  <c:v>1797.1007999999999</c:v>
                </c:pt>
                <c:pt idx="5789">
                  <c:v>1797.4056</c:v>
                </c:pt>
                <c:pt idx="5790">
                  <c:v>1797.7103999999999</c:v>
                </c:pt>
                <c:pt idx="5791">
                  <c:v>1798.0152</c:v>
                </c:pt>
                <c:pt idx="5792">
                  <c:v>1798.32</c:v>
                </c:pt>
                <c:pt idx="5793">
                  <c:v>1798.6248000000001</c:v>
                </c:pt>
                <c:pt idx="5794">
                  <c:v>1798.9295999999999</c:v>
                </c:pt>
                <c:pt idx="5795">
                  <c:v>1799.2344000000001</c:v>
                </c:pt>
                <c:pt idx="5796">
                  <c:v>1799.5391999999999</c:v>
                </c:pt>
                <c:pt idx="5797">
                  <c:v>1799.8440000000001</c:v>
                </c:pt>
                <c:pt idx="5798">
                  <c:v>1800.1487999999999</c:v>
                </c:pt>
                <c:pt idx="5799">
                  <c:v>1800.4536000000001</c:v>
                </c:pt>
                <c:pt idx="5800">
                  <c:v>1800.7583999999999</c:v>
                </c:pt>
                <c:pt idx="5801">
                  <c:v>1801.0632000000001</c:v>
                </c:pt>
                <c:pt idx="5802">
                  <c:v>1801.3679999999999</c:v>
                </c:pt>
                <c:pt idx="5803">
                  <c:v>1801.6728000000001</c:v>
                </c:pt>
                <c:pt idx="5804">
                  <c:v>1801.9775999999999</c:v>
                </c:pt>
                <c:pt idx="5805">
                  <c:v>1802.2824000000001</c:v>
                </c:pt>
                <c:pt idx="5806">
                  <c:v>1802.5871999999999</c:v>
                </c:pt>
                <c:pt idx="5807">
                  <c:v>1802.8920000000001</c:v>
                </c:pt>
                <c:pt idx="5808">
                  <c:v>1803.1967999999999</c:v>
                </c:pt>
                <c:pt idx="5809">
                  <c:v>1803.5016000000001</c:v>
                </c:pt>
                <c:pt idx="5810">
                  <c:v>1803.8063999999999</c:v>
                </c:pt>
                <c:pt idx="5811">
                  <c:v>1804.1112000000001</c:v>
                </c:pt>
                <c:pt idx="5812">
                  <c:v>1804.4159999999999</c:v>
                </c:pt>
                <c:pt idx="5813">
                  <c:v>1804.7208000000001</c:v>
                </c:pt>
                <c:pt idx="5814">
                  <c:v>1805.0255999999999</c:v>
                </c:pt>
                <c:pt idx="5815">
                  <c:v>1805.3304000000001</c:v>
                </c:pt>
                <c:pt idx="5816">
                  <c:v>1805.6351999999999</c:v>
                </c:pt>
                <c:pt idx="5817">
                  <c:v>1805.94</c:v>
                </c:pt>
                <c:pt idx="5818">
                  <c:v>1806.2447999999999</c:v>
                </c:pt>
                <c:pt idx="5819">
                  <c:v>1806.5496000000001</c:v>
                </c:pt>
                <c:pt idx="5820">
                  <c:v>1806.8543999999999</c:v>
                </c:pt>
                <c:pt idx="5821">
                  <c:v>1807.1592000000001</c:v>
                </c:pt>
                <c:pt idx="5822">
                  <c:v>1807.4639999999999</c:v>
                </c:pt>
                <c:pt idx="5823">
                  <c:v>1807.7688000000001</c:v>
                </c:pt>
                <c:pt idx="5824">
                  <c:v>1808.0735999999999</c:v>
                </c:pt>
                <c:pt idx="5825">
                  <c:v>1808.3784000000001</c:v>
                </c:pt>
                <c:pt idx="5826">
                  <c:v>1808.6831999999999</c:v>
                </c:pt>
                <c:pt idx="5827">
                  <c:v>1808.9880000000001</c:v>
                </c:pt>
                <c:pt idx="5828">
                  <c:v>1809.2927999999999</c:v>
                </c:pt>
                <c:pt idx="5829">
                  <c:v>1809.5976000000001</c:v>
                </c:pt>
                <c:pt idx="5830">
                  <c:v>1809.9023999999999</c:v>
                </c:pt>
                <c:pt idx="5831">
                  <c:v>1810.2072000000001</c:v>
                </c:pt>
                <c:pt idx="5832">
                  <c:v>1810.5119999999999</c:v>
                </c:pt>
                <c:pt idx="5833">
                  <c:v>1810.8168000000001</c:v>
                </c:pt>
                <c:pt idx="5834">
                  <c:v>1811.1215999999999</c:v>
                </c:pt>
                <c:pt idx="5835">
                  <c:v>1811.4264000000001</c:v>
                </c:pt>
                <c:pt idx="5836">
                  <c:v>1811.7311999999999</c:v>
                </c:pt>
                <c:pt idx="5837">
                  <c:v>1812.0360000000001</c:v>
                </c:pt>
                <c:pt idx="5838">
                  <c:v>1812.3407999999999</c:v>
                </c:pt>
                <c:pt idx="5839">
                  <c:v>1812.6456000000001</c:v>
                </c:pt>
                <c:pt idx="5840">
                  <c:v>1812.9503999999999</c:v>
                </c:pt>
                <c:pt idx="5841">
                  <c:v>1813.2552000000001</c:v>
                </c:pt>
                <c:pt idx="5842">
                  <c:v>1813.56</c:v>
                </c:pt>
                <c:pt idx="5843">
                  <c:v>1813.8648000000001</c:v>
                </c:pt>
                <c:pt idx="5844">
                  <c:v>1814.1695999999999</c:v>
                </c:pt>
                <c:pt idx="5845">
                  <c:v>1814.4744000000001</c:v>
                </c:pt>
                <c:pt idx="5846">
                  <c:v>1814.7791999999999</c:v>
                </c:pt>
                <c:pt idx="5847">
                  <c:v>1815.0840000000001</c:v>
                </c:pt>
                <c:pt idx="5848">
                  <c:v>1815.3887999999999</c:v>
                </c:pt>
                <c:pt idx="5849">
                  <c:v>1815.6936000000001</c:v>
                </c:pt>
                <c:pt idx="5850">
                  <c:v>1815.9983999999999</c:v>
                </c:pt>
                <c:pt idx="5851">
                  <c:v>1816.3032000000001</c:v>
                </c:pt>
                <c:pt idx="5852">
                  <c:v>1816.6079999999999</c:v>
                </c:pt>
                <c:pt idx="5853">
                  <c:v>1816.9128000000001</c:v>
                </c:pt>
                <c:pt idx="5854">
                  <c:v>1817.2175999999999</c:v>
                </c:pt>
                <c:pt idx="5855">
                  <c:v>1817.5224000000001</c:v>
                </c:pt>
                <c:pt idx="5856">
                  <c:v>1817.8271999999999</c:v>
                </c:pt>
                <c:pt idx="5857">
                  <c:v>1818.1320000000001</c:v>
                </c:pt>
                <c:pt idx="5858">
                  <c:v>1818.4367999999999</c:v>
                </c:pt>
                <c:pt idx="5859">
                  <c:v>1818.7416000000001</c:v>
                </c:pt>
                <c:pt idx="5860">
                  <c:v>1819.0463999999999</c:v>
                </c:pt>
                <c:pt idx="5861">
                  <c:v>1819.3512000000001</c:v>
                </c:pt>
                <c:pt idx="5862">
                  <c:v>1819.6559999999999</c:v>
                </c:pt>
                <c:pt idx="5863">
                  <c:v>1819.9608000000001</c:v>
                </c:pt>
                <c:pt idx="5864">
                  <c:v>1820.2655999999999</c:v>
                </c:pt>
                <c:pt idx="5865">
                  <c:v>1820.5704000000001</c:v>
                </c:pt>
                <c:pt idx="5866">
                  <c:v>1820.8751999999999</c:v>
                </c:pt>
                <c:pt idx="5867">
                  <c:v>1821.18</c:v>
                </c:pt>
                <c:pt idx="5868">
                  <c:v>1821.4848</c:v>
                </c:pt>
                <c:pt idx="5869">
                  <c:v>1821.7896000000001</c:v>
                </c:pt>
                <c:pt idx="5870">
                  <c:v>1822.0944</c:v>
                </c:pt>
                <c:pt idx="5871">
                  <c:v>1822.3992000000001</c:v>
                </c:pt>
                <c:pt idx="5872">
                  <c:v>1822.704</c:v>
                </c:pt>
                <c:pt idx="5873">
                  <c:v>1823.0088000000001</c:v>
                </c:pt>
                <c:pt idx="5874">
                  <c:v>1823.3136</c:v>
                </c:pt>
                <c:pt idx="5875">
                  <c:v>1823.6184000000001</c:v>
                </c:pt>
                <c:pt idx="5876">
                  <c:v>1823.9232</c:v>
                </c:pt>
                <c:pt idx="5877">
                  <c:v>1824.2280000000001</c:v>
                </c:pt>
                <c:pt idx="5878">
                  <c:v>1824.5328</c:v>
                </c:pt>
                <c:pt idx="5879">
                  <c:v>1824.8376000000001</c:v>
                </c:pt>
                <c:pt idx="5880">
                  <c:v>1825.1424</c:v>
                </c:pt>
                <c:pt idx="5881">
                  <c:v>1825.4472000000001</c:v>
                </c:pt>
                <c:pt idx="5882">
                  <c:v>1825.752</c:v>
                </c:pt>
                <c:pt idx="5883">
                  <c:v>1826.0568000000001</c:v>
                </c:pt>
                <c:pt idx="5884">
                  <c:v>1826.3616</c:v>
                </c:pt>
                <c:pt idx="5885">
                  <c:v>1826.6664000000001</c:v>
                </c:pt>
                <c:pt idx="5886">
                  <c:v>1826.9712</c:v>
                </c:pt>
                <c:pt idx="5887">
                  <c:v>1827.2760000000001</c:v>
                </c:pt>
                <c:pt idx="5888">
                  <c:v>1827.5808</c:v>
                </c:pt>
                <c:pt idx="5889">
                  <c:v>1827.8856000000001</c:v>
                </c:pt>
                <c:pt idx="5890">
                  <c:v>1828.1904</c:v>
                </c:pt>
                <c:pt idx="5891">
                  <c:v>1828.4952000000001</c:v>
                </c:pt>
                <c:pt idx="5892">
                  <c:v>1828.8</c:v>
                </c:pt>
                <c:pt idx="5893">
                  <c:v>1829.1048000000001</c:v>
                </c:pt>
                <c:pt idx="5894">
                  <c:v>1829.4096</c:v>
                </c:pt>
                <c:pt idx="5895">
                  <c:v>1829.7144000000001</c:v>
                </c:pt>
                <c:pt idx="5896">
                  <c:v>1830.0192</c:v>
                </c:pt>
                <c:pt idx="5897">
                  <c:v>1830.3240000000001</c:v>
                </c:pt>
                <c:pt idx="5898">
                  <c:v>1830.6288</c:v>
                </c:pt>
                <c:pt idx="5899">
                  <c:v>1830.9336000000001</c:v>
                </c:pt>
                <c:pt idx="5900">
                  <c:v>1831.2384</c:v>
                </c:pt>
                <c:pt idx="5901">
                  <c:v>1831.5432000000001</c:v>
                </c:pt>
                <c:pt idx="5902">
                  <c:v>1831.848</c:v>
                </c:pt>
                <c:pt idx="5903">
                  <c:v>1832.1528000000001</c:v>
                </c:pt>
                <c:pt idx="5904">
                  <c:v>1832.4576</c:v>
                </c:pt>
                <c:pt idx="5905">
                  <c:v>1832.7624000000001</c:v>
                </c:pt>
                <c:pt idx="5906">
                  <c:v>1833.0672</c:v>
                </c:pt>
                <c:pt idx="5907">
                  <c:v>1833.3720000000001</c:v>
                </c:pt>
                <c:pt idx="5908">
                  <c:v>1833.6768</c:v>
                </c:pt>
                <c:pt idx="5909">
                  <c:v>1833.9816000000001</c:v>
                </c:pt>
                <c:pt idx="5910">
                  <c:v>1834.2864</c:v>
                </c:pt>
                <c:pt idx="5911">
                  <c:v>1834.5912000000001</c:v>
                </c:pt>
                <c:pt idx="5912">
                  <c:v>1834.896</c:v>
                </c:pt>
                <c:pt idx="5913">
                  <c:v>1835.2008000000001</c:v>
                </c:pt>
                <c:pt idx="5914">
                  <c:v>1835.5056</c:v>
                </c:pt>
                <c:pt idx="5915">
                  <c:v>1835.8104000000001</c:v>
                </c:pt>
                <c:pt idx="5916">
                  <c:v>1836.1152</c:v>
                </c:pt>
                <c:pt idx="5917">
                  <c:v>1836.42</c:v>
                </c:pt>
                <c:pt idx="5918">
                  <c:v>1836.7248</c:v>
                </c:pt>
                <c:pt idx="5919">
                  <c:v>1837.0296000000001</c:v>
                </c:pt>
                <c:pt idx="5920">
                  <c:v>1837.3344</c:v>
                </c:pt>
                <c:pt idx="5921">
                  <c:v>1837.6392000000001</c:v>
                </c:pt>
                <c:pt idx="5922">
                  <c:v>1837.944</c:v>
                </c:pt>
                <c:pt idx="5923">
                  <c:v>1838.2488000000001</c:v>
                </c:pt>
                <c:pt idx="5924">
                  <c:v>1838.5536</c:v>
                </c:pt>
                <c:pt idx="5925">
                  <c:v>1838.8584000000001</c:v>
                </c:pt>
                <c:pt idx="5926">
                  <c:v>1839.1632</c:v>
                </c:pt>
                <c:pt idx="5927">
                  <c:v>1839.4680000000001</c:v>
                </c:pt>
                <c:pt idx="5928">
                  <c:v>1839.7728</c:v>
                </c:pt>
                <c:pt idx="5929">
                  <c:v>1840.0776000000001</c:v>
                </c:pt>
                <c:pt idx="5930">
                  <c:v>1840.3824</c:v>
                </c:pt>
                <c:pt idx="5931">
                  <c:v>1840.6872000000001</c:v>
                </c:pt>
                <c:pt idx="5932">
                  <c:v>1840.992</c:v>
                </c:pt>
                <c:pt idx="5933">
                  <c:v>1841.2968000000001</c:v>
                </c:pt>
                <c:pt idx="5934">
                  <c:v>1841.6016</c:v>
                </c:pt>
                <c:pt idx="5935">
                  <c:v>1841.9064000000001</c:v>
                </c:pt>
                <c:pt idx="5936">
                  <c:v>1842.2112</c:v>
                </c:pt>
                <c:pt idx="5937">
                  <c:v>1842.5160000000001</c:v>
                </c:pt>
                <c:pt idx="5938">
                  <c:v>1842.8208</c:v>
                </c:pt>
                <c:pt idx="5939">
                  <c:v>1843.1256000000001</c:v>
                </c:pt>
                <c:pt idx="5940">
                  <c:v>1843.4304</c:v>
                </c:pt>
                <c:pt idx="5941">
                  <c:v>1843.7352000000001</c:v>
                </c:pt>
                <c:pt idx="5942">
                  <c:v>1844.04</c:v>
                </c:pt>
                <c:pt idx="5943">
                  <c:v>1844.3448000000001</c:v>
                </c:pt>
                <c:pt idx="5944">
                  <c:v>1844.6496</c:v>
                </c:pt>
                <c:pt idx="5945">
                  <c:v>1844.9544000000001</c:v>
                </c:pt>
                <c:pt idx="5946">
                  <c:v>1845.2592</c:v>
                </c:pt>
                <c:pt idx="5947">
                  <c:v>1845.5640000000001</c:v>
                </c:pt>
                <c:pt idx="5948">
                  <c:v>1845.8688</c:v>
                </c:pt>
                <c:pt idx="5949">
                  <c:v>1846.1736000000001</c:v>
                </c:pt>
                <c:pt idx="5950">
                  <c:v>1846.4784</c:v>
                </c:pt>
                <c:pt idx="5951">
                  <c:v>1846.7832000000001</c:v>
                </c:pt>
                <c:pt idx="5952">
                  <c:v>1847.088</c:v>
                </c:pt>
                <c:pt idx="5953">
                  <c:v>1847.3928000000001</c:v>
                </c:pt>
                <c:pt idx="5954">
                  <c:v>1847.6976</c:v>
                </c:pt>
                <c:pt idx="5955">
                  <c:v>1848.0024000000001</c:v>
                </c:pt>
                <c:pt idx="5956">
                  <c:v>1848.3072</c:v>
                </c:pt>
                <c:pt idx="5957">
                  <c:v>1848.6120000000001</c:v>
                </c:pt>
                <c:pt idx="5958">
                  <c:v>1848.9168</c:v>
                </c:pt>
                <c:pt idx="5959">
                  <c:v>1849.2216000000001</c:v>
                </c:pt>
                <c:pt idx="5960">
                  <c:v>1849.5264</c:v>
                </c:pt>
                <c:pt idx="5961">
                  <c:v>1849.8312000000001</c:v>
                </c:pt>
                <c:pt idx="5962">
                  <c:v>1850.136</c:v>
                </c:pt>
                <c:pt idx="5963">
                  <c:v>1850.4408000000001</c:v>
                </c:pt>
                <c:pt idx="5964">
                  <c:v>1850.7456</c:v>
                </c:pt>
                <c:pt idx="5965">
                  <c:v>1851.0504000000001</c:v>
                </c:pt>
                <c:pt idx="5966">
                  <c:v>1851.3552</c:v>
                </c:pt>
                <c:pt idx="5967">
                  <c:v>1851.66</c:v>
                </c:pt>
                <c:pt idx="5968">
                  <c:v>1851.9648</c:v>
                </c:pt>
                <c:pt idx="5969">
                  <c:v>1852.2696000000001</c:v>
                </c:pt>
                <c:pt idx="5970">
                  <c:v>1852.5744</c:v>
                </c:pt>
                <c:pt idx="5971">
                  <c:v>1852.8792000000001</c:v>
                </c:pt>
                <c:pt idx="5972">
                  <c:v>1853.184</c:v>
                </c:pt>
                <c:pt idx="5973">
                  <c:v>1853.4888000000001</c:v>
                </c:pt>
                <c:pt idx="5974">
                  <c:v>1853.7936</c:v>
                </c:pt>
                <c:pt idx="5975">
                  <c:v>1854.0984000000001</c:v>
                </c:pt>
                <c:pt idx="5976">
                  <c:v>1854.4032</c:v>
                </c:pt>
                <c:pt idx="5977">
                  <c:v>1854.7080000000001</c:v>
                </c:pt>
                <c:pt idx="5978">
                  <c:v>1855.0128</c:v>
                </c:pt>
                <c:pt idx="5979">
                  <c:v>1855.3176000000001</c:v>
                </c:pt>
                <c:pt idx="5980">
                  <c:v>1855.6224</c:v>
                </c:pt>
                <c:pt idx="5981">
                  <c:v>1855.9272000000001</c:v>
                </c:pt>
                <c:pt idx="5982">
                  <c:v>1856.232</c:v>
                </c:pt>
                <c:pt idx="5983">
                  <c:v>1856.5368000000001</c:v>
                </c:pt>
                <c:pt idx="5984">
                  <c:v>1856.8416</c:v>
                </c:pt>
                <c:pt idx="5985">
                  <c:v>1857.1464000000001</c:v>
                </c:pt>
                <c:pt idx="5986">
                  <c:v>1857.4512</c:v>
                </c:pt>
                <c:pt idx="5987">
                  <c:v>1857.7560000000001</c:v>
                </c:pt>
                <c:pt idx="5988">
                  <c:v>1858.0608</c:v>
                </c:pt>
                <c:pt idx="5989">
                  <c:v>1858.3656000000001</c:v>
                </c:pt>
                <c:pt idx="5990">
                  <c:v>1858.6704</c:v>
                </c:pt>
                <c:pt idx="5991">
                  <c:v>1858.9752000000001</c:v>
                </c:pt>
                <c:pt idx="5992">
                  <c:v>1859.28</c:v>
                </c:pt>
                <c:pt idx="5993">
                  <c:v>1859.5848000000001</c:v>
                </c:pt>
                <c:pt idx="5994">
                  <c:v>1859.8896</c:v>
                </c:pt>
                <c:pt idx="5995">
                  <c:v>1860.1944000000001</c:v>
                </c:pt>
                <c:pt idx="5996">
                  <c:v>1860.4992</c:v>
                </c:pt>
                <c:pt idx="5997">
                  <c:v>1860.8040000000001</c:v>
                </c:pt>
                <c:pt idx="5998">
                  <c:v>1861.1088</c:v>
                </c:pt>
                <c:pt idx="5999">
                  <c:v>1861.4136000000001</c:v>
                </c:pt>
                <c:pt idx="6000">
                  <c:v>1861.7184</c:v>
                </c:pt>
                <c:pt idx="6001">
                  <c:v>1862.0232000000001</c:v>
                </c:pt>
                <c:pt idx="6002">
                  <c:v>1862.328</c:v>
                </c:pt>
                <c:pt idx="6003">
                  <c:v>1862.6328000000001</c:v>
                </c:pt>
                <c:pt idx="6004">
                  <c:v>1862.9376</c:v>
                </c:pt>
                <c:pt idx="6005">
                  <c:v>1863.2424000000001</c:v>
                </c:pt>
                <c:pt idx="6006">
                  <c:v>1863.5472</c:v>
                </c:pt>
                <c:pt idx="6007">
                  <c:v>1863.8520000000001</c:v>
                </c:pt>
                <c:pt idx="6008">
                  <c:v>1864.1568</c:v>
                </c:pt>
                <c:pt idx="6009">
                  <c:v>1864.4616000000001</c:v>
                </c:pt>
                <c:pt idx="6010">
                  <c:v>1864.7664</c:v>
                </c:pt>
                <c:pt idx="6011">
                  <c:v>1865.0712000000001</c:v>
                </c:pt>
                <c:pt idx="6012">
                  <c:v>1865.376</c:v>
                </c:pt>
                <c:pt idx="6013">
                  <c:v>1865.6808000000001</c:v>
                </c:pt>
                <c:pt idx="6014">
                  <c:v>1865.9856</c:v>
                </c:pt>
                <c:pt idx="6015">
                  <c:v>1866.2904000000001</c:v>
                </c:pt>
                <c:pt idx="6016">
                  <c:v>1866.5952</c:v>
                </c:pt>
                <c:pt idx="6017">
                  <c:v>1866.9</c:v>
                </c:pt>
                <c:pt idx="6018">
                  <c:v>1867.2048</c:v>
                </c:pt>
                <c:pt idx="6019">
                  <c:v>1867.5096000000001</c:v>
                </c:pt>
                <c:pt idx="6020">
                  <c:v>1867.8144</c:v>
                </c:pt>
                <c:pt idx="6021">
                  <c:v>1868.1192000000001</c:v>
                </c:pt>
                <c:pt idx="6022">
                  <c:v>1868.424</c:v>
                </c:pt>
                <c:pt idx="6023">
                  <c:v>1868.7288000000001</c:v>
                </c:pt>
                <c:pt idx="6024">
                  <c:v>1869.0336</c:v>
                </c:pt>
                <c:pt idx="6025">
                  <c:v>1869.3384000000001</c:v>
                </c:pt>
                <c:pt idx="6026">
                  <c:v>1869.6432</c:v>
                </c:pt>
                <c:pt idx="6027">
                  <c:v>1869.9480000000001</c:v>
                </c:pt>
                <c:pt idx="6028">
                  <c:v>1870.2528</c:v>
                </c:pt>
                <c:pt idx="6029">
                  <c:v>1870.5576000000001</c:v>
                </c:pt>
                <c:pt idx="6030">
                  <c:v>1870.8624</c:v>
                </c:pt>
                <c:pt idx="6031">
                  <c:v>1871.1672000000001</c:v>
                </c:pt>
                <c:pt idx="6032">
                  <c:v>1871.472</c:v>
                </c:pt>
                <c:pt idx="6033">
                  <c:v>1871.7768000000001</c:v>
                </c:pt>
                <c:pt idx="6034">
                  <c:v>1872.0816</c:v>
                </c:pt>
                <c:pt idx="6035">
                  <c:v>1872.3864000000001</c:v>
                </c:pt>
                <c:pt idx="6036">
                  <c:v>1872.6912</c:v>
                </c:pt>
                <c:pt idx="6037">
                  <c:v>1872.9960000000001</c:v>
                </c:pt>
                <c:pt idx="6038">
                  <c:v>1873.3008</c:v>
                </c:pt>
                <c:pt idx="6039">
                  <c:v>1873.6056000000001</c:v>
                </c:pt>
                <c:pt idx="6040">
                  <c:v>1873.9104</c:v>
                </c:pt>
                <c:pt idx="6041">
                  <c:v>1874.2152000000001</c:v>
                </c:pt>
                <c:pt idx="6042">
                  <c:v>1874.52</c:v>
                </c:pt>
                <c:pt idx="6043">
                  <c:v>1874.8248000000001</c:v>
                </c:pt>
                <c:pt idx="6044">
                  <c:v>1875.1296</c:v>
                </c:pt>
                <c:pt idx="6045">
                  <c:v>1875.4344000000001</c:v>
                </c:pt>
                <c:pt idx="6046">
                  <c:v>1875.7392</c:v>
                </c:pt>
                <c:pt idx="6047">
                  <c:v>1876.0440000000001</c:v>
                </c:pt>
                <c:pt idx="6048">
                  <c:v>1876.3488</c:v>
                </c:pt>
                <c:pt idx="6049">
                  <c:v>1876.6536000000001</c:v>
                </c:pt>
                <c:pt idx="6050">
                  <c:v>1876.9584</c:v>
                </c:pt>
                <c:pt idx="6051">
                  <c:v>1877.2632000000001</c:v>
                </c:pt>
                <c:pt idx="6052">
                  <c:v>1877.568</c:v>
                </c:pt>
                <c:pt idx="6053">
                  <c:v>1877.8728000000001</c:v>
                </c:pt>
                <c:pt idx="6054">
                  <c:v>1878.1776</c:v>
                </c:pt>
                <c:pt idx="6055">
                  <c:v>1878.4824000000001</c:v>
                </c:pt>
                <c:pt idx="6056">
                  <c:v>1878.7872</c:v>
                </c:pt>
                <c:pt idx="6057">
                  <c:v>1879.0920000000001</c:v>
                </c:pt>
                <c:pt idx="6058">
                  <c:v>1879.3968</c:v>
                </c:pt>
                <c:pt idx="6059">
                  <c:v>1879.7016000000001</c:v>
                </c:pt>
                <c:pt idx="6060">
                  <c:v>1880.0064</c:v>
                </c:pt>
                <c:pt idx="6061">
                  <c:v>1880.3112000000001</c:v>
                </c:pt>
                <c:pt idx="6062">
                  <c:v>1880.616</c:v>
                </c:pt>
                <c:pt idx="6063">
                  <c:v>1880.9208000000001</c:v>
                </c:pt>
                <c:pt idx="6064">
                  <c:v>1881.2256</c:v>
                </c:pt>
                <c:pt idx="6065">
                  <c:v>1881.5304000000001</c:v>
                </c:pt>
                <c:pt idx="6066">
                  <c:v>1881.8352</c:v>
                </c:pt>
                <c:pt idx="6067">
                  <c:v>1882.14</c:v>
                </c:pt>
                <c:pt idx="6068">
                  <c:v>1882.4448</c:v>
                </c:pt>
                <c:pt idx="6069">
                  <c:v>1882.7496000000001</c:v>
                </c:pt>
                <c:pt idx="6070">
                  <c:v>1883.0544</c:v>
                </c:pt>
                <c:pt idx="6071">
                  <c:v>1883.3592000000001</c:v>
                </c:pt>
                <c:pt idx="6072">
                  <c:v>1883.664</c:v>
                </c:pt>
                <c:pt idx="6073">
                  <c:v>1883.9688000000001</c:v>
                </c:pt>
                <c:pt idx="6074">
                  <c:v>1884.2736</c:v>
                </c:pt>
                <c:pt idx="6075">
                  <c:v>1884.5784000000001</c:v>
                </c:pt>
                <c:pt idx="6076">
                  <c:v>1884.8832</c:v>
                </c:pt>
                <c:pt idx="6077">
                  <c:v>1885.1880000000001</c:v>
                </c:pt>
                <c:pt idx="6078">
                  <c:v>1885.4928</c:v>
                </c:pt>
                <c:pt idx="6079">
                  <c:v>1885.7976000000001</c:v>
                </c:pt>
                <c:pt idx="6080">
                  <c:v>1886.1024</c:v>
                </c:pt>
                <c:pt idx="6081">
                  <c:v>1886.4072000000001</c:v>
                </c:pt>
                <c:pt idx="6082">
                  <c:v>1886.712</c:v>
                </c:pt>
                <c:pt idx="6083">
                  <c:v>1887.0168000000001</c:v>
                </c:pt>
                <c:pt idx="6084">
                  <c:v>1887.3216</c:v>
                </c:pt>
                <c:pt idx="6085">
                  <c:v>1887.6264000000001</c:v>
                </c:pt>
                <c:pt idx="6086">
                  <c:v>1887.9312</c:v>
                </c:pt>
                <c:pt idx="6087">
                  <c:v>1888.2360000000001</c:v>
                </c:pt>
                <c:pt idx="6088">
                  <c:v>1888.5408</c:v>
                </c:pt>
                <c:pt idx="6089">
                  <c:v>1888.8456000000001</c:v>
                </c:pt>
                <c:pt idx="6090">
                  <c:v>1889.1504</c:v>
                </c:pt>
                <c:pt idx="6091">
                  <c:v>1889.4552000000001</c:v>
                </c:pt>
                <c:pt idx="6092">
                  <c:v>1889.76</c:v>
                </c:pt>
                <c:pt idx="6093">
                  <c:v>1890.0648000000001</c:v>
                </c:pt>
                <c:pt idx="6094">
                  <c:v>1890.3696</c:v>
                </c:pt>
                <c:pt idx="6095">
                  <c:v>1890.6744000000001</c:v>
                </c:pt>
                <c:pt idx="6096">
                  <c:v>1890.9792</c:v>
                </c:pt>
                <c:pt idx="6097">
                  <c:v>1891.2840000000001</c:v>
                </c:pt>
                <c:pt idx="6098">
                  <c:v>1891.5888</c:v>
                </c:pt>
                <c:pt idx="6099">
                  <c:v>1891.8936000000001</c:v>
                </c:pt>
                <c:pt idx="6100">
                  <c:v>1892.1984</c:v>
                </c:pt>
                <c:pt idx="6101">
                  <c:v>1892.5032000000001</c:v>
                </c:pt>
                <c:pt idx="6102">
                  <c:v>1892.808</c:v>
                </c:pt>
                <c:pt idx="6103">
                  <c:v>1893.1128000000001</c:v>
                </c:pt>
                <c:pt idx="6104">
                  <c:v>1893.4176</c:v>
                </c:pt>
                <c:pt idx="6105">
                  <c:v>1893.7224000000001</c:v>
                </c:pt>
                <c:pt idx="6106">
                  <c:v>1894.0272</c:v>
                </c:pt>
                <c:pt idx="6107">
                  <c:v>1894.3320000000001</c:v>
                </c:pt>
                <c:pt idx="6108">
                  <c:v>1894.6368</c:v>
                </c:pt>
                <c:pt idx="6109">
                  <c:v>1894.9416000000001</c:v>
                </c:pt>
                <c:pt idx="6110">
                  <c:v>1895.2464</c:v>
                </c:pt>
                <c:pt idx="6111">
                  <c:v>1895.5512000000001</c:v>
                </c:pt>
                <c:pt idx="6112">
                  <c:v>1895.856</c:v>
                </c:pt>
                <c:pt idx="6113">
                  <c:v>1896.1608000000001</c:v>
                </c:pt>
                <c:pt idx="6114">
                  <c:v>1896.4656</c:v>
                </c:pt>
                <c:pt idx="6115">
                  <c:v>1896.7704000000001</c:v>
                </c:pt>
                <c:pt idx="6116">
                  <c:v>1897.0752</c:v>
                </c:pt>
                <c:pt idx="6117">
                  <c:v>1897.38</c:v>
                </c:pt>
                <c:pt idx="6118">
                  <c:v>1897.6848</c:v>
                </c:pt>
                <c:pt idx="6119">
                  <c:v>1897.9896000000001</c:v>
                </c:pt>
                <c:pt idx="6120">
                  <c:v>1898.2944</c:v>
                </c:pt>
                <c:pt idx="6121">
                  <c:v>1898.5992000000001</c:v>
                </c:pt>
                <c:pt idx="6122">
                  <c:v>1898.904</c:v>
                </c:pt>
                <c:pt idx="6123">
                  <c:v>1899.2088000000001</c:v>
                </c:pt>
                <c:pt idx="6124">
                  <c:v>1899.5136</c:v>
                </c:pt>
                <c:pt idx="6125">
                  <c:v>1899.8184000000001</c:v>
                </c:pt>
                <c:pt idx="6126">
                  <c:v>1900.1232</c:v>
                </c:pt>
                <c:pt idx="6127">
                  <c:v>1900.4280000000001</c:v>
                </c:pt>
                <c:pt idx="6128">
                  <c:v>1900.7328</c:v>
                </c:pt>
                <c:pt idx="6129">
                  <c:v>1901.0376000000001</c:v>
                </c:pt>
                <c:pt idx="6130">
                  <c:v>1901.3424</c:v>
                </c:pt>
                <c:pt idx="6131">
                  <c:v>1901.6472000000001</c:v>
                </c:pt>
                <c:pt idx="6132">
                  <c:v>1901.952</c:v>
                </c:pt>
                <c:pt idx="6133">
                  <c:v>1902.2568000000001</c:v>
                </c:pt>
                <c:pt idx="6134">
                  <c:v>1902.5616</c:v>
                </c:pt>
                <c:pt idx="6135">
                  <c:v>1902.8664000000001</c:v>
                </c:pt>
                <c:pt idx="6136">
                  <c:v>1903.1712</c:v>
                </c:pt>
                <c:pt idx="6137">
                  <c:v>1903.4760000000001</c:v>
                </c:pt>
                <c:pt idx="6138">
                  <c:v>1903.7808</c:v>
                </c:pt>
                <c:pt idx="6139">
                  <c:v>1904.0856000000001</c:v>
                </c:pt>
                <c:pt idx="6140">
                  <c:v>1904.3904</c:v>
                </c:pt>
                <c:pt idx="6141">
                  <c:v>1904.6952000000001</c:v>
                </c:pt>
                <c:pt idx="6142">
                  <c:v>1905</c:v>
                </c:pt>
                <c:pt idx="6143">
                  <c:v>1905.3047999999999</c:v>
                </c:pt>
                <c:pt idx="6144">
                  <c:v>1905.6096</c:v>
                </c:pt>
                <c:pt idx="6145">
                  <c:v>1905.9143999999999</c:v>
                </c:pt>
                <c:pt idx="6146">
                  <c:v>1906.2192</c:v>
                </c:pt>
                <c:pt idx="6147">
                  <c:v>1906.5239999999999</c:v>
                </c:pt>
                <c:pt idx="6148">
                  <c:v>1906.8288</c:v>
                </c:pt>
                <c:pt idx="6149">
                  <c:v>1907.1335999999999</c:v>
                </c:pt>
                <c:pt idx="6150">
                  <c:v>1907.4384</c:v>
                </c:pt>
                <c:pt idx="6151">
                  <c:v>1907.7431999999999</c:v>
                </c:pt>
                <c:pt idx="6152">
                  <c:v>1908.048</c:v>
                </c:pt>
                <c:pt idx="6153">
                  <c:v>1908.3527999999999</c:v>
                </c:pt>
                <c:pt idx="6154">
                  <c:v>1742.9683199999997</c:v>
                </c:pt>
                <c:pt idx="6155">
                  <c:v>1908.9623999999999</c:v>
                </c:pt>
                <c:pt idx="6156">
                  <c:v>1909.2672</c:v>
                </c:pt>
                <c:pt idx="6157">
                  <c:v>1909.5719999999999</c:v>
                </c:pt>
                <c:pt idx="6158">
                  <c:v>1909.8768</c:v>
                </c:pt>
                <c:pt idx="6159">
                  <c:v>1910.1815999999999</c:v>
                </c:pt>
                <c:pt idx="6160">
                  <c:v>1910.4864</c:v>
                </c:pt>
                <c:pt idx="6161">
                  <c:v>1910.7911999999999</c:v>
                </c:pt>
                <c:pt idx="6162">
                  <c:v>1911.096</c:v>
                </c:pt>
                <c:pt idx="6163">
                  <c:v>1911.4007999999999</c:v>
                </c:pt>
                <c:pt idx="6164">
                  <c:v>1911.7056</c:v>
                </c:pt>
                <c:pt idx="6165">
                  <c:v>1912.0103999999999</c:v>
                </c:pt>
                <c:pt idx="6166">
                  <c:v>1912.3152</c:v>
                </c:pt>
                <c:pt idx="6167">
                  <c:v>1912.62</c:v>
                </c:pt>
                <c:pt idx="6168">
                  <c:v>1912.9248</c:v>
                </c:pt>
                <c:pt idx="6169">
                  <c:v>1913.2295999999999</c:v>
                </c:pt>
                <c:pt idx="6170">
                  <c:v>1913.5344</c:v>
                </c:pt>
                <c:pt idx="6171">
                  <c:v>1913.8391999999999</c:v>
                </c:pt>
                <c:pt idx="6172">
                  <c:v>1914.144</c:v>
                </c:pt>
                <c:pt idx="6173">
                  <c:v>1914.4487999999999</c:v>
                </c:pt>
                <c:pt idx="6174">
                  <c:v>1914.7536</c:v>
                </c:pt>
                <c:pt idx="6175">
                  <c:v>1915.0583999999999</c:v>
                </c:pt>
                <c:pt idx="6176">
                  <c:v>1915.3632</c:v>
                </c:pt>
                <c:pt idx="6177">
                  <c:v>1915.6679999999999</c:v>
                </c:pt>
                <c:pt idx="6178">
                  <c:v>1915.9728</c:v>
                </c:pt>
                <c:pt idx="6179">
                  <c:v>1916.2775999999999</c:v>
                </c:pt>
                <c:pt idx="6180">
                  <c:v>1916.5824</c:v>
                </c:pt>
                <c:pt idx="6181">
                  <c:v>1916.8871999999999</c:v>
                </c:pt>
                <c:pt idx="6182">
                  <c:v>1917.192</c:v>
                </c:pt>
                <c:pt idx="6183">
                  <c:v>1917.4967999999999</c:v>
                </c:pt>
                <c:pt idx="6184">
                  <c:v>1917.8016</c:v>
                </c:pt>
                <c:pt idx="6185">
                  <c:v>1918.1063999999999</c:v>
                </c:pt>
                <c:pt idx="6186">
                  <c:v>1918.4112</c:v>
                </c:pt>
                <c:pt idx="6187">
                  <c:v>1918.7159999999999</c:v>
                </c:pt>
                <c:pt idx="6188">
                  <c:v>1919.0208</c:v>
                </c:pt>
                <c:pt idx="6189">
                  <c:v>1919.3255999999999</c:v>
                </c:pt>
                <c:pt idx="6190">
                  <c:v>1919.6304</c:v>
                </c:pt>
                <c:pt idx="6191">
                  <c:v>1919.9351999999999</c:v>
                </c:pt>
                <c:pt idx="6192">
                  <c:v>1920.24</c:v>
                </c:pt>
                <c:pt idx="6193">
                  <c:v>1920.5447999999999</c:v>
                </c:pt>
                <c:pt idx="6194">
                  <c:v>1920.8496</c:v>
                </c:pt>
                <c:pt idx="6195">
                  <c:v>1921.1543999999999</c:v>
                </c:pt>
                <c:pt idx="6196">
                  <c:v>1921.4592</c:v>
                </c:pt>
                <c:pt idx="6197">
                  <c:v>1921.7639999999999</c:v>
                </c:pt>
                <c:pt idx="6198">
                  <c:v>1922.0688</c:v>
                </c:pt>
                <c:pt idx="6199">
                  <c:v>1922.3735999999999</c:v>
                </c:pt>
                <c:pt idx="6200">
                  <c:v>1922.6784</c:v>
                </c:pt>
                <c:pt idx="6201">
                  <c:v>1922.9831999999999</c:v>
                </c:pt>
                <c:pt idx="6202">
                  <c:v>1923.288</c:v>
                </c:pt>
                <c:pt idx="6203">
                  <c:v>1923.5927999999999</c:v>
                </c:pt>
                <c:pt idx="6204">
                  <c:v>1923.8976</c:v>
                </c:pt>
                <c:pt idx="6205">
                  <c:v>1924.2023999999999</c:v>
                </c:pt>
                <c:pt idx="6206">
                  <c:v>1924.5072</c:v>
                </c:pt>
                <c:pt idx="6207">
                  <c:v>1924.8119999999999</c:v>
                </c:pt>
                <c:pt idx="6208">
                  <c:v>1925.1168</c:v>
                </c:pt>
                <c:pt idx="6209">
                  <c:v>1925.4215999999999</c:v>
                </c:pt>
                <c:pt idx="6210">
                  <c:v>1925.7264</c:v>
                </c:pt>
                <c:pt idx="6211">
                  <c:v>1926.0311999999999</c:v>
                </c:pt>
                <c:pt idx="6212">
                  <c:v>1926.336</c:v>
                </c:pt>
                <c:pt idx="6213">
                  <c:v>1926.6407999999999</c:v>
                </c:pt>
                <c:pt idx="6214">
                  <c:v>1926.9456</c:v>
                </c:pt>
                <c:pt idx="6215">
                  <c:v>1927.2503999999999</c:v>
                </c:pt>
                <c:pt idx="6216">
                  <c:v>1927.5552</c:v>
                </c:pt>
                <c:pt idx="6217">
                  <c:v>1927.86</c:v>
                </c:pt>
                <c:pt idx="6218">
                  <c:v>1928.1648</c:v>
                </c:pt>
                <c:pt idx="6219">
                  <c:v>1928.4695999999999</c:v>
                </c:pt>
                <c:pt idx="6220">
                  <c:v>1928.7744</c:v>
                </c:pt>
                <c:pt idx="6221">
                  <c:v>1929.0791999999999</c:v>
                </c:pt>
                <c:pt idx="6222">
                  <c:v>1929.384</c:v>
                </c:pt>
                <c:pt idx="6223">
                  <c:v>1929.6887999999999</c:v>
                </c:pt>
                <c:pt idx="6224">
                  <c:v>1929.9936</c:v>
                </c:pt>
                <c:pt idx="6225">
                  <c:v>1930.2983999999999</c:v>
                </c:pt>
                <c:pt idx="6226">
                  <c:v>1930.6032</c:v>
                </c:pt>
                <c:pt idx="6227">
                  <c:v>1930.9079999999999</c:v>
                </c:pt>
                <c:pt idx="6228">
                  <c:v>1931.2128</c:v>
                </c:pt>
                <c:pt idx="6229">
                  <c:v>1931.5175999999999</c:v>
                </c:pt>
                <c:pt idx="6230">
                  <c:v>1931.8224</c:v>
                </c:pt>
                <c:pt idx="6231">
                  <c:v>1932.1271999999999</c:v>
                </c:pt>
                <c:pt idx="6232">
                  <c:v>1932.432</c:v>
                </c:pt>
                <c:pt idx="6233">
                  <c:v>1932.7367999999999</c:v>
                </c:pt>
                <c:pt idx="6234">
                  <c:v>1933.0416</c:v>
                </c:pt>
                <c:pt idx="6235">
                  <c:v>1933.3463999999999</c:v>
                </c:pt>
                <c:pt idx="6236">
                  <c:v>1933.6512</c:v>
                </c:pt>
                <c:pt idx="6237">
                  <c:v>1933.9559999999999</c:v>
                </c:pt>
                <c:pt idx="6238">
                  <c:v>1934.2608</c:v>
                </c:pt>
                <c:pt idx="6239">
                  <c:v>1934.5655999999999</c:v>
                </c:pt>
                <c:pt idx="6240">
                  <c:v>1934.8704</c:v>
                </c:pt>
                <c:pt idx="6241">
                  <c:v>1935.1751999999999</c:v>
                </c:pt>
                <c:pt idx="6242">
                  <c:v>1935.48</c:v>
                </c:pt>
                <c:pt idx="6243">
                  <c:v>1935.7847999999999</c:v>
                </c:pt>
                <c:pt idx="6244">
                  <c:v>1936.0896</c:v>
                </c:pt>
                <c:pt idx="6245">
                  <c:v>1936.3943999999999</c:v>
                </c:pt>
                <c:pt idx="6246">
                  <c:v>1936.6992</c:v>
                </c:pt>
                <c:pt idx="6247">
                  <c:v>1937.0039999999999</c:v>
                </c:pt>
                <c:pt idx="6248">
                  <c:v>1937.3088</c:v>
                </c:pt>
                <c:pt idx="6249">
                  <c:v>1937.6135999999999</c:v>
                </c:pt>
                <c:pt idx="6250">
                  <c:v>1937.9184</c:v>
                </c:pt>
                <c:pt idx="6251">
                  <c:v>1938.2231999999999</c:v>
                </c:pt>
                <c:pt idx="6252">
                  <c:v>1938.528</c:v>
                </c:pt>
                <c:pt idx="6253">
                  <c:v>1938.8327999999999</c:v>
                </c:pt>
                <c:pt idx="6254">
                  <c:v>1939.1376</c:v>
                </c:pt>
                <c:pt idx="6255">
                  <c:v>1939.4423999999999</c:v>
                </c:pt>
                <c:pt idx="6256">
                  <c:v>1939.7472</c:v>
                </c:pt>
                <c:pt idx="6257">
                  <c:v>1940.0519999999999</c:v>
                </c:pt>
                <c:pt idx="6258">
                  <c:v>1940.3568</c:v>
                </c:pt>
                <c:pt idx="6259">
                  <c:v>1940.6615999999999</c:v>
                </c:pt>
                <c:pt idx="6260">
                  <c:v>1940.9664</c:v>
                </c:pt>
                <c:pt idx="6261">
                  <c:v>1941.2711999999999</c:v>
                </c:pt>
                <c:pt idx="6262">
                  <c:v>1941.576</c:v>
                </c:pt>
                <c:pt idx="6263">
                  <c:v>1941.8807999999999</c:v>
                </c:pt>
                <c:pt idx="6264">
                  <c:v>1942.1856</c:v>
                </c:pt>
                <c:pt idx="6265">
                  <c:v>1942.4903999999999</c:v>
                </c:pt>
                <c:pt idx="6266">
                  <c:v>1942.7952</c:v>
                </c:pt>
                <c:pt idx="6267">
                  <c:v>1943.1</c:v>
                </c:pt>
                <c:pt idx="6268">
                  <c:v>1943.4048</c:v>
                </c:pt>
                <c:pt idx="6269">
                  <c:v>1943.7095999999999</c:v>
                </c:pt>
                <c:pt idx="6270">
                  <c:v>1944.0144</c:v>
                </c:pt>
                <c:pt idx="6271">
                  <c:v>1944.3191999999999</c:v>
                </c:pt>
                <c:pt idx="6272">
                  <c:v>1944.624</c:v>
                </c:pt>
                <c:pt idx="6273">
                  <c:v>1944.9287999999999</c:v>
                </c:pt>
                <c:pt idx="6274">
                  <c:v>1945.2336</c:v>
                </c:pt>
                <c:pt idx="6275">
                  <c:v>1945.5383999999999</c:v>
                </c:pt>
                <c:pt idx="6276">
                  <c:v>1945.8432</c:v>
                </c:pt>
                <c:pt idx="6277">
                  <c:v>1946.1479999999999</c:v>
                </c:pt>
                <c:pt idx="6278">
                  <c:v>1946.4528</c:v>
                </c:pt>
                <c:pt idx="6279">
                  <c:v>1946.7575999999999</c:v>
                </c:pt>
                <c:pt idx="6280">
                  <c:v>1947.0624</c:v>
                </c:pt>
                <c:pt idx="6281">
                  <c:v>1947.3671999999999</c:v>
                </c:pt>
                <c:pt idx="6282">
                  <c:v>1947.672</c:v>
                </c:pt>
                <c:pt idx="6283">
                  <c:v>1947.9767999999999</c:v>
                </c:pt>
                <c:pt idx="6284">
                  <c:v>1948.2816</c:v>
                </c:pt>
                <c:pt idx="6285">
                  <c:v>1948.5863999999999</c:v>
                </c:pt>
                <c:pt idx="6286">
                  <c:v>1948.8912</c:v>
                </c:pt>
                <c:pt idx="6287">
                  <c:v>1949.1959999999999</c:v>
                </c:pt>
                <c:pt idx="6288">
                  <c:v>1949.5008</c:v>
                </c:pt>
                <c:pt idx="6289">
                  <c:v>1949.8055999999999</c:v>
                </c:pt>
                <c:pt idx="6290">
                  <c:v>1950.1104</c:v>
                </c:pt>
                <c:pt idx="6291">
                  <c:v>1950.4151999999999</c:v>
                </c:pt>
                <c:pt idx="6292">
                  <c:v>1950.72</c:v>
                </c:pt>
                <c:pt idx="6293">
                  <c:v>1951.0247999999999</c:v>
                </c:pt>
                <c:pt idx="6294">
                  <c:v>1951.3296</c:v>
                </c:pt>
                <c:pt idx="6295">
                  <c:v>1951.6343999999999</c:v>
                </c:pt>
                <c:pt idx="6296">
                  <c:v>1951.9392</c:v>
                </c:pt>
                <c:pt idx="6297">
                  <c:v>1952.2439999999999</c:v>
                </c:pt>
                <c:pt idx="6298">
                  <c:v>1952.5488</c:v>
                </c:pt>
                <c:pt idx="6299">
                  <c:v>1952.8535999999999</c:v>
                </c:pt>
                <c:pt idx="6300">
                  <c:v>1953.1584</c:v>
                </c:pt>
                <c:pt idx="6301">
                  <c:v>1953.4631999999999</c:v>
                </c:pt>
                <c:pt idx="6302">
                  <c:v>1953.768</c:v>
                </c:pt>
                <c:pt idx="6303">
                  <c:v>1954.0727999999999</c:v>
                </c:pt>
                <c:pt idx="6304">
                  <c:v>1954.3776</c:v>
                </c:pt>
                <c:pt idx="6305">
                  <c:v>1954.6823999999999</c:v>
                </c:pt>
                <c:pt idx="6306">
                  <c:v>1954.9872</c:v>
                </c:pt>
                <c:pt idx="6307">
                  <c:v>1955.2919999999999</c:v>
                </c:pt>
                <c:pt idx="6308">
                  <c:v>1955.5968</c:v>
                </c:pt>
                <c:pt idx="6309">
                  <c:v>1955.9015999999999</c:v>
                </c:pt>
                <c:pt idx="6310">
                  <c:v>1956.2064</c:v>
                </c:pt>
                <c:pt idx="6311">
                  <c:v>1956.5111999999999</c:v>
                </c:pt>
                <c:pt idx="6312">
                  <c:v>1956.816</c:v>
                </c:pt>
                <c:pt idx="6313">
                  <c:v>1957.1207999999999</c:v>
                </c:pt>
                <c:pt idx="6314">
                  <c:v>1957.4256</c:v>
                </c:pt>
                <c:pt idx="6315">
                  <c:v>1957.7303999999999</c:v>
                </c:pt>
                <c:pt idx="6316">
                  <c:v>1958.0352</c:v>
                </c:pt>
                <c:pt idx="6317">
                  <c:v>1958.34</c:v>
                </c:pt>
                <c:pt idx="6318">
                  <c:v>1958.6448</c:v>
                </c:pt>
                <c:pt idx="6319">
                  <c:v>1958.9495999999999</c:v>
                </c:pt>
                <c:pt idx="6320">
                  <c:v>1959.2544</c:v>
                </c:pt>
                <c:pt idx="6321">
                  <c:v>1959.5591999999999</c:v>
                </c:pt>
                <c:pt idx="6322">
                  <c:v>1959.864</c:v>
                </c:pt>
                <c:pt idx="6323">
                  <c:v>1960.1687999999999</c:v>
                </c:pt>
                <c:pt idx="6324">
                  <c:v>1960.4736</c:v>
                </c:pt>
                <c:pt idx="6325">
                  <c:v>1960.7783999999999</c:v>
                </c:pt>
                <c:pt idx="6326">
                  <c:v>1961.0832</c:v>
                </c:pt>
                <c:pt idx="6327">
                  <c:v>1961.3879999999999</c:v>
                </c:pt>
                <c:pt idx="6328">
                  <c:v>1961.6928</c:v>
                </c:pt>
                <c:pt idx="6329">
                  <c:v>1961.9975999999999</c:v>
                </c:pt>
                <c:pt idx="6330">
                  <c:v>1962.3024</c:v>
                </c:pt>
                <c:pt idx="6331">
                  <c:v>1962.6071999999999</c:v>
                </c:pt>
                <c:pt idx="6332">
                  <c:v>1962.912</c:v>
                </c:pt>
                <c:pt idx="6333">
                  <c:v>1963.2167999999999</c:v>
                </c:pt>
                <c:pt idx="6334">
                  <c:v>1963.5216</c:v>
                </c:pt>
                <c:pt idx="6335">
                  <c:v>1963.8263999999999</c:v>
                </c:pt>
                <c:pt idx="6336">
                  <c:v>1964.1312</c:v>
                </c:pt>
                <c:pt idx="6337">
                  <c:v>1964.4359999999999</c:v>
                </c:pt>
                <c:pt idx="6338">
                  <c:v>1964.7408</c:v>
                </c:pt>
                <c:pt idx="6339">
                  <c:v>1965.0455999999999</c:v>
                </c:pt>
                <c:pt idx="6340">
                  <c:v>1965.3504</c:v>
                </c:pt>
                <c:pt idx="6341">
                  <c:v>1965.6551999999999</c:v>
                </c:pt>
                <c:pt idx="6342">
                  <c:v>1965.96</c:v>
                </c:pt>
                <c:pt idx="6343">
                  <c:v>1966.2647999999999</c:v>
                </c:pt>
                <c:pt idx="6344">
                  <c:v>1966.5696</c:v>
                </c:pt>
                <c:pt idx="6345">
                  <c:v>1966.8743999999999</c:v>
                </c:pt>
                <c:pt idx="6346">
                  <c:v>1967.1792</c:v>
                </c:pt>
                <c:pt idx="6347">
                  <c:v>1967.4839999999999</c:v>
                </c:pt>
                <c:pt idx="6348">
                  <c:v>1967.7888</c:v>
                </c:pt>
                <c:pt idx="6349">
                  <c:v>1968.0935999999999</c:v>
                </c:pt>
                <c:pt idx="6350">
                  <c:v>1968.3984</c:v>
                </c:pt>
                <c:pt idx="6351">
                  <c:v>1968.7031999999999</c:v>
                </c:pt>
                <c:pt idx="6352">
                  <c:v>1969.008</c:v>
                </c:pt>
                <c:pt idx="6353">
                  <c:v>1969.3127999999999</c:v>
                </c:pt>
                <c:pt idx="6354">
                  <c:v>1969.6176</c:v>
                </c:pt>
                <c:pt idx="6355">
                  <c:v>1969.9223999999999</c:v>
                </c:pt>
                <c:pt idx="6356">
                  <c:v>1970.2272</c:v>
                </c:pt>
                <c:pt idx="6357">
                  <c:v>1970.5319999999999</c:v>
                </c:pt>
                <c:pt idx="6358">
                  <c:v>1970.8368</c:v>
                </c:pt>
                <c:pt idx="6359">
                  <c:v>1971.1415999999999</c:v>
                </c:pt>
                <c:pt idx="6360">
                  <c:v>1971.4464</c:v>
                </c:pt>
                <c:pt idx="6361">
                  <c:v>1971.7511999999999</c:v>
                </c:pt>
                <c:pt idx="6362">
                  <c:v>1972.056</c:v>
                </c:pt>
                <c:pt idx="6363">
                  <c:v>1972.3607999999999</c:v>
                </c:pt>
                <c:pt idx="6364">
                  <c:v>1972.6656</c:v>
                </c:pt>
                <c:pt idx="6365">
                  <c:v>1972.9703999999999</c:v>
                </c:pt>
                <c:pt idx="6366">
                  <c:v>1973.2752</c:v>
                </c:pt>
                <c:pt idx="6367">
                  <c:v>1973.58</c:v>
                </c:pt>
                <c:pt idx="6368">
                  <c:v>1973.8848</c:v>
                </c:pt>
                <c:pt idx="6369">
                  <c:v>1974.1895999999999</c:v>
                </c:pt>
                <c:pt idx="6370">
                  <c:v>1974.4944</c:v>
                </c:pt>
                <c:pt idx="6371">
                  <c:v>1974.7991999999999</c:v>
                </c:pt>
                <c:pt idx="6372">
                  <c:v>1975.104</c:v>
                </c:pt>
                <c:pt idx="6373">
                  <c:v>1975.4087999999999</c:v>
                </c:pt>
                <c:pt idx="6374">
                  <c:v>1975.7136</c:v>
                </c:pt>
                <c:pt idx="6375">
                  <c:v>1976.0183999999999</c:v>
                </c:pt>
                <c:pt idx="6376">
                  <c:v>1976.3232</c:v>
                </c:pt>
                <c:pt idx="6377">
                  <c:v>1976.6279999999999</c:v>
                </c:pt>
                <c:pt idx="6378">
                  <c:v>1976.9328</c:v>
                </c:pt>
                <c:pt idx="6379">
                  <c:v>1977.2375999999999</c:v>
                </c:pt>
                <c:pt idx="6380">
                  <c:v>1977.5424</c:v>
                </c:pt>
                <c:pt idx="6381">
                  <c:v>1977.8471999999999</c:v>
                </c:pt>
                <c:pt idx="6382">
                  <c:v>1978.152</c:v>
                </c:pt>
                <c:pt idx="6383">
                  <c:v>1978.4567999999999</c:v>
                </c:pt>
                <c:pt idx="6384">
                  <c:v>1978.7616</c:v>
                </c:pt>
                <c:pt idx="6385">
                  <c:v>1979.0663999999999</c:v>
                </c:pt>
                <c:pt idx="6386">
                  <c:v>1979.3712</c:v>
                </c:pt>
                <c:pt idx="6387">
                  <c:v>1979.6759999999999</c:v>
                </c:pt>
                <c:pt idx="6388">
                  <c:v>1979.9808</c:v>
                </c:pt>
                <c:pt idx="6389">
                  <c:v>1980.2855999999999</c:v>
                </c:pt>
                <c:pt idx="6390">
                  <c:v>1980.5904</c:v>
                </c:pt>
                <c:pt idx="6391">
                  <c:v>1980.8951999999999</c:v>
                </c:pt>
                <c:pt idx="6392">
                  <c:v>1981.2</c:v>
                </c:pt>
                <c:pt idx="6393">
                  <c:v>1981.5047999999999</c:v>
                </c:pt>
                <c:pt idx="6394">
                  <c:v>1981.8096</c:v>
                </c:pt>
                <c:pt idx="6395">
                  <c:v>1982.1143999999999</c:v>
                </c:pt>
                <c:pt idx="6396">
                  <c:v>1982.4192</c:v>
                </c:pt>
                <c:pt idx="6397">
                  <c:v>1982.7239999999999</c:v>
                </c:pt>
                <c:pt idx="6398">
                  <c:v>1983.0288</c:v>
                </c:pt>
                <c:pt idx="6399">
                  <c:v>1983.3335999999999</c:v>
                </c:pt>
                <c:pt idx="6400">
                  <c:v>1983.6384</c:v>
                </c:pt>
                <c:pt idx="6401">
                  <c:v>1983.9431999999999</c:v>
                </c:pt>
                <c:pt idx="6402">
                  <c:v>1984.248</c:v>
                </c:pt>
                <c:pt idx="6403">
                  <c:v>1984.5527999999999</c:v>
                </c:pt>
                <c:pt idx="6404">
                  <c:v>1984.8576</c:v>
                </c:pt>
                <c:pt idx="6405">
                  <c:v>1985.1623999999999</c:v>
                </c:pt>
                <c:pt idx="6406">
                  <c:v>1985.4672</c:v>
                </c:pt>
                <c:pt idx="6407">
                  <c:v>1985.7719999999999</c:v>
                </c:pt>
                <c:pt idx="6408">
                  <c:v>1986.0768</c:v>
                </c:pt>
                <c:pt idx="6409">
                  <c:v>1986.3815999999999</c:v>
                </c:pt>
                <c:pt idx="6410">
                  <c:v>1986.6864</c:v>
                </c:pt>
                <c:pt idx="6411">
                  <c:v>1986.9911999999999</c:v>
                </c:pt>
                <c:pt idx="6412">
                  <c:v>1987.296</c:v>
                </c:pt>
                <c:pt idx="6413">
                  <c:v>1987.6007999999999</c:v>
                </c:pt>
                <c:pt idx="6414">
                  <c:v>1987.9056</c:v>
                </c:pt>
                <c:pt idx="6415">
                  <c:v>1988.2103999999999</c:v>
                </c:pt>
                <c:pt idx="6416">
                  <c:v>1988.5152</c:v>
                </c:pt>
                <c:pt idx="6417">
                  <c:v>1988.82</c:v>
                </c:pt>
                <c:pt idx="6418">
                  <c:v>1989.1248000000001</c:v>
                </c:pt>
                <c:pt idx="6419">
                  <c:v>1989.4295999999999</c:v>
                </c:pt>
                <c:pt idx="6420">
                  <c:v>1989.7344000000001</c:v>
                </c:pt>
                <c:pt idx="6421">
                  <c:v>1990.0391999999999</c:v>
                </c:pt>
                <c:pt idx="6422">
                  <c:v>1990.3440000000001</c:v>
                </c:pt>
                <c:pt idx="6423">
                  <c:v>1990.6487999999999</c:v>
                </c:pt>
                <c:pt idx="6424">
                  <c:v>1990.9536000000001</c:v>
                </c:pt>
                <c:pt idx="6425">
                  <c:v>1991.2583999999999</c:v>
                </c:pt>
                <c:pt idx="6426">
                  <c:v>1991.5632000000001</c:v>
                </c:pt>
                <c:pt idx="6427">
                  <c:v>1991.8679999999999</c:v>
                </c:pt>
                <c:pt idx="6428">
                  <c:v>1992.1728000000001</c:v>
                </c:pt>
                <c:pt idx="6429">
                  <c:v>1992.4775999999999</c:v>
                </c:pt>
                <c:pt idx="6430">
                  <c:v>1992.7824000000001</c:v>
                </c:pt>
                <c:pt idx="6431">
                  <c:v>1993.0871999999999</c:v>
                </c:pt>
                <c:pt idx="6432">
                  <c:v>1993.3920000000001</c:v>
                </c:pt>
                <c:pt idx="6433">
                  <c:v>1993.6967999999999</c:v>
                </c:pt>
                <c:pt idx="6434">
                  <c:v>1994.0016000000001</c:v>
                </c:pt>
                <c:pt idx="6435">
                  <c:v>1994.3063999999999</c:v>
                </c:pt>
                <c:pt idx="6436">
                  <c:v>1994.6112000000001</c:v>
                </c:pt>
                <c:pt idx="6437">
                  <c:v>1994.9159999999999</c:v>
                </c:pt>
                <c:pt idx="6438">
                  <c:v>1995.2208000000001</c:v>
                </c:pt>
                <c:pt idx="6439">
                  <c:v>1995.5255999999999</c:v>
                </c:pt>
                <c:pt idx="6440">
                  <c:v>1995.8304000000001</c:v>
                </c:pt>
                <c:pt idx="6441">
                  <c:v>1996.1351999999999</c:v>
                </c:pt>
                <c:pt idx="6442">
                  <c:v>1996.44</c:v>
                </c:pt>
                <c:pt idx="6443">
                  <c:v>1996.7447999999999</c:v>
                </c:pt>
                <c:pt idx="6444">
                  <c:v>1997.0496000000001</c:v>
                </c:pt>
                <c:pt idx="6445">
                  <c:v>1997.3543999999999</c:v>
                </c:pt>
                <c:pt idx="6446">
                  <c:v>1997.6592000000001</c:v>
                </c:pt>
                <c:pt idx="6447">
                  <c:v>1997.9639999999999</c:v>
                </c:pt>
                <c:pt idx="6448">
                  <c:v>1998.2688000000001</c:v>
                </c:pt>
                <c:pt idx="6449">
                  <c:v>1998.5735999999999</c:v>
                </c:pt>
                <c:pt idx="6450">
                  <c:v>1998.8784000000001</c:v>
                </c:pt>
                <c:pt idx="6451">
                  <c:v>1999.1831999999999</c:v>
                </c:pt>
                <c:pt idx="6452">
                  <c:v>1999.4880000000001</c:v>
                </c:pt>
                <c:pt idx="6453">
                  <c:v>1999.7927999999999</c:v>
                </c:pt>
                <c:pt idx="6454">
                  <c:v>2000.0976000000001</c:v>
                </c:pt>
                <c:pt idx="6455">
                  <c:v>2000.4023999999999</c:v>
                </c:pt>
                <c:pt idx="6456">
                  <c:v>2000.7072000000001</c:v>
                </c:pt>
                <c:pt idx="6457">
                  <c:v>2001.0119999999999</c:v>
                </c:pt>
                <c:pt idx="6458">
                  <c:v>2001.3168000000001</c:v>
                </c:pt>
                <c:pt idx="6459">
                  <c:v>2001.6215999999999</c:v>
                </c:pt>
                <c:pt idx="6460">
                  <c:v>2001.9264000000001</c:v>
                </c:pt>
                <c:pt idx="6461">
                  <c:v>2002.2311999999999</c:v>
                </c:pt>
                <c:pt idx="6462">
                  <c:v>2002.5360000000001</c:v>
                </c:pt>
                <c:pt idx="6463">
                  <c:v>2002.8407999999999</c:v>
                </c:pt>
                <c:pt idx="6464">
                  <c:v>2003.1456000000001</c:v>
                </c:pt>
                <c:pt idx="6465">
                  <c:v>2003.4503999999999</c:v>
                </c:pt>
                <c:pt idx="6466">
                  <c:v>2003.7552000000001</c:v>
                </c:pt>
                <c:pt idx="6467">
                  <c:v>2004.06</c:v>
                </c:pt>
                <c:pt idx="6468">
                  <c:v>2004.3648000000001</c:v>
                </c:pt>
                <c:pt idx="6469">
                  <c:v>2004.6695999999999</c:v>
                </c:pt>
                <c:pt idx="6470">
                  <c:v>2004.9744000000001</c:v>
                </c:pt>
                <c:pt idx="6471">
                  <c:v>2005.2791999999999</c:v>
                </c:pt>
                <c:pt idx="6472">
                  <c:v>2005.5840000000001</c:v>
                </c:pt>
                <c:pt idx="6473">
                  <c:v>2005.8887999999999</c:v>
                </c:pt>
                <c:pt idx="6474">
                  <c:v>2006.1936000000001</c:v>
                </c:pt>
                <c:pt idx="6475">
                  <c:v>2006.4983999999999</c:v>
                </c:pt>
                <c:pt idx="6476">
                  <c:v>2006.8032000000001</c:v>
                </c:pt>
                <c:pt idx="6477">
                  <c:v>2007.1079999999999</c:v>
                </c:pt>
                <c:pt idx="6478">
                  <c:v>2007.4128000000001</c:v>
                </c:pt>
                <c:pt idx="6479">
                  <c:v>2007.7175999999999</c:v>
                </c:pt>
                <c:pt idx="6480">
                  <c:v>2008.0224000000001</c:v>
                </c:pt>
                <c:pt idx="6481">
                  <c:v>2008.3271999999999</c:v>
                </c:pt>
                <c:pt idx="6482">
                  <c:v>2008.6320000000001</c:v>
                </c:pt>
                <c:pt idx="6483">
                  <c:v>2008.9367999999999</c:v>
                </c:pt>
                <c:pt idx="6484">
                  <c:v>2009.2416000000001</c:v>
                </c:pt>
                <c:pt idx="6485">
                  <c:v>2009.5463999999999</c:v>
                </c:pt>
                <c:pt idx="6486">
                  <c:v>2009.8512000000001</c:v>
                </c:pt>
                <c:pt idx="6487">
                  <c:v>2010.1559999999999</c:v>
                </c:pt>
                <c:pt idx="6488">
                  <c:v>2010.4608000000001</c:v>
                </c:pt>
                <c:pt idx="6489">
                  <c:v>2010.7655999999999</c:v>
                </c:pt>
                <c:pt idx="6490">
                  <c:v>2011.0704000000001</c:v>
                </c:pt>
                <c:pt idx="6491">
                  <c:v>2011.3751999999999</c:v>
                </c:pt>
                <c:pt idx="6492">
                  <c:v>2011.68</c:v>
                </c:pt>
                <c:pt idx="6493">
                  <c:v>2011.9848</c:v>
                </c:pt>
                <c:pt idx="6494">
                  <c:v>2012.2896000000001</c:v>
                </c:pt>
                <c:pt idx="6495">
                  <c:v>2012.5944</c:v>
                </c:pt>
                <c:pt idx="6496">
                  <c:v>2012.8992000000001</c:v>
                </c:pt>
                <c:pt idx="6497">
                  <c:v>2013.204</c:v>
                </c:pt>
                <c:pt idx="6498">
                  <c:v>2013.5088000000001</c:v>
                </c:pt>
                <c:pt idx="6499">
                  <c:v>2013.8136</c:v>
                </c:pt>
                <c:pt idx="6500">
                  <c:v>2014.1184000000001</c:v>
                </c:pt>
                <c:pt idx="6501">
                  <c:v>2014.4232</c:v>
                </c:pt>
                <c:pt idx="6502">
                  <c:v>2014.7280000000001</c:v>
                </c:pt>
                <c:pt idx="6503">
                  <c:v>2015.0328</c:v>
                </c:pt>
                <c:pt idx="6504">
                  <c:v>2015.3376000000001</c:v>
                </c:pt>
                <c:pt idx="6505">
                  <c:v>2015.6424</c:v>
                </c:pt>
                <c:pt idx="6506">
                  <c:v>2015.9472000000001</c:v>
                </c:pt>
                <c:pt idx="6507">
                  <c:v>2016.252</c:v>
                </c:pt>
                <c:pt idx="6508">
                  <c:v>2016.5568000000001</c:v>
                </c:pt>
                <c:pt idx="6509">
                  <c:v>2016.8616</c:v>
                </c:pt>
                <c:pt idx="6510">
                  <c:v>2017.1664000000001</c:v>
                </c:pt>
                <c:pt idx="6511">
                  <c:v>2017.4712</c:v>
                </c:pt>
                <c:pt idx="6512">
                  <c:v>2017.7760000000001</c:v>
                </c:pt>
                <c:pt idx="6513">
                  <c:v>2018.0808</c:v>
                </c:pt>
                <c:pt idx="6514">
                  <c:v>2018.3856000000001</c:v>
                </c:pt>
                <c:pt idx="6515">
                  <c:v>2018.6904</c:v>
                </c:pt>
                <c:pt idx="6516">
                  <c:v>2018.9952000000001</c:v>
                </c:pt>
                <c:pt idx="6517">
                  <c:v>2019.3</c:v>
                </c:pt>
                <c:pt idx="6518">
                  <c:v>2019.6048000000001</c:v>
                </c:pt>
                <c:pt idx="6519">
                  <c:v>2019.9096</c:v>
                </c:pt>
                <c:pt idx="6520">
                  <c:v>2020.2144000000001</c:v>
                </c:pt>
                <c:pt idx="6521">
                  <c:v>2020.5192</c:v>
                </c:pt>
                <c:pt idx="6522">
                  <c:v>2020.8240000000001</c:v>
                </c:pt>
                <c:pt idx="6523">
                  <c:v>2021.1288</c:v>
                </c:pt>
                <c:pt idx="6524">
                  <c:v>2021.4336000000001</c:v>
                </c:pt>
                <c:pt idx="6525">
                  <c:v>2021.7384</c:v>
                </c:pt>
                <c:pt idx="6526">
                  <c:v>2022.0432000000001</c:v>
                </c:pt>
                <c:pt idx="6527">
                  <c:v>2022.348</c:v>
                </c:pt>
                <c:pt idx="6528">
                  <c:v>2022.6528000000001</c:v>
                </c:pt>
                <c:pt idx="6529">
                  <c:v>2022.9576</c:v>
                </c:pt>
                <c:pt idx="6530">
                  <c:v>2023.2624000000001</c:v>
                </c:pt>
                <c:pt idx="6531">
                  <c:v>2023.5672</c:v>
                </c:pt>
                <c:pt idx="6532">
                  <c:v>2023.8720000000001</c:v>
                </c:pt>
                <c:pt idx="6533">
                  <c:v>2024.1768</c:v>
                </c:pt>
                <c:pt idx="6534">
                  <c:v>2024.4816000000001</c:v>
                </c:pt>
                <c:pt idx="6535">
                  <c:v>2024.7864</c:v>
                </c:pt>
                <c:pt idx="6536">
                  <c:v>2025.0912000000001</c:v>
                </c:pt>
                <c:pt idx="6537">
                  <c:v>2025.396</c:v>
                </c:pt>
                <c:pt idx="6538">
                  <c:v>2025.7008000000001</c:v>
                </c:pt>
                <c:pt idx="6539">
                  <c:v>2026.0056</c:v>
                </c:pt>
                <c:pt idx="6540">
                  <c:v>2026.3104000000001</c:v>
                </c:pt>
                <c:pt idx="6541">
                  <c:v>2026.6152</c:v>
                </c:pt>
                <c:pt idx="6542">
                  <c:v>2026.92</c:v>
                </c:pt>
                <c:pt idx="6543">
                  <c:v>2027.2248</c:v>
                </c:pt>
                <c:pt idx="6544">
                  <c:v>2027.5296000000001</c:v>
                </c:pt>
                <c:pt idx="6545">
                  <c:v>2027.8344</c:v>
                </c:pt>
                <c:pt idx="6546">
                  <c:v>2028.1392000000001</c:v>
                </c:pt>
                <c:pt idx="6547">
                  <c:v>2028.444</c:v>
                </c:pt>
                <c:pt idx="6548">
                  <c:v>2028.7488000000001</c:v>
                </c:pt>
                <c:pt idx="6549">
                  <c:v>2029.0536</c:v>
                </c:pt>
                <c:pt idx="6550">
                  <c:v>2029.3584000000001</c:v>
                </c:pt>
                <c:pt idx="6551">
                  <c:v>2029.6632</c:v>
                </c:pt>
                <c:pt idx="6552">
                  <c:v>2029.9680000000001</c:v>
                </c:pt>
                <c:pt idx="6553">
                  <c:v>2030.2728</c:v>
                </c:pt>
                <c:pt idx="6554">
                  <c:v>2030.5776000000001</c:v>
                </c:pt>
                <c:pt idx="6555">
                  <c:v>2030.8824</c:v>
                </c:pt>
                <c:pt idx="6556">
                  <c:v>2031.1872000000001</c:v>
                </c:pt>
                <c:pt idx="6557">
                  <c:v>2031.492</c:v>
                </c:pt>
                <c:pt idx="6558">
                  <c:v>2031.7968000000001</c:v>
                </c:pt>
                <c:pt idx="6559">
                  <c:v>2032.1016</c:v>
                </c:pt>
                <c:pt idx="6560">
                  <c:v>2032.4064000000001</c:v>
                </c:pt>
                <c:pt idx="6561">
                  <c:v>2032.7112</c:v>
                </c:pt>
                <c:pt idx="6562">
                  <c:v>2033.0160000000001</c:v>
                </c:pt>
                <c:pt idx="6563">
                  <c:v>2033.3208</c:v>
                </c:pt>
                <c:pt idx="6564">
                  <c:v>2033.6256000000001</c:v>
                </c:pt>
                <c:pt idx="6565">
                  <c:v>2033.9304</c:v>
                </c:pt>
                <c:pt idx="6566">
                  <c:v>2034.2352000000001</c:v>
                </c:pt>
                <c:pt idx="6567">
                  <c:v>2034.54</c:v>
                </c:pt>
                <c:pt idx="6568">
                  <c:v>2034.8448000000001</c:v>
                </c:pt>
                <c:pt idx="6569">
                  <c:v>2035.1496</c:v>
                </c:pt>
                <c:pt idx="6570">
                  <c:v>2035.4544000000001</c:v>
                </c:pt>
                <c:pt idx="6571">
                  <c:v>2035.7592</c:v>
                </c:pt>
                <c:pt idx="6572">
                  <c:v>2036.0640000000001</c:v>
                </c:pt>
                <c:pt idx="6573">
                  <c:v>2036.3688</c:v>
                </c:pt>
                <c:pt idx="6574">
                  <c:v>2036.6736000000001</c:v>
                </c:pt>
                <c:pt idx="6575">
                  <c:v>2036.9784</c:v>
                </c:pt>
                <c:pt idx="6576">
                  <c:v>2037.2832000000001</c:v>
                </c:pt>
                <c:pt idx="6577">
                  <c:v>2037.588</c:v>
                </c:pt>
                <c:pt idx="6578">
                  <c:v>2037.8928000000001</c:v>
                </c:pt>
                <c:pt idx="6579">
                  <c:v>2038.1976</c:v>
                </c:pt>
                <c:pt idx="6580">
                  <c:v>2038.5024000000001</c:v>
                </c:pt>
                <c:pt idx="6581">
                  <c:v>2038.8072</c:v>
                </c:pt>
                <c:pt idx="6582">
                  <c:v>2039.1120000000001</c:v>
                </c:pt>
                <c:pt idx="6583">
                  <c:v>2039.4168</c:v>
                </c:pt>
                <c:pt idx="6584">
                  <c:v>2039.7216000000001</c:v>
                </c:pt>
                <c:pt idx="6585">
                  <c:v>2040.0264</c:v>
                </c:pt>
                <c:pt idx="6586">
                  <c:v>2040.3312000000001</c:v>
                </c:pt>
                <c:pt idx="6587">
                  <c:v>2040.636</c:v>
                </c:pt>
                <c:pt idx="6588">
                  <c:v>2040.9408000000001</c:v>
                </c:pt>
                <c:pt idx="6589">
                  <c:v>2041.2456</c:v>
                </c:pt>
                <c:pt idx="6590">
                  <c:v>2041.5504000000001</c:v>
                </c:pt>
                <c:pt idx="6591">
                  <c:v>2041.8552</c:v>
                </c:pt>
                <c:pt idx="6592">
                  <c:v>2042.16</c:v>
                </c:pt>
                <c:pt idx="6593">
                  <c:v>2042.4648</c:v>
                </c:pt>
                <c:pt idx="6594">
                  <c:v>2042.7696000000001</c:v>
                </c:pt>
                <c:pt idx="6595">
                  <c:v>2043.0744</c:v>
                </c:pt>
                <c:pt idx="6596">
                  <c:v>2043.3792000000001</c:v>
                </c:pt>
                <c:pt idx="6597">
                  <c:v>2043.684</c:v>
                </c:pt>
                <c:pt idx="6598">
                  <c:v>2043.9888000000001</c:v>
                </c:pt>
                <c:pt idx="6599">
                  <c:v>2044.2936</c:v>
                </c:pt>
                <c:pt idx="6600">
                  <c:v>2044.5984000000001</c:v>
                </c:pt>
                <c:pt idx="6601">
                  <c:v>2044.9032</c:v>
                </c:pt>
                <c:pt idx="6602">
                  <c:v>2045.2080000000001</c:v>
                </c:pt>
                <c:pt idx="6603">
                  <c:v>2045.5128</c:v>
                </c:pt>
                <c:pt idx="6604">
                  <c:v>2045.8176000000001</c:v>
                </c:pt>
                <c:pt idx="6605">
                  <c:v>2046.1224</c:v>
                </c:pt>
                <c:pt idx="6606">
                  <c:v>2046.4272000000001</c:v>
                </c:pt>
                <c:pt idx="6607">
                  <c:v>2046.732</c:v>
                </c:pt>
                <c:pt idx="6608">
                  <c:v>2047.0368000000001</c:v>
                </c:pt>
                <c:pt idx="6609">
                  <c:v>2047.3416</c:v>
                </c:pt>
                <c:pt idx="6610">
                  <c:v>2047.6464000000001</c:v>
                </c:pt>
                <c:pt idx="6611">
                  <c:v>2047.9512</c:v>
                </c:pt>
                <c:pt idx="6612">
                  <c:v>2048.2559999999999</c:v>
                </c:pt>
                <c:pt idx="6613">
                  <c:v>2048.5608000000002</c:v>
                </c:pt>
                <c:pt idx="6614">
                  <c:v>2048.8656000000001</c:v>
                </c:pt>
                <c:pt idx="6615">
                  <c:v>2049.1704</c:v>
                </c:pt>
                <c:pt idx="6616">
                  <c:v>2049.4751999999999</c:v>
                </c:pt>
                <c:pt idx="6617">
                  <c:v>2049.7800000000002</c:v>
                </c:pt>
                <c:pt idx="6618">
                  <c:v>2050.0848000000001</c:v>
                </c:pt>
                <c:pt idx="6619">
                  <c:v>2050.3896</c:v>
                </c:pt>
                <c:pt idx="6620">
                  <c:v>2050.6943999999999</c:v>
                </c:pt>
                <c:pt idx="6621">
                  <c:v>2050.9992000000002</c:v>
                </c:pt>
                <c:pt idx="6622">
                  <c:v>2051.3040000000001</c:v>
                </c:pt>
                <c:pt idx="6623">
                  <c:v>2051.6088</c:v>
                </c:pt>
                <c:pt idx="6624">
                  <c:v>2051.9135999999999</c:v>
                </c:pt>
                <c:pt idx="6625">
                  <c:v>2052.2184000000002</c:v>
                </c:pt>
                <c:pt idx="6626">
                  <c:v>2052.5232000000001</c:v>
                </c:pt>
                <c:pt idx="6627">
                  <c:v>2052.828</c:v>
                </c:pt>
                <c:pt idx="6628">
                  <c:v>2053.1327999999999</c:v>
                </c:pt>
                <c:pt idx="6629">
                  <c:v>2053.4376000000002</c:v>
                </c:pt>
                <c:pt idx="6630">
                  <c:v>2053.7424000000001</c:v>
                </c:pt>
                <c:pt idx="6631">
                  <c:v>2054.0472</c:v>
                </c:pt>
                <c:pt idx="6632">
                  <c:v>2054.3519999999999</c:v>
                </c:pt>
                <c:pt idx="6633">
                  <c:v>2054.6568000000002</c:v>
                </c:pt>
                <c:pt idx="6634">
                  <c:v>2054.9616000000001</c:v>
                </c:pt>
                <c:pt idx="6635">
                  <c:v>2055.2664</c:v>
                </c:pt>
                <c:pt idx="6636">
                  <c:v>2055.5711999999999</c:v>
                </c:pt>
                <c:pt idx="6637">
                  <c:v>2055.8760000000002</c:v>
                </c:pt>
                <c:pt idx="6638">
                  <c:v>2056.1808000000001</c:v>
                </c:pt>
                <c:pt idx="6639">
                  <c:v>2056.4856</c:v>
                </c:pt>
                <c:pt idx="6640">
                  <c:v>2056.7903999999999</c:v>
                </c:pt>
                <c:pt idx="6641">
                  <c:v>2057.0952000000002</c:v>
                </c:pt>
                <c:pt idx="6642">
                  <c:v>2057.4</c:v>
                </c:pt>
                <c:pt idx="6643">
                  <c:v>2057.7048</c:v>
                </c:pt>
                <c:pt idx="6644">
                  <c:v>2058.0095999999999</c:v>
                </c:pt>
                <c:pt idx="6645">
                  <c:v>2058.3144000000002</c:v>
                </c:pt>
                <c:pt idx="6646">
                  <c:v>2058.6192000000001</c:v>
                </c:pt>
                <c:pt idx="6647">
                  <c:v>2058.924</c:v>
                </c:pt>
                <c:pt idx="6648">
                  <c:v>2059.2287999999999</c:v>
                </c:pt>
                <c:pt idx="6649">
                  <c:v>2059.5336000000002</c:v>
                </c:pt>
                <c:pt idx="6650">
                  <c:v>2059.8384000000001</c:v>
                </c:pt>
                <c:pt idx="6651">
                  <c:v>2060.1432</c:v>
                </c:pt>
                <c:pt idx="6652">
                  <c:v>2060.4479999999999</c:v>
                </c:pt>
                <c:pt idx="6653">
                  <c:v>2060.7528000000002</c:v>
                </c:pt>
                <c:pt idx="6654">
                  <c:v>2061.0576000000001</c:v>
                </c:pt>
                <c:pt idx="6655">
                  <c:v>2061.3624</c:v>
                </c:pt>
                <c:pt idx="6656">
                  <c:v>2061.6671999999999</c:v>
                </c:pt>
                <c:pt idx="6657">
                  <c:v>2061.9720000000002</c:v>
                </c:pt>
                <c:pt idx="6658">
                  <c:v>2062.2768000000001</c:v>
                </c:pt>
                <c:pt idx="6659">
                  <c:v>2062.5816</c:v>
                </c:pt>
                <c:pt idx="6660">
                  <c:v>2062.8863999999999</c:v>
                </c:pt>
                <c:pt idx="6661">
                  <c:v>2063.1912000000002</c:v>
                </c:pt>
                <c:pt idx="6662">
                  <c:v>2063.4960000000001</c:v>
                </c:pt>
                <c:pt idx="6663">
                  <c:v>2063.8008</c:v>
                </c:pt>
                <c:pt idx="6664">
                  <c:v>2064.1055999999999</c:v>
                </c:pt>
                <c:pt idx="6665">
                  <c:v>2064.4104000000002</c:v>
                </c:pt>
                <c:pt idx="6666">
                  <c:v>2064.7152000000001</c:v>
                </c:pt>
                <c:pt idx="6667">
                  <c:v>2065.02</c:v>
                </c:pt>
                <c:pt idx="6668">
                  <c:v>2065.3247999999999</c:v>
                </c:pt>
                <c:pt idx="6669">
                  <c:v>2065.6296000000002</c:v>
                </c:pt>
                <c:pt idx="6670">
                  <c:v>2065.9344000000001</c:v>
                </c:pt>
                <c:pt idx="6671">
                  <c:v>2066.2392</c:v>
                </c:pt>
                <c:pt idx="6672">
                  <c:v>2066.5439999999999</c:v>
                </c:pt>
                <c:pt idx="6673">
                  <c:v>2066.8488000000002</c:v>
                </c:pt>
                <c:pt idx="6674">
                  <c:v>2067.1536000000001</c:v>
                </c:pt>
                <c:pt idx="6675">
                  <c:v>2067.4584</c:v>
                </c:pt>
                <c:pt idx="6676">
                  <c:v>2067.7631999999999</c:v>
                </c:pt>
                <c:pt idx="6677">
                  <c:v>2068.0680000000002</c:v>
                </c:pt>
                <c:pt idx="6678">
                  <c:v>2068.3728000000001</c:v>
                </c:pt>
                <c:pt idx="6679">
                  <c:v>2068.6776</c:v>
                </c:pt>
                <c:pt idx="6680">
                  <c:v>2068.9823999999999</c:v>
                </c:pt>
                <c:pt idx="6681">
                  <c:v>2069.2872000000002</c:v>
                </c:pt>
                <c:pt idx="6682">
                  <c:v>2069.5920000000001</c:v>
                </c:pt>
                <c:pt idx="6683">
                  <c:v>2069.8968</c:v>
                </c:pt>
                <c:pt idx="6684">
                  <c:v>2070.2015999999999</c:v>
                </c:pt>
                <c:pt idx="6685">
                  <c:v>2070.5064000000002</c:v>
                </c:pt>
                <c:pt idx="6686">
                  <c:v>2070.8112000000001</c:v>
                </c:pt>
                <c:pt idx="6687">
                  <c:v>2071.116</c:v>
                </c:pt>
                <c:pt idx="6688">
                  <c:v>2071.4207999999999</c:v>
                </c:pt>
                <c:pt idx="6689">
                  <c:v>2071.7256000000002</c:v>
                </c:pt>
                <c:pt idx="6690">
                  <c:v>2072.0304000000001</c:v>
                </c:pt>
                <c:pt idx="6691">
                  <c:v>2072.3352</c:v>
                </c:pt>
                <c:pt idx="6692">
                  <c:v>2072.64</c:v>
                </c:pt>
                <c:pt idx="6693">
                  <c:v>2072.9448000000002</c:v>
                </c:pt>
                <c:pt idx="6694">
                  <c:v>2073.2496000000001</c:v>
                </c:pt>
                <c:pt idx="6695">
                  <c:v>2073.5544</c:v>
                </c:pt>
                <c:pt idx="6696">
                  <c:v>2073.8591999999999</c:v>
                </c:pt>
                <c:pt idx="6697">
                  <c:v>2074.1640000000002</c:v>
                </c:pt>
                <c:pt idx="6698">
                  <c:v>2074.4688000000001</c:v>
                </c:pt>
                <c:pt idx="6699">
                  <c:v>2074.7736</c:v>
                </c:pt>
                <c:pt idx="6700">
                  <c:v>2075.0783999999999</c:v>
                </c:pt>
                <c:pt idx="6701">
                  <c:v>2075.3832000000002</c:v>
                </c:pt>
                <c:pt idx="6702">
                  <c:v>2075.6880000000001</c:v>
                </c:pt>
                <c:pt idx="6703">
                  <c:v>2075.9928</c:v>
                </c:pt>
                <c:pt idx="6704">
                  <c:v>2076.2975999999999</c:v>
                </c:pt>
                <c:pt idx="6705">
                  <c:v>2076.6024000000002</c:v>
                </c:pt>
                <c:pt idx="6706">
                  <c:v>2076.9072000000001</c:v>
                </c:pt>
                <c:pt idx="6707">
                  <c:v>2077.212</c:v>
                </c:pt>
                <c:pt idx="6708">
                  <c:v>2077.5167999999999</c:v>
                </c:pt>
                <c:pt idx="6709">
                  <c:v>2077.8216000000002</c:v>
                </c:pt>
                <c:pt idx="6710">
                  <c:v>2078.1264000000001</c:v>
                </c:pt>
                <c:pt idx="6711">
                  <c:v>2078.4312</c:v>
                </c:pt>
                <c:pt idx="6712">
                  <c:v>2078.7359999999999</c:v>
                </c:pt>
                <c:pt idx="6713">
                  <c:v>2079.0408000000002</c:v>
                </c:pt>
                <c:pt idx="6714">
                  <c:v>2079.3456000000001</c:v>
                </c:pt>
                <c:pt idx="6715">
                  <c:v>2079.6504</c:v>
                </c:pt>
                <c:pt idx="6716">
                  <c:v>2079.9551999999999</c:v>
                </c:pt>
                <c:pt idx="6717">
                  <c:v>2080.2600000000002</c:v>
                </c:pt>
                <c:pt idx="6718">
                  <c:v>2080.5648000000001</c:v>
                </c:pt>
                <c:pt idx="6719">
                  <c:v>2080.8696</c:v>
                </c:pt>
                <c:pt idx="6720">
                  <c:v>2081.1743999999999</c:v>
                </c:pt>
                <c:pt idx="6721">
                  <c:v>2081.4792000000002</c:v>
                </c:pt>
                <c:pt idx="6722">
                  <c:v>2081.7840000000001</c:v>
                </c:pt>
                <c:pt idx="6723">
                  <c:v>2082.0888</c:v>
                </c:pt>
                <c:pt idx="6724">
                  <c:v>2082.3935999999999</c:v>
                </c:pt>
                <c:pt idx="6725">
                  <c:v>2082.6984000000002</c:v>
                </c:pt>
                <c:pt idx="6726">
                  <c:v>2083.0032000000001</c:v>
                </c:pt>
                <c:pt idx="6727">
                  <c:v>2083.308</c:v>
                </c:pt>
                <c:pt idx="6728">
                  <c:v>2083.6127999999999</c:v>
                </c:pt>
                <c:pt idx="6729">
                  <c:v>2083.9176000000002</c:v>
                </c:pt>
                <c:pt idx="6730">
                  <c:v>2084.2224000000001</c:v>
                </c:pt>
                <c:pt idx="6731">
                  <c:v>2084.5272</c:v>
                </c:pt>
                <c:pt idx="6732">
                  <c:v>2084.8319999999999</c:v>
                </c:pt>
                <c:pt idx="6733">
                  <c:v>2085.1368000000002</c:v>
                </c:pt>
                <c:pt idx="6734">
                  <c:v>2085.4416000000001</c:v>
                </c:pt>
                <c:pt idx="6735">
                  <c:v>2085.7464</c:v>
                </c:pt>
                <c:pt idx="6736">
                  <c:v>2086.0511999999999</c:v>
                </c:pt>
                <c:pt idx="6737">
                  <c:v>2086.3560000000002</c:v>
                </c:pt>
                <c:pt idx="6738">
                  <c:v>2086.6608000000001</c:v>
                </c:pt>
                <c:pt idx="6739">
                  <c:v>2086.9656</c:v>
                </c:pt>
                <c:pt idx="6740">
                  <c:v>2087.2703999999999</c:v>
                </c:pt>
                <c:pt idx="6741">
                  <c:v>2087.5752000000002</c:v>
                </c:pt>
                <c:pt idx="6742">
                  <c:v>2087.88</c:v>
                </c:pt>
                <c:pt idx="6743">
                  <c:v>2088.1848</c:v>
                </c:pt>
                <c:pt idx="6744">
                  <c:v>2088.4895999999999</c:v>
                </c:pt>
                <c:pt idx="6745">
                  <c:v>2088.7944000000002</c:v>
                </c:pt>
                <c:pt idx="6746">
                  <c:v>2089.0992000000001</c:v>
                </c:pt>
                <c:pt idx="6747">
                  <c:v>2089.404</c:v>
                </c:pt>
                <c:pt idx="6748">
                  <c:v>2089.7087999999999</c:v>
                </c:pt>
                <c:pt idx="6749">
                  <c:v>2090.0136000000002</c:v>
                </c:pt>
                <c:pt idx="6750">
                  <c:v>2090.3184000000001</c:v>
                </c:pt>
                <c:pt idx="6751">
                  <c:v>2090.6232</c:v>
                </c:pt>
                <c:pt idx="6752">
                  <c:v>2090.9279999999999</c:v>
                </c:pt>
                <c:pt idx="6753">
                  <c:v>2091.2328000000002</c:v>
                </c:pt>
                <c:pt idx="6754">
                  <c:v>2091.5376000000001</c:v>
                </c:pt>
                <c:pt idx="6755">
                  <c:v>2091.8424</c:v>
                </c:pt>
                <c:pt idx="6756">
                  <c:v>2092.1471999999999</c:v>
                </c:pt>
                <c:pt idx="6757">
                  <c:v>2092.4520000000002</c:v>
                </c:pt>
                <c:pt idx="6758">
                  <c:v>2092.7568000000001</c:v>
                </c:pt>
                <c:pt idx="6759">
                  <c:v>2093.0616</c:v>
                </c:pt>
                <c:pt idx="6760">
                  <c:v>2093.3663999999999</c:v>
                </c:pt>
                <c:pt idx="6761">
                  <c:v>2093.6712000000002</c:v>
                </c:pt>
                <c:pt idx="6762">
                  <c:v>2093.9760000000001</c:v>
                </c:pt>
                <c:pt idx="6763">
                  <c:v>2094.2808</c:v>
                </c:pt>
                <c:pt idx="6764">
                  <c:v>2094.5855999999999</c:v>
                </c:pt>
                <c:pt idx="6765">
                  <c:v>2094.8904000000002</c:v>
                </c:pt>
                <c:pt idx="6766">
                  <c:v>2095.1952000000001</c:v>
                </c:pt>
                <c:pt idx="6767">
                  <c:v>2095.5</c:v>
                </c:pt>
                <c:pt idx="6768">
                  <c:v>2095.8047999999999</c:v>
                </c:pt>
                <c:pt idx="6769">
                  <c:v>2096.1095999999998</c:v>
                </c:pt>
                <c:pt idx="6770">
                  <c:v>2096.4144000000001</c:v>
                </c:pt>
                <c:pt idx="6771">
                  <c:v>2096.7192</c:v>
                </c:pt>
                <c:pt idx="6772">
                  <c:v>2097.0239999999999</c:v>
                </c:pt>
                <c:pt idx="6773">
                  <c:v>2097.3287999999998</c:v>
                </c:pt>
                <c:pt idx="6774">
                  <c:v>2097.6336000000001</c:v>
                </c:pt>
                <c:pt idx="6775">
                  <c:v>2097.9384</c:v>
                </c:pt>
                <c:pt idx="6776">
                  <c:v>2098.2431999999999</c:v>
                </c:pt>
                <c:pt idx="6777">
                  <c:v>2098.5479999999998</c:v>
                </c:pt>
                <c:pt idx="6778">
                  <c:v>2098.8528000000001</c:v>
                </c:pt>
                <c:pt idx="6779">
                  <c:v>2099.1576</c:v>
                </c:pt>
                <c:pt idx="6780">
                  <c:v>2099.4623999999999</c:v>
                </c:pt>
                <c:pt idx="6781">
                  <c:v>2099.7671999999998</c:v>
                </c:pt>
                <c:pt idx="6782">
                  <c:v>2100.0720000000001</c:v>
                </c:pt>
                <c:pt idx="6783">
                  <c:v>2100.3768</c:v>
                </c:pt>
                <c:pt idx="6784">
                  <c:v>2100.6815999999999</c:v>
                </c:pt>
                <c:pt idx="6785">
                  <c:v>2100.9863999999998</c:v>
                </c:pt>
                <c:pt idx="6786">
                  <c:v>2101.2912000000001</c:v>
                </c:pt>
                <c:pt idx="6787">
                  <c:v>2101.596</c:v>
                </c:pt>
                <c:pt idx="6788">
                  <c:v>2101.9007999999999</c:v>
                </c:pt>
                <c:pt idx="6789">
                  <c:v>2102.2055999999998</c:v>
                </c:pt>
                <c:pt idx="6790">
                  <c:v>2102.5104000000001</c:v>
                </c:pt>
                <c:pt idx="6791">
                  <c:v>2102.8152</c:v>
                </c:pt>
                <c:pt idx="6792">
                  <c:v>2103.12</c:v>
                </c:pt>
                <c:pt idx="6793">
                  <c:v>2103.4247999999998</c:v>
                </c:pt>
                <c:pt idx="6794">
                  <c:v>2103.7296000000001</c:v>
                </c:pt>
                <c:pt idx="6795">
                  <c:v>2104.0344</c:v>
                </c:pt>
                <c:pt idx="6796">
                  <c:v>2104.3391999999999</c:v>
                </c:pt>
                <c:pt idx="6797">
                  <c:v>2104.6439999999998</c:v>
                </c:pt>
                <c:pt idx="6798">
                  <c:v>2104.9488000000001</c:v>
                </c:pt>
                <c:pt idx="6799">
                  <c:v>2105.2536</c:v>
                </c:pt>
                <c:pt idx="6800">
                  <c:v>2105.5583999999999</c:v>
                </c:pt>
                <c:pt idx="6801">
                  <c:v>2105.8631999999998</c:v>
                </c:pt>
                <c:pt idx="6802">
                  <c:v>2106.1680000000001</c:v>
                </c:pt>
                <c:pt idx="6803">
                  <c:v>2106.4728</c:v>
                </c:pt>
                <c:pt idx="6804">
                  <c:v>2106.7775999999999</c:v>
                </c:pt>
                <c:pt idx="6805">
                  <c:v>2107.0823999999998</c:v>
                </c:pt>
                <c:pt idx="6806">
                  <c:v>2107.3872000000001</c:v>
                </c:pt>
                <c:pt idx="6807">
                  <c:v>2107.692</c:v>
                </c:pt>
                <c:pt idx="6808">
                  <c:v>2107.9967999999999</c:v>
                </c:pt>
                <c:pt idx="6809">
                  <c:v>2108.3015999999998</c:v>
                </c:pt>
                <c:pt idx="6810">
                  <c:v>2108.6064000000001</c:v>
                </c:pt>
                <c:pt idx="6811">
                  <c:v>2108.9112</c:v>
                </c:pt>
                <c:pt idx="6812">
                  <c:v>2109.2159999999999</c:v>
                </c:pt>
                <c:pt idx="6813">
                  <c:v>2109.5207999999998</c:v>
                </c:pt>
                <c:pt idx="6814">
                  <c:v>2109.8256000000001</c:v>
                </c:pt>
                <c:pt idx="6815">
                  <c:v>2110.1304</c:v>
                </c:pt>
                <c:pt idx="6816">
                  <c:v>2110.4351999999999</c:v>
                </c:pt>
                <c:pt idx="6817">
                  <c:v>2110.7399999999998</c:v>
                </c:pt>
                <c:pt idx="6818">
                  <c:v>2111.0448000000001</c:v>
                </c:pt>
                <c:pt idx="6819">
                  <c:v>2111.3496</c:v>
                </c:pt>
                <c:pt idx="6820">
                  <c:v>2111.6543999999999</c:v>
                </c:pt>
                <c:pt idx="6821">
                  <c:v>2111.9591999999998</c:v>
                </c:pt>
                <c:pt idx="6822">
                  <c:v>2112.2640000000001</c:v>
                </c:pt>
                <c:pt idx="6823">
                  <c:v>2112.5688</c:v>
                </c:pt>
                <c:pt idx="6824">
                  <c:v>2112.8735999999999</c:v>
                </c:pt>
                <c:pt idx="6825">
                  <c:v>2113.1783999999998</c:v>
                </c:pt>
                <c:pt idx="6826">
                  <c:v>2113.4832000000001</c:v>
                </c:pt>
                <c:pt idx="6827">
                  <c:v>2113.788</c:v>
                </c:pt>
                <c:pt idx="6828">
                  <c:v>2114.0927999999999</c:v>
                </c:pt>
                <c:pt idx="6829">
                  <c:v>2114.3975999999998</c:v>
                </c:pt>
                <c:pt idx="6830">
                  <c:v>2114.7024000000001</c:v>
                </c:pt>
                <c:pt idx="6831">
                  <c:v>2115.0072</c:v>
                </c:pt>
                <c:pt idx="6832">
                  <c:v>2115.3119999999999</c:v>
                </c:pt>
                <c:pt idx="6833">
                  <c:v>2115.6167999999998</c:v>
                </c:pt>
                <c:pt idx="6834">
                  <c:v>2115.9216000000001</c:v>
                </c:pt>
                <c:pt idx="6835">
                  <c:v>2116.2264</c:v>
                </c:pt>
                <c:pt idx="6836">
                  <c:v>2116.5311999999999</c:v>
                </c:pt>
                <c:pt idx="6837">
                  <c:v>2116.8359999999998</c:v>
                </c:pt>
                <c:pt idx="6838">
                  <c:v>2117.1408000000001</c:v>
                </c:pt>
                <c:pt idx="6839">
                  <c:v>2117.4456</c:v>
                </c:pt>
                <c:pt idx="6840">
                  <c:v>2117.7503999999999</c:v>
                </c:pt>
                <c:pt idx="6841">
                  <c:v>2118.0551999999998</c:v>
                </c:pt>
                <c:pt idx="6842">
                  <c:v>2118.36</c:v>
                </c:pt>
                <c:pt idx="6843">
                  <c:v>2118.6648</c:v>
                </c:pt>
                <c:pt idx="6844">
                  <c:v>2118.9695999999999</c:v>
                </c:pt>
                <c:pt idx="6845">
                  <c:v>2119.2743999999998</c:v>
                </c:pt>
                <c:pt idx="6846">
                  <c:v>2119.5792000000001</c:v>
                </c:pt>
                <c:pt idx="6847">
                  <c:v>2119.884</c:v>
                </c:pt>
                <c:pt idx="6848">
                  <c:v>2120.1887999999999</c:v>
                </c:pt>
                <c:pt idx="6849">
                  <c:v>2120.4935999999998</c:v>
                </c:pt>
                <c:pt idx="6850">
                  <c:v>2120.7984000000001</c:v>
                </c:pt>
                <c:pt idx="6851">
                  <c:v>2121.1032</c:v>
                </c:pt>
                <c:pt idx="6852">
                  <c:v>2121.4079999999999</c:v>
                </c:pt>
                <c:pt idx="6853">
                  <c:v>2121.7127999999998</c:v>
                </c:pt>
                <c:pt idx="6854">
                  <c:v>2122.0176000000001</c:v>
                </c:pt>
                <c:pt idx="6855">
                  <c:v>2122.3224</c:v>
                </c:pt>
                <c:pt idx="6856">
                  <c:v>2122.6271999999999</c:v>
                </c:pt>
                <c:pt idx="6857">
                  <c:v>2122.9319999999998</c:v>
                </c:pt>
                <c:pt idx="6858">
                  <c:v>2123.2368000000001</c:v>
                </c:pt>
                <c:pt idx="6859">
                  <c:v>2123.5416</c:v>
                </c:pt>
                <c:pt idx="6860">
                  <c:v>2123.8463999999999</c:v>
                </c:pt>
                <c:pt idx="6861">
                  <c:v>2124.1511999999998</c:v>
                </c:pt>
                <c:pt idx="6862">
                  <c:v>2124.4560000000001</c:v>
                </c:pt>
                <c:pt idx="6863">
                  <c:v>2124.7608</c:v>
                </c:pt>
                <c:pt idx="6864">
                  <c:v>2125.0655999999999</c:v>
                </c:pt>
                <c:pt idx="6865">
                  <c:v>2125.3703999999998</c:v>
                </c:pt>
                <c:pt idx="6866">
                  <c:v>2125.6752000000001</c:v>
                </c:pt>
                <c:pt idx="6867">
                  <c:v>2125.98</c:v>
                </c:pt>
                <c:pt idx="6868">
                  <c:v>2126.2847999999999</c:v>
                </c:pt>
                <c:pt idx="6869">
                  <c:v>2126.5895999999998</c:v>
                </c:pt>
                <c:pt idx="6870">
                  <c:v>2126.8944000000001</c:v>
                </c:pt>
                <c:pt idx="6871">
                  <c:v>2127.1992</c:v>
                </c:pt>
                <c:pt idx="6872">
                  <c:v>2127.5039999999999</c:v>
                </c:pt>
                <c:pt idx="6873">
                  <c:v>2127.8087999999998</c:v>
                </c:pt>
                <c:pt idx="6874">
                  <c:v>2128.1136000000001</c:v>
                </c:pt>
                <c:pt idx="6875">
                  <c:v>2128.4184</c:v>
                </c:pt>
                <c:pt idx="6876">
                  <c:v>2128.7231999999999</c:v>
                </c:pt>
                <c:pt idx="6877">
                  <c:v>2129.0279999999998</c:v>
                </c:pt>
                <c:pt idx="6878">
                  <c:v>2129.3328000000001</c:v>
                </c:pt>
                <c:pt idx="6879">
                  <c:v>2129.6376</c:v>
                </c:pt>
                <c:pt idx="6880">
                  <c:v>2129.9423999999999</c:v>
                </c:pt>
                <c:pt idx="6881">
                  <c:v>2130.2471999999998</c:v>
                </c:pt>
                <c:pt idx="6882">
                  <c:v>2130.5520000000001</c:v>
                </c:pt>
                <c:pt idx="6883">
                  <c:v>2130.8568</c:v>
                </c:pt>
                <c:pt idx="6884">
                  <c:v>2131.1615999999999</c:v>
                </c:pt>
                <c:pt idx="6885">
                  <c:v>2131.4663999999998</c:v>
                </c:pt>
                <c:pt idx="6886">
                  <c:v>2131.7712000000001</c:v>
                </c:pt>
                <c:pt idx="6887">
                  <c:v>2132.076</c:v>
                </c:pt>
                <c:pt idx="6888">
                  <c:v>2132.3807999999999</c:v>
                </c:pt>
                <c:pt idx="6889">
                  <c:v>2132.6855999999998</c:v>
                </c:pt>
                <c:pt idx="6890">
                  <c:v>2132.9904000000001</c:v>
                </c:pt>
                <c:pt idx="6891">
                  <c:v>2133.2952</c:v>
                </c:pt>
                <c:pt idx="6892">
                  <c:v>2133.6</c:v>
                </c:pt>
                <c:pt idx="6893">
                  <c:v>2133.9047999999998</c:v>
                </c:pt>
                <c:pt idx="6894">
                  <c:v>2134.2096000000001</c:v>
                </c:pt>
                <c:pt idx="6895">
                  <c:v>2134.5144</c:v>
                </c:pt>
                <c:pt idx="6896">
                  <c:v>2134.8191999999999</c:v>
                </c:pt>
                <c:pt idx="6897">
                  <c:v>2135.1239999999998</c:v>
                </c:pt>
                <c:pt idx="6898">
                  <c:v>2135.4288000000001</c:v>
                </c:pt>
                <c:pt idx="6899">
                  <c:v>2135.7336</c:v>
                </c:pt>
                <c:pt idx="6900">
                  <c:v>2136.0383999999999</c:v>
                </c:pt>
                <c:pt idx="6901">
                  <c:v>2136.3431999999998</c:v>
                </c:pt>
                <c:pt idx="6902">
                  <c:v>2136.6480000000001</c:v>
                </c:pt>
                <c:pt idx="6903">
                  <c:v>2136.9528</c:v>
                </c:pt>
                <c:pt idx="6904">
                  <c:v>2137.2575999999999</c:v>
                </c:pt>
                <c:pt idx="6905">
                  <c:v>2137.5623999999998</c:v>
                </c:pt>
                <c:pt idx="6906">
                  <c:v>2137.8672000000001</c:v>
                </c:pt>
                <c:pt idx="6907">
                  <c:v>2138.172</c:v>
                </c:pt>
                <c:pt idx="6908">
                  <c:v>2138.4767999999999</c:v>
                </c:pt>
                <c:pt idx="6909">
                  <c:v>2138.7815999999998</c:v>
                </c:pt>
                <c:pt idx="6910">
                  <c:v>2139.0864000000001</c:v>
                </c:pt>
                <c:pt idx="6911">
                  <c:v>2139.3912</c:v>
                </c:pt>
                <c:pt idx="6912">
                  <c:v>2139.6959999999999</c:v>
                </c:pt>
                <c:pt idx="6913">
                  <c:v>2140.0007999999998</c:v>
                </c:pt>
                <c:pt idx="6914">
                  <c:v>2140.3056000000001</c:v>
                </c:pt>
                <c:pt idx="6915">
                  <c:v>2140.6104</c:v>
                </c:pt>
                <c:pt idx="6916">
                  <c:v>2140.9151999999999</c:v>
                </c:pt>
                <c:pt idx="6917">
                  <c:v>2141.2199999999998</c:v>
                </c:pt>
                <c:pt idx="6918">
                  <c:v>2141.5248000000001</c:v>
                </c:pt>
                <c:pt idx="6919">
                  <c:v>2141.8296</c:v>
                </c:pt>
                <c:pt idx="6920">
                  <c:v>2142.1343999999999</c:v>
                </c:pt>
                <c:pt idx="6921">
                  <c:v>2142.4391999999998</c:v>
                </c:pt>
                <c:pt idx="6922">
                  <c:v>2142.7440000000001</c:v>
                </c:pt>
                <c:pt idx="6923">
                  <c:v>2143.0488</c:v>
                </c:pt>
                <c:pt idx="6924">
                  <c:v>2143.3535999999999</c:v>
                </c:pt>
                <c:pt idx="6925">
                  <c:v>2143.6583999999998</c:v>
                </c:pt>
                <c:pt idx="6926">
                  <c:v>2143.9632000000001</c:v>
                </c:pt>
                <c:pt idx="6927">
                  <c:v>2144.268</c:v>
                </c:pt>
                <c:pt idx="6928">
                  <c:v>2144.5727999999999</c:v>
                </c:pt>
                <c:pt idx="6929">
                  <c:v>2144.8775999999998</c:v>
                </c:pt>
                <c:pt idx="6930">
                  <c:v>2145.1824000000001</c:v>
                </c:pt>
                <c:pt idx="6931">
                  <c:v>2145.4872</c:v>
                </c:pt>
                <c:pt idx="6932">
                  <c:v>2145.7919999999999</c:v>
                </c:pt>
                <c:pt idx="6933">
                  <c:v>2146.0967999999998</c:v>
                </c:pt>
                <c:pt idx="6934">
                  <c:v>2146.4016000000001</c:v>
                </c:pt>
                <c:pt idx="6935">
                  <c:v>2146.7064</c:v>
                </c:pt>
                <c:pt idx="6936">
                  <c:v>2147.0111999999999</c:v>
                </c:pt>
                <c:pt idx="6937">
                  <c:v>2147.3159999999998</c:v>
                </c:pt>
                <c:pt idx="6938">
                  <c:v>2147.6208000000001</c:v>
                </c:pt>
                <c:pt idx="6939">
                  <c:v>2147.9256</c:v>
                </c:pt>
                <c:pt idx="6940">
                  <c:v>2148.2303999999999</c:v>
                </c:pt>
                <c:pt idx="6941">
                  <c:v>2148.5351999999998</c:v>
                </c:pt>
                <c:pt idx="6942">
                  <c:v>2148.84</c:v>
                </c:pt>
                <c:pt idx="6943">
                  <c:v>2149.1448</c:v>
                </c:pt>
                <c:pt idx="6944">
                  <c:v>2149.4495999999999</c:v>
                </c:pt>
                <c:pt idx="6945">
                  <c:v>2149.7543999999998</c:v>
                </c:pt>
                <c:pt idx="6946">
                  <c:v>2150.0592000000001</c:v>
                </c:pt>
                <c:pt idx="6947">
                  <c:v>2150.364</c:v>
                </c:pt>
                <c:pt idx="6948">
                  <c:v>2150.6687999999999</c:v>
                </c:pt>
                <c:pt idx="6949">
                  <c:v>2150.9735999999998</c:v>
                </c:pt>
                <c:pt idx="6950">
                  <c:v>2151.2784000000001</c:v>
                </c:pt>
                <c:pt idx="6951">
                  <c:v>2151.5832</c:v>
                </c:pt>
                <c:pt idx="6952">
                  <c:v>2151.8879999999999</c:v>
                </c:pt>
                <c:pt idx="6953">
                  <c:v>2152.1927999999998</c:v>
                </c:pt>
                <c:pt idx="6954">
                  <c:v>2152.4976000000001</c:v>
                </c:pt>
                <c:pt idx="6955">
                  <c:v>2152.8024</c:v>
                </c:pt>
                <c:pt idx="6956">
                  <c:v>2153.1071999999999</c:v>
                </c:pt>
                <c:pt idx="6957">
                  <c:v>2153.4119999999998</c:v>
                </c:pt>
                <c:pt idx="6958">
                  <c:v>2153.7168000000001</c:v>
                </c:pt>
                <c:pt idx="6959">
                  <c:v>2154.0216</c:v>
                </c:pt>
                <c:pt idx="6960">
                  <c:v>2154.3263999999999</c:v>
                </c:pt>
                <c:pt idx="6961">
                  <c:v>2154.6311999999998</c:v>
                </c:pt>
                <c:pt idx="6962">
                  <c:v>2154.9360000000001</c:v>
                </c:pt>
                <c:pt idx="6963">
                  <c:v>2155.2408</c:v>
                </c:pt>
                <c:pt idx="6964">
                  <c:v>2155.5455999999999</c:v>
                </c:pt>
                <c:pt idx="6965">
                  <c:v>2155.8503999999998</c:v>
                </c:pt>
                <c:pt idx="6966">
                  <c:v>2156.1552000000001</c:v>
                </c:pt>
                <c:pt idx="6967">
                  <c:v>2156.46</c:v>
                </c:pt>
                <c:pt idx="6968">
                  <c:v>2156.7647999999999</c:v>
                </c:pt>
                <c:pt idx="6969">
                  <c:v>2157.0695999999998</c:v>
                </c:pt>
                <c:pt idx="6970">
                  <c:v>2157.3744000000002</c:v>
                </c:pt>
                <c:pt idx="6971">
                  <c:v>2157.6792</c:v>
                </c:pt>
                <c:pt idx="6972">
                  <c:v>2157.9839999999999</c:v>
                </c:pt>
                <c:pt idx="6973">
                  <c:v>2158.2887999999998</c:v>
                </c:pt>
                <c:pt idx="6974">
                  <c:v>2158.5936000000002</c:v>
                </c:pt>
                <c:pt idx="6975">
                  <c:v>2158.8984</c:v>
                </c:pt>
                <c:pt idx="6976">
                  <c:v>2159.2031999999999</c:v>
                </c:pt>
                <c:pt idx="6977">
                  <c:v>2159.5079999999998</c:v>
                </c:pt>
                <c:pt idx="6978">
                  <c:v>2159.8128000000002</c:v>
                </c:pt>
                <c:pt idx="6979">
                  <c:v>2160.1176</c:v>
                </c:pt>
                <c:pt idx="6980">
                  <c:v>2160.4223999999999</c:v>
                </c:pt>
                <c:pt idx="6981">
                  <c:v>2160.7271999999998</c:v>
                </c:pt>
                <c:pt idx="6982">
                  <c:v>2161.0320000000002</c:v>
                </c:pt>
                <c:pt idx="6983">
                  <c:v>2161.3368</c:v>
                </c:pt>
                <c:pt idx="6984">
                  <c:v>2161.6415999999999</c:v>
                </c:pt>
                <c:pt idx="6985">
                  <c:v>2161.9463999999998</c:v>
                </c:pt>
                <c:pt idx="6986">
                  <c:v>2162.2512000000002</c:v>
                </c:pt>
                <c:pt idx="6987">
                  <c:v>2162.556</c:v>
                </c:pt>
                <c:pt idx="6988">
                  <c:v>2162.8607999999999</c:v>
                </c:pt>
                <c:pt idx="6989">
                  <c:v>2163.1655999999998</c:v>
                </c:pt>
                <c:pt idx="6990">
                  <c:v>2163.4704000000002</c:v>
                </c:pt>
                <c:pt idx="6991">
                  <c:v>2163.7752</c:v>
                </c:pt>
                <c:pt idx="6992">
                  <c:v>2164.08</c:v>
                </c:pt>
                <c:pt idx="6993">
                  <c:v>2164.3847999999998</c:v>
                </c:pt>
                <c:pt idx="6994">
                  <c:v>2164.6896000000002</c:v>
                </c:pt>
                <c:pt idx="6995">
                  <c:v>2164.9944</c:v>
                </c:pt>
                <c:pt idx="6996">
                  <c:v>2165.2991999999999</c:v>
                </c:pt>
                <c:pt idx="6997">
                  <c:v>2165.6039999999998</c:v>
                </c:pt>
                <c:pt idx="6998">
                  <c:v>2165.9088000000002</c:v>
                </c:pt>
                <c:pt idx="6999">
                  <c:v>2166.2136</c:v>
                </c:pt>
                <c:pt idx="7000">
                  <c:v>2166.5183999999999</c:v>
                </c:pt>
                <c:pt idx="7001">
                  <c:v>2166.8231999999998</c:v>
                </c:pt>
                <c:pt idx="7002">
                  <c:v>2167.1280000000002</c:v>
                </c:pt>
                <c:pt idx="7003">
                  <c:v>2167.4328</c:v>
                </c:pt>
                <c:pt idx="7004">
                  <c:v>2167.7375999999999</c:v>
                </c:pt>
                <c:pt idx="7005">
                  <c:v>2168.0423999999998</c:v>
                </c:pt>
                <c:pt idx="7006">
                  <c:v>2168.3472000000002</c:v>
                </c:pt>
                <c:pt idx="7007">
                  <c:v>2168.652</c:v>
                </c:pt>
                <c:pt idx="7008">
                  <c:v>2168.9567999999999</c:v>
                </c:pt>
                <c:pt idx="7009">
                  <c:v>2169.2615999999998</c:v>
                </c:pt>
                <c:pt idx="7010">
                  <c:v>2169.5664000000002</c:v>
                </c:pt>
                <c:pt idx="7011">
                  <c:v>2169.8712</c:v>
                </c:pt>
                <c:pt idx="7012">
                  <c:v>2170.1759999999999</c:v>
                </c:pt>
                <c:pt idx="7013">
                  <c:v>2170.4807999999998</c:v>
                </c:pt>
                <c:pt idx="7014">
                  <c:v>2170.7856000000002</c:v>
                </c:pt>
                <c:pt idx="7015">
                  <c:v>2171.0904</c:v>
                </c:pt>
                <c:pt idx="7016">
                  <c:v>2171.3951999999999</c:v>
                </c:pt>
                <c:pt idx="7017">
                  <c:v>2171.6999999999998</c:v>
                </c:pt>
                <c:pt idx="7018">
                  <c:v>2172.0048000000002</c:v>
                </c:pt>
                <c:pt idx="7019">
                  <c:v>2172.3096</c:v>
                </c:pt>
                <c:pt idx="7020">
                  <c:v>2172.6143999999999</c:v>
                </c:pt>
                <c:pt idx="7021">
                  <c:v>2172.9191999999998</c:v>
                </c:pt>
                <c:pt idx="7022">
                  <c:v>2173.2240000000002</c:v>
                </c:pt>
                <c:pt idx="7023">
                  <c:v>2173.5288</c:v>
                </c:pt>
                <c:pt idx="7024">
                  <c:v>2173.8335999999999</c:v>
                </c:pt>
                <c:pt idx="7025">
                  <c:v>2174.1383999999998</c:v>
                </c:pt>
                <c:pt idx="7026">
                  <c:v>2174.4432000000002</c:v>
                </c:pt>
                <c:pt idx="7027">
                  <c:v>2174.748</c:v>
                </c:pt>
                <c:pt idx="7028">
                  <c:v>2175.0527999999999</c:v>
                </c:pt>
                <c:pt idx="7029">
                  <c:v>2175.3575999999998</c:v>
                </c:pt>
                <c:pt idx="7030">
                  <c:v>2175.6624000000002</c:v>
                </c:pt>
                <c:pt idx="7031">
                  <c:v>2175.9672</c:v>
                </c:pt>
                <c:pt idx="7032">
                  <c:v>2176.2719999999999</c:v>
                </c:pt>
                <c:pt idx="7033">
                  <c:v>2176.5767999999998</c:v>
                </c:pt>
                <c:pt idx="7034">
                  <c:v>2176.8816000000002</c:v>
                </c:pt>
                <c:pt idx="7035">
                  <c:v>2177.1864</c:v>
                </c:pt>
                <c:pt idx="7036">
                  <c:v>2177.4911999999999</c:v>
                </c:pt>
                <c:pt idx="7037">
                  <c:v>2177.7959999999998</c:v>
                </c:pt>
                <c:pt idx="7038">
                  <c:v>2178.1008000000002</c:v>
                </c:pt>
                <c:pt idx="7039">
                  <c:v>2178.4056</c:v>
                </c:pt>
                <c:pt idx="7040">
                  <c:v>2178.7103999999999</c:v>
                </c:pt>
                <c:pt idx="7041">
                  <c:v>2179.0151999999998</c:v>
                </c:pt>
                <c:pt idx="7042">
                  <c:v>2179.3200000000002</c:v>
                </c:pt>
                <c:pt idx="7043">
                  <c:v>2179.6248000000001</c:v>
                </c:pt>
                <c:pt idx="7044">
                  <c:v>2179.9295999999999</c:v>
                </c:pt>
                <c:pt idx="7045">
                  <c:v>2180.2343999999998</c:v>
                </c:pt>
                <c:pt idx="7046">
                  <c:v>2180.5392000000002</c:v>
                </c:pt>
                <c:pt idx="7047">
                  <c:v>2180.8440000000001</c:v>
                </c:pt>
                <c:pt idx="7048">
                  <c:v>2181.1487999999999</c:v>
                </c:pt>
                <c:pt idx="7049">
                  <c:v>2181.4535999999998</c:v>
                </c:pt>
                <c:pt idx="7050">
                  <c:v>2181.7584000000002</c:v>
                </c:pt>
                <c:pt idx="7051">
                  <c:v>2182.0632000000001</c:v>
                </c:pt>
                <c:pt idx="7052">
                  <c:v>2182.3679999999999</c:v>
                </c:pt>
                <c:pt idx="7053">
                  <c:v>2182.6727999999998</c:v>
                </c:pt>
                <c:pt idx="7054">
                  <c:v>2182.9776000000002</c:v>
                </c:pt>
                <c:pt idx="7055">
                  <c:v>2183.2824000000001</c:v>
                </c:pt>
                <c:pt idx="7056">
                  <c:v>2183.5871999999999</c:v>
                </c:pt>
                <c:pt idx="7057">
                  <c:v>2183.8919999999998</c:v>
                </c:pt>
                <c:pt idx="7058">
                  <c:v>2184.1968000000002</c:v>
                </c:pt>
                <c:pt idx="7059">
                  <c:v>2184.5016000000001</c:v>
                </c:pt>
                <c:pt idx="7060">
                  <c:v>2184.8063999999999</c:v>
                </c:pt>
                <c:pt idx="7061">
                  <c:v>2185.1111999999998</c:v>
                </c:pt>
                <c:pt idx="7062">
                  <c:v>2185.4160000000002</c:v>
                </c:pt>
                <c:pt idx="7063">
                  <c:v>2185.7208000000001</c:v>
                </c:pt>
                <c:pt idx="7064">
                  <c:v>2186.0255999999999</c:v>
                </c:pt>
                <c:pt idx="7065">
                  <c:v>2186.3303999999998</c:v>
                </c:pt>
                <c:pt idx="7066">
                  <c:v>2186.6352000000002</c:v>
                </c:pt>
                <c:pt idx="7067">
                  <c:v>2186.94</c:v>
                </c:pt>
                <c:pt idx="7068">
                  <c:v>2187.2447999999999</c:v>
                </c:pt>
                <c:pt idx="7069">
                  <c:v>2187.5495999999998</c:v>
                </c:pt>
                <c:pt idx="7070">
                  <c:v>2187.8544000000002</c:v>
                </c:pt>
                <c:pt idx="7071">
                  <c:v>2188.1592000000001</c:v>
                </c:pt>
                <c:pt idx="7072">
                  <c:v>2188.4639999999999</c:v>
                </c:pt>
                <c:pt idx="7073">
                  <c:v>2188.7687999999998</c:v>
                </c:pt>
                <c:pt idx="7074">
                  <c:v>2189.0736000000002</c:v>
                </c:pt>
                <c:pt idx="7075">
                  <c:v>2189.3784000000001</c:v>
                </c:pt>
                <c:pt idx="7076">
                  <c:v>2189.6831999999999</c:v>
                </c:pt>
                <c:pt idx="7077">
                  <c:v>2189.9879999999998</c:v>
                </c:pt>
                <c:pt idx="7078">
                  <c:v>2190.2928000000002</c:v>
                </c:pt>
                <c:pt idx="7079">
                  <c:v>2190.5976000000001</c:v>
                </c:pt>
                <c:pt idx="7080">
                  <c:v>2190.9023999999999</c:v>
                </c:pt>
                <c:pt idx="7081">
                  <c:v>2191.2071999999998</c:v>
                </c:pt>
                <c:pt idx="7082">
                  <c:v>2191.5120000000002</c:v>
                </c:pt>
                <c:pt idx="7083">
                  <c:v>2191.8168000000001</c:v>
                </c:pt>
                <c:pt idx="7084">
                  <c:v>2192.1215999999999</c:v>
                </c:pt>
                <c:pt idx="7085">
                  <c:v>2192.4263999999998</c:v>
                </c:pt>
                <c:pt idx="7086">
                  <c:v>2192.7312000000002</c:v>
                </c:pt>
                <c:pt idx="7087">
                  <c:v>2193.0360000000001</c:v>
                </c:pt>
                <c:pt idx="7088">
                  <c:v>2193.3407999999999</c:v>
                </c:pt>
                <c:pt idx="7089">
                  <c:v>2193.6455999999998</c:v>
                </c:pt>
                <c:pt idx="7090">
                  <c:v>2193.9504000000002</c:v>
                </c:pt>
                <c:pt idx="7091">
                  <c:v>2194.2552000000001</c:v>
                </c:pt>
                <c:pt idx="7092">
                  <c:v>2194.56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C34-48D9-8526-7D91489CD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5001712"/>
        <c:axId val="1975004112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'[Rig HP Calculation.xlsx]WJR1-2 HP'!$G$3:$G$1577</c15:sqref>
                        </c15:formulaRef>
                      </c:ext>
                    </c:extLst>
                    <c:numCache>
                      <c:formatCode>General</c:formatCode>
                      <c:ptCount val="1575"/>
                      <c:pt idx="0">
                        <c:v>35</c:v>
                      </c:pt>
                      <c:pt idx="1">
                        <c:v>41</c:v>
                      </c:pt>
                      <c:pt idx="2">
                        <c:v>34</c:v>
                      </c:pt>
                      <c:pt idx="3">
                        <c:v>91</c:v>
                      </c:pt>
                      <c:pt idx="4">
                        <c:v>90</c:v>
                      </c:pt>
                      <c:pt idx="5">
                        <c:v>75</c:v>
                      </c:pt>
                      <c:pt idx="6">
                        <c:v>80</c:v>
                      </c:pt>
                      <c:pt idx="7">
                        <c:v>80</c:v>
                      </c:pt>
                      <c:pt idx="8">
                        <c:v>81</c:v>
                      </c:pt>
                      <c:pt idx="9">
                        <c:v>81</c:v>
                      </c:pt>
                      <c:pt idx="10">
                        <c:v>84</c:v>
                      </c:pt>
                      <c:pt idx="11">
                        <c:v>82</c:v>
                      </c:pt>
                      <c:pt idx="12">
                        <c:v>75</c:v>
                      </c:pt>
                      <c:pt idx="13">
                        <c:v>68</c:v>
                      </c:pt>
                      <c:pt idx="14">
                        <c:v>49</c:v>
                      </c:pt>
                      <c:pt idx="15">
                        <c:v>47</c:v>
                      </c:pt>
                      <c:pt idx="16">
                        <c:v>47</c:v>
                      </c:pt>
                      <c:pt idx="17">
                        <c:v>83</c:v>
                      </c:pt>
                      <c:pt idx="18">
                        <c:v>86</c:v>
                      </c:pt>
                      <c:pt idx="19">
                        <c:v>88</c:v>
                      </c:pt>
                      <c:pt idx="20">
                        <c:v>88</c:v>
                      </c:pt>
                      <c:pt idx="21">
                        <c:v>113</c:v>
                      </c:pt>
                      <c:pt idx="22">
                        <c:v>121</c:v>
                      </c:pt>
                      <c:pt idx="23">
                        <c:v>116</c:v>
                      </c:pt>
                      <c:pt idx="24">
                        <c:v>116</c:v>
                      </c:pt>
                      <c:pt idx="25">
                        <c:v>118</c:v>
                      </c:pt>
                      <c:pt idx="26">
                        <c:v>117</c:v>
                      </c:pt>
                      <c:pt idx="27">
                        <c:v>124</c:v>
                      </c:pt>
                      <c:pt idx="28">
                        <c:v>119</c:v>
                      </c:pt>
                      <c:pt idx="29">
                        <c:v>125</c:v>
                      </c:pt>
                      <c:pt idx="30">
                        <c:v>123</c:v>
                      </c:pt>
                      <c:pt idx="31">
                        <c:v>122</c:v>
                      </c:pt>
                      <c:pt idx="32">
                        <c:v>123</c:v>
                      </c:pt>
                      <c:pt idx="33">
                        <c:v>122</c:v>
                      </c:pt>
                      <c:pt idx="34">
                        <c:v>122</c:v>
                      </c:pt>
                      <c:pt idx="35">
                        <c:v>121</c:v>
                      </c:pt>
                      <c:pt idx="36">
                        <c:v>128</c:v>
                      </c:pt>
                      <c:pt idx="37">
                        <c:v>124</c:v>
                      </c:pt>
                      <c:pt idx="38">
                        <c:v>124</c:v>
                      </c:pt>
                      <c:pt idx="39">
                        <c:v>124</c:v>
                      </c:pt>
                      <c:pt idx="40">
                        <c:v>126</c:v>
                      </c:pt>
                      <c:pt idx="41">
                        <c:v>127</c:v>
                      </c:pt>
                      <c:pt idx="42">
                        <c:v>128</c:v>
                      </c:pt>
                      <c:pt idx="43">
                        <c:v>127</c:v>
                      </c:pt>
                      <c:pt idx="44">
                        <c:v>129</c:v>
                      </c:pt>
                      <c:pt idx="45">
                        <c:v>126</c:v>
                      </c:pt>
                      <c:pt idx="46">
                        <c:v>122</c:v>
                      </c:pt>
                      <c:pt idx="47">
                        <c:v>115</c:v>
                      </c:pt>
                      <c:pt idx="48">
                        <c:v>103</c:v>
                      </c:pt>
                      <c:pt idx="49">
                        <c:v>66</c:v>
                      </c:pt>
                      <c:pt idx="50">
                        <c:v>56</c:v>
                      </c:pt>
                      <c:pt idx="51">
                        <c:v>80</c:v>
                      </c:pt>
                      <c:pt idx="52">
                        <c:v>84</c:v>
                      </c:pt>
                      <c:pt idx="53">
                        <c:v>83</c:v>
                      </c:pt>
                      <c:pt idx="54">
                        <c:v>83</c:v>
                      </c:pt>
                      <c:pt idx="55">
                        <c:v>79</c:v>
                      </c:pt>
                      <c:pt idx="56">
                        <c:v>83</c:v>
                      </c:pt>
                      <c:pt idx="57">
                        <c:v>83</c:v>
                      </c:pt>
                      <c:pt idx="58">
                        <c:v>67</c:v>
                      </c:pt>
                      <c:pt idx="59">
                        <c:v>69</c:v>
                      </c:pt>
                      <c:pt idx="60">
                        <c:v>72</c:v>
                      </c:pt>
                      <c:pt idx="61">
                        <c:v>65</c:v>
                      </c:pt>
                      <c:pt idx="62">
                        <c:v>61</c:v>
                      </c:pt>
                      <c:pt idx="63">
                        <c:v>58</c:v>
                      </c:pt>
                      <c:pt idx="64">
                        <c:v>58</c:v>
                      </c:pt>
                      <c:pt idx="65">
                        <c:v>60</c:v>
                      </c:pt>
                      <c:pt idx="66">
                        <c:v>62</c:v>
                      </c:pt>
                      <c:pt idx="67">
                        <c:v>65</c:v>
                      </c:pt>
                      <c:pt idx="68">
                        <c:v>61</c:v>
                      </c:pt>
                      <c:pt idx="69">
                        <c:v>61</c:v>
                      </c:pt>
                      <c:pt idx="70">
                        <c:v>62</c:v>
                      </c:pt>
                      <c:pt idx="71">
                        <c:v>60</c:v>
                      </c:pt>
                      <c:pt idx="72">
                        <c:v>62</c:v>
                      </c:pt>
                      <c:pt idx="73">
                        <c:v>61</c:v>
                      </c:pt>
                      <c:pt idx="74">
                        <c:v>61</c:v>
                      </c:pt>
                      <c:pt idx="75">
                        <c:v>61</c:v>
                      </c:pt>
                      <c:pt idx="76">
                        <c:v>61</c:v>
                      </c:pt>
                      <c:pt idx="77">
                        <c:v>61</c:v>
                      </c:pt>
                      <c:pt idx="78">
                        <c:v>62</c:v>
                      </c:pt>
                      <c:pt idx="79">
                        <c:v>60</c:v>
                      </c:pt>
                      <c:pt idx="80">
                        <c:v>66</c:v>
                      </c:pt>
                      <c:pt idx="81">
                        <c:v>60</c:v>
                      </c:pt>
                      <c:pt idx="82">
                        <c:v>59</c:v>
                      </c:pt>
                      <c:pt idx="83">
                        <c:v>55</c:v>
                      </c:pt>
                      <c:pt idx="84">
                        <c:v>61</c:v>
                      </c:pt>
                      <c:pt idx="85">
                        <c:v>61</c:v>
                      </c:pt>
                      <c:pt idx="86">
                        <c:v>61</c:v>
                      </c:pt>
                      <c:pt idx="87">
                        <c:v>63</c:v>
                      </c:pt>
                      <c:pt idx="88">
                        <c:v>58</c:v>
                      </c:pt>
                      <c:pt idx="89">
                        <c:v>56</c:v>
                      </c:pt>
                      <c:pt idx="90">
                        <c:v>53</c:v>
                      </c:pt>
                      <c:pt idx="91">
                        <c:v>53</c:v>
                      </c:pt>
                      <c:pt idx="92">
                        <c:v>52</c:v>
                      </c:pt>
                      <c:pt idx="93">
                        <c:v>75</c:v>
                      </c:pt>
                      <c:pt idx="94">
                        <c:v>76</c:v>
                      </c:pt>
                      <c:pt idx="95">
                        <c:v>75</c:v>
                      </c:pt>
                      <c:pt idx="96">
                        <c:v>61</c:v>
                      </c:pt>
                      <c:pt idx="97">
                        <c:v>61</c:v>
                      </c:pt>
                      <c:pt idx="98">
                        <c:v>61</c:v>
                      </c:pt>
                      <c:pt idx="99">
                        <c:v>62</c:v>
                      </c:pt>
                      <c:pt idx="100">
                        <c:v>58</c:v>
                      </c:pt>
                      <c:pt idx="101">
                        <c:v>64</c:v>
                      </c:pt>
                      <c:pt idx="102">
                        <c:v>64</c:v>
                      </c:pt>
                      <c:pt idx="103">
                        <c:v>64</c:v>
                      </c:pt>
                      <c:pt idx="104">
                        <c:v>63</c:v>
                      </c:pt>
                      <c:pt idx="105">
                        <c:v>72</c:v>
                      </c:pt>
                      <c:pt idx="106">
                        <c:v>70</c:v>
                      </c:pt>
                      <c:pt idx="107">
                        <c:v>72</c:v>
                      </c:pt>
                      <c:pt idx="108">
                        <c:v>72</c:v>
                      </c:pt>
                      <c:pt idx="109">
                        <c:v>71</c:v>
                      </c:pt>
                      <c:pt idx="110">
                        <c:v>70</c:v>
                      </c:pt>
                      <c:pt idx="111">
                        <c:v>80</c:v>
                      </c:pt>
                      <c:pt idx="112">
                        <c:v>80</c:v>
                      </c:pt>
                      <c:pt idx="113">
                        <c:v>81</c:v>
                      </c:pt>
                      <c:pt idx="114">
                        <c:v>80</c:v>
                      </c:pt>
                      <c:pt idx="115">
                        <c:v>80</c:v>
                      </c:pt>
                      <c:pt idx="116">
                        <c:v>94</c:v>
                      </c:pt>
                      <c:pt idx="117">
                        <c:v>79</c:v>
                      </c:pt>
                      <c:pt idx="118">
                        <c:v>77</c:v>
                      </c:pt>
                      <c:pt idx="119">
                        <c:v>78</c:v>
                      </c:pt>
                      <c:pt idx="120">
                        <c:v>78</c:v>
                      </c:pt>
                      <c:pt idx="121">
                        <c:v>78</c:v>
                      </c:pt>
                      <c:pt idx="122">
                        <c:v>77</c:v>
                      </c:pt>
                      <c:pt idx="123">
                        <c:v>78</c:v>
                      </c:pt>
                      <c:pt idx="124">
                        <c:v>78</c:v>
                      </c:pt>
                      <c:pt idx="125">
                        <c:v>78</c:v>
                      </c:pt>
                      <c:pt idx="126">
                        <c:v>77</c:v>
                      </c:pt>
                      <c:pt idx="127">
                        <c:v>76</c:v>
                      </c:pt>
                      <c:pt idx="128">
                        <c:v>69</c:v>
                      </c:pt>
                      <c:pt idx="129">
                        <c:v>60</c:v>
                      </c:pt>
                      <c:pt idx="130">
                        <c:v>94</c:v>
                      </c:pt>
                      <c:pt idx="131">
                        <c:v>94</c:v>
                      </c:pt>
                      <c:pt idx="132">
                        <c:v>94</c:v>
                      </c:pt>
                      <c:pt idx="133">
                        <c:v>106</c:v>
                      </c:pt>
                      <c:pt idx="134">
                        <c:v>106</c:v>
                      </c:pt>
                      <c:pt idx="135">
                        <c:v>107</c:v>
                      </c:pt>
                      <c:pt idx="136">
                        <c:v>104</c:v>
                      </c:pt>
                      <c:pt idx="137">
                        <c:v>120</c:v>
                      </c:pt>
                      <c:pt idx="138">
                        <c:v>120</c:v>
                      </c:pt>
                      <c:pt idx="139">
                        <c:v>118</c:v>
                      </c:pt>
                      <c:pt idx="140">
                        <c:v>115</c:v>
                      </c:pt>
                      <c:pt idx="141">
                        <c:v>115</c:v>
                      </c:pt>
                      <c:pt idx="142">
                        <c:v>114</c:v>
                      </c:pt>
                      <c:pt idx="143">
                        <c:v>117</c:v>
                      </c:pt>
                      <c:pt idx="144">
                        <c:v>115</c:v>
                      </c:pt>
                      <c:pt idx="145">
                        <c:v>116</c:v>
                      </c:pt>
                      <c:pt idx="146">
                        <c:v>114</c:v>
                      </c:pt>
                      <c:pt idx="147">
                        <c:v>112</c:v>
                      </c:pt>
                      <c:pt idx="148">
                        <c:v>114</c:v>
                      </c:pt>
                      <c:pt idx="149">
                        <c:v>112</c:v>
                      </c:pt>
                      <c:pt idx="150">
                        <c:v>109</c:v>
                      </c:pt>
                      <c:pt idx="151">
                        <c:v>111</c:v>
                      </c:pt>
                      <c:pt idx="152">
                        <c:v>110</c:v>
                      </c:pt>
                      <c:pt idx="153">
                        <c:v>111</c:v>
                      </c:pt>
                      <c:pt idx="154">
                        <c:v>109</c:v>
                      </c:pt>
                      <c:pt idx="155">
                        <c:v>104</c:v>
                      </c:pt>
                      <c:pt idx="156">
                        <c:v>104</c:v>
                      </c:pt>
                      <c:pt idx="157">
                        <c:v>104</c:v>
                      </c:pt>
                      <c:pt idx="158">
                        <c:v>105</c:v>
                      </c:pt>
                      <c:pt idx="159">
                        <c:v>96</c:v>
                      </c:pt>
                      <c:pt idx="160">
                        <c:v>97</c:v>
                      </c:pt>
                      <c:pt idx="161">
                        <c:v>101</c:v>
                      </c:pt>
                      <c:pt idx="162">
                        <c:v>111</c:v>
                      </c:pt>
                      <c:pt idx="163">
                        <c:v>114</c:v>
                      </c:pt>
                      <c:pt idx="164">
                        <c:v>111</c:v>
                      </c:pt>
                      <c:pt idx="165">
                        <c:v>111</c:v>
                      </c:pt>
                      <c:pt idx="166">
                        <c:v>111</c:v>
                      </c:pt>
                      <c:pt idx="167">
                        <c:v>111</c:v>
                      </c:pt>
                      <c:pt idx="168">
                        <c:v>111</c:v>
                      </c:pt>
                      <c:pt idx="169">
                        <c:v>109</c:v>
                      </c:pt>
                      <c:pt idx="170">
                        <c:v>108</c:v>
                      </c:pt>
                      <c:pt idx="171">
                        <c:v>104</c:v>
                      </c:pt>
                      <c:pt idx="172">
                        <c:v>102</c:v>
                      </c:pt>
                      <c:pt idx="173">
                        <c:v>79</c:v>
                      </c:pt>
                      <c:pt idx="174">
                        <c:v>62</c:v>
                      </c:pt>
                      <c:pt idx="175">
                        <c:v>122</c:v>
                      </c:pt>
                      <c:pt idx="176">
                        <c:v>124</c:v>
                      </c:pt>
                      <c:pt idx="177">
                        <c:v>131</c:v>
                      </c:pt>
                      <c:pt idx="178">
                        <c:v>161</c:v>
                      </c:pt>
                      <c:pt idx="179">
                        <c:v>175</c:v>
                      </c:pt>
                      <c:pt idx="180">
                        <c:v>53</c:v>
                      </c:pt>
                      <c:pt idx="181">
                        <c:v>138</c:v>
                      </c:pt>
                      <c:pt idx="182">
                        <c:v>146</c:v>
                      </c:pt>
                      <c:pt idx="183">
                        <c:v>144</c:v>
                      </c:pt>
                      <c:pt idx="184">
                        <c:v>62</c:v>
                      </c:pt>
                      <c:pt idx="185">
                        <c:v>151</c:v>
                      </c:pt>
                      <c:pt idx="186">
                        <c:v>151</c:v>
                      </c:pt>
                      <c:pt idx="187">
                        <c:v>139</c:v>
                      </c:pt>
                      <c:pt idx="188">
                        <c:v>138</c:v>
                      </c:pt>
                      <c:pt idx="189">
                        <c:v>145</c:v>
                      </c:pt>
                      <c:pt idx="190">
                        <c:v>47</c:v>
                      </c:pt>
                      <c:pt idx="191">
                        <c:v>47</c:v>
                      </c:pt>
                      <c:pt idx="192">
                        <c:v>47</c:v>
                      </c:pt>
                      <c:pt idx="193">
                        <c:v>47</c:v>
                      </c:pt>
                      <c:pt idx="194">
                        <c:v>146</c:v>
                      </c:pt>
                      <c:pt idx="195">
                        <c:v>141</c:v>
                      </c:pt>
                      <c:pt idx="196">
                        <c:v>122</c:v>
                      </c:pt>
                      <c:pt idx="197">
                        <c:v>118</c:v>
                      </c:pt>
                      <c:pt idx="198">
                        <c:v>121</c:v>
                      </c:pt>
                      <c:pt idx="199">
                        <c:v>55</c:v>
                      </c:pt>
                      <c:pt idx="200">
                        <c:v>58</c:v>
                      </c:pt>
                      <c:pt idx="201">
                        <c:v>51</c:v>
                      </c:pt>
                      <c:pt idx="202">
                        <c:v>50</c:v>
                      </c:pt>
                      <c:pt idx="203">
                        <c:v>50</c:v>
                      </c:pt>
                      <c:pt idx="204">
                        <c:v>120</c:v>
                      </c:pt>
                      <c:pt idx="205">
                        <c:v>119</c:v>
                      </c:pt>
                      <c:pt idx="206">
                        <c:v>106</c:v>
                      </c:pt>
                      <c:pt idx="207">
                        <c:v>78</c:v>
                      </c:pt>
                      <c:pt idx="208">
                        <c:v>80</c:v>
                      </c:pt>
                      <c:pt idx="209">
                        <c:v>81</c:v>
                      </c:pt>
                      <c:pt idx="210">
                        <c:v>84</c:v>
                      </c:pt>
                      <c:pt idx="211">
                        <c:v>84</c:v>
                      </c:pt>
                      <c:pt idx="212">
                        <c:v>83</c:v>
                      </c:pt>
                      <c:pt idx="213">
                        <c:v>84</c:v>
                      </c:pt>
                      <c:pt idx="214">
                        <c:v>110</c:v>
                      </c:pt>
                      <c:pt idx="215">
                        <c:v>110</c:v>
                      </c:pt>
                      <c:pt idx="216">
                        <c:v>111</c:v>
                      </c:pt>
                      <c:pt idx="217">
                        <c:v>116</c:v>
                      </c:pt>
                      <c:pt idx="218">
                        <c:v>112</c:v>
                      </c:pt>
                      <c:pt idx="219">
                        <c:v>119</c:v>
                      </c:pt>
                      <c:pt idx="220">
                        <c:v>114</c:v>
                      </c:pt>
                      <c:pt idx="221">
                        <c:v>115</c:v>
                      </c:pt>
                      <c:pt idx="222">
                        <c:v>86</c:v>
                      </c:pt>
                      <c:pt idx="223">
                        <c:v>86</c:v>
                      </c:pt>
                      <c:pt idx="224">
                        <c:v>86</c:v>
                      </c:pt>
                      <c:pt idx="225">
                        <c:v>51</c:v>
                      </c:pt>
                      <c:pt idx="226">
                        <c:v>50</c:v>
                      </c:pt>
                      <c:pt idx="227">
                        <c:v>49</c:v>
                      </c:pt>
                      <c:pt idx="228">
                        <c:v>47</c:v>
                      </c:pt>
                      <c:pt idx="229">
                        <c:v>87</c:v>
                      </c:pt>
                      <c:pt idx="230">
                        <c:v>88</c:v>
                      </c:pt>
                      <c:pt idx="231">
                        <c:v>90</c:v>
                      </c:pt>
                      <c:pt idx="232">
                        <c:v>91</c:v>
                      </c:pt>
                      <c:pt idx="233">
                        <c:v>120</c:v>
                      </c:pt>
                      <c:pt idx="234">
                        <c:v>119</c:v>
                      </c:pt>
                      <c:pt idx="235">
                        <c:v>119</c:v>
                      </c:pt>
                      <c:pt idx="236">
                        <c:v>119</c:v>
                      </c:pt>
                      <c:pt idx="237">
                        <c:v>119</c:v>
                      </c:pt>
                      <c:pt idx="238">
                        <c:v>119</c:v>
                      </c:pt>
                      <c:pt idx="239">
                        <c:v>117</c:v>
                      </c:pt>
                      <c:pt idx="240">
                        <c:v>110</c:v>
                      </c:pt>
                      <c:pt idx="241">
                        <c:v>108</c:v>
                      </c:pt>
                      <c:pt idx="242">
                        <c:v>107</c:v>
                      </c:pt>
                      <c:pt idx="243">
                        <c:v>105</c:v>
                      </c:pt>
                      <c:pt idx="244">
                        <c:v>102</c:v>
                      </c:pt>
                      <c:pt idx="245">
                        <c:v>101</c:v>
                      </c:pt>
                      <c:pt idx="246">
                        <c:v>101</c:v>
                      </c:pt>
                      <c:pt idx="247">
                        <c:v>101</c:v>
                      </c:pt>
                      <c:pt idx="248">
                        <c:v>100</c:v>
                      </c:pt>
                      <c:pt idx="249">
                        <c:v>95</c:v>
                      </c:pt>
                      <c:pt idx="250">
                        <c:v>94</c:v>
                      </c:pt>
                      <c:pt idx="251">
                        <c:v>95</c:v>
                      </c:pt>
                      <c:pt idx="252">
                        <c:v>83</c:v>
                      </c:pt>
                      <c:pt idx="253">
                        <c:v>74</c:v>
                      </c:pt>
                      <c:pt idx="254">
                        <c:v>65</c:v>
                      </c:pt>
                      <c:pt idx="255">
                        <c:v>55</c:v>
                      </c:pt>
                      <c:pt idx="256">
                        <c:v>53</c:v>
                      </c:pt>
                      <c:pt idx="257">
                        <c:v>69</c:v>
                      </c:pt>
                      <c:pt idx="258">
                        <c:v>68</c:v>
                      </c:pt>
                      <c:pt idx="259">
                        <c:v>100</c:v>
                      </c:pt>
                      <c:pt idx="260">
                        <c:v>116</c:v>
                      </c:pt>
                      <c:pt idx="261">
                        <c:v>114</c:v>
                      </c:pt>
                      <c:pt idx="262">
                        <c:v>122</c:v>
                      </c:pt>
                      <c:pt idx="263">
                        <c:v>122</c:v>
                      </c:pt>
                      <c:pt idx="264">
                        <c:v>122</c:v>
                      </c:pt>
                      <c:pt idx="265">
                        <c:v>122</c:v>
                      </c:pt>
                      <c:pt idx="266">
                        <c:v>122</c:v>
                      </c:pt>
                      <c:pt idx="267">
                        <c:v>122</c:v>
                      </c:pt>
                      <c:pt idx="268">
                        <c:v>122</c:v>
                      </c:pt>
                      <c:pt idx="269">
                        <c:v>122</c:v>
                      </c:pt>
                      <c:pt idx="270">
                        <c:v>104</c:v>
                      </c:pt>
                      <c:pt idx="271">
                        <c:v>103</c:v>
                      </c:pt>
                      <c:pt idx="272">
                        <c:v>102</c:v>
                      </c:pt>
                      <c:pt idx="273">
                        <c:v>104</c:v>
                      </c:pt>
                      <c:pt idx="274">
                        <c:v>102</c:v>
                      </c:pt>
                      <c:pt idx="275">
                        <c:v>101</c:v>
                      </c:pt>
                      <c:pt idx="276">
                        <c:v>49</c:v>
                      </c:pt>
                      <c:pt idx="277">
                        <c:v>107</c:v>
                      </c:pt>
                      <c:pt idx="278">
                        <c:v>123</c:v>
                      </c:pt>
                      <c:pt idx="279">
                        <c:v>124</c:v>
                      </c:pt>
                      <c:pt idx="280">
                        <c:v>135</c:v>
                      </c:pt>
                      <c:pt idx="281">
                        <c:v>137</c:v>
                      </c:pt>
                      <c:pt idx="282">
                        <c:v>139</c:v>
                      </c:pt>
                      <c:pt idx="283">
                        <c:v>139</c:v>
                      </c:pt>
                      <c:pt idx="284">
                        <c:v>137</c:v>
                      </c:pt>
                      <c:pt idx="285">
                        <c:v>135</c:v>
                      </c:pt>
                      <c:pt idx="286">
                        <c:v>131</c:v>
                      </c:pt>
                      <c:pt idx="287">
                        <c:v>126</c:v>
                      </c:pt>
                      <c:pt idx="288">
                        <c:v>118</c:v>
                      </c:pt>
                      <c:pt idx="289">
                        <c:v>106</c:v>
                      </c:pt>
                      <c:pt idx="290">
                        <c:v>73</c:v>
                      </c:pt>
                      <c:pt idx="291">
                        <c:v>47</c:v>
                      </c:pt>
                      <c:pt idx="292">
                        <c:v>146</c:v>
                      </c:pt>
                      <c:pt idx="293">
                        <c:v>145</c:v>
                      </c:pt>
                      <c:pt idx="294">
                        <c:v>146</c:v>
                      </c:pt>
                      <c:pt idx="295">
                        <c:v>147</c:v>
                      </c:pt>
                      <c:pt idx="296">
                        <c:v>146</c:v>
                      </c:pt>
                      <c:pt idx="297">
                        <c:v>148</c:v>
                      </c:pt>
                      <c:pt idx="298">
                        <c:v>152</c:v>
                      </c:pt>
                      <c:pt idx="299">
                        <c:v>151</c:v>
                      </c:pt>
                      <c:pt idx="300">
                        <c:v>149</c:v>
                      </c:pt>
                      <c:pt idx="301">
                        <c:v>152</c:v>
                      </c:pt>
                      <c:pt idx="302">
                        <c:v>153</c:v>
                      </c:pt>
                      <c:pt idx="303">
                        <c:v>155</c:v>
                      </c:pt>
                      <c:pt idx="304">
                        <c:v>157</c:v>
                      </c:pt>
                      <c:pt idx="305">
                        <c:v>156</c:v>
                      </c:pt>
                      <c:pt idx="306">
                        <c:v>156</c:v>
                      </c:pt>
                      <c:pt idx="307">
                        <c:v>155</c:v>
                      </c:pt>
                      <c:pt idx="308">
                        <c:v>157</c:v>
                      </c:pt>
                      <c:pt idx="309">
                        <c:v>156</c:v>
                      </c:pt>
                      <c:pt idx="310">
                        <c:v>158</c:v>
                      </c:pt>
                      <c:pt idx="311">
                        <c:v>157</c:v>
                      </c:pt>
                      <c:pt idx="312">
                        <c:v>159</c:v>
                      </c:pt>
                      <c:pt idx="313">
                        <c:v>158</c:v>
                      </c:pt>
                      <c:pt idx="314">
                        <c:v>160</c:v>
                      </c:pt>
                      <c:pt idx="315">
                        <c:v>158</c:v>
                      </c:pt>
                      <c:pt idx="316">
                        <c:v>160</c:v>
                      </c:pt>
                      <c:pt idx="317">
                        <c:v>161</c:v>
                      </c:pt>
                      <c:pt idx="318">
                        <c:v>163</c:v>
                      </c:pt>
                      <c:pt idx="319">
                        <c:v>163</c:v>
                      </c:pt>
                      <c:pt idx="320">
                        <c:v>163</c:v>
                      </c:pt>
                      <c:pt idx="321">
                        <c:v>163</c:v>
                      </c:pt>
                      <c:pt idx="322">
                        <c:v>163</c:v>
                      </c:pt>
                      <c:pt idx="323">
                        <c:v>163</c:v>
                      </c:pt>
                      <c:pt idx="324">
                        <c:v>151</c:v>
                      </c:pt>
                      <c:pt idx="325">
                        <c:v>168</c:v>
                      </c:pt>
                      <c:pt idx="326">
                        <c:v>163</c:v>
                      </c:pt>
                      <c:pt idx="327">
                        <c:v>163</c:v>
                      </c:pt>
                      <c:pt idx="328">
                        <c:v>158</c:v>
                      </c:pt>
                      <c:pt idx="329">
                        <c:v>158</c:v>
                      </c:pt>
                      <c:pt idx="330">
                        <c:v>158</c:v>
                      </c:pt>
                      <c:pt idx="331">
                        <c:v>157</c:v>
                      </c:pt>
                      <c:pt idx="332">
                        <c:v>159</c:v>
                      </c:pt>
                      <c:pt idx="333">
                        <c:v>164</c:v>
                      </c:pt>
                      <c:pt idx="334">
                        <c:v>151</c:v>
                      </c:pt>
                      <c:pt idx="335">
                        <c:v>145</c:v>
                      </c:pt>
                      <c:pt idx="336">
                        <c:v>143</c:v>
                      </c:pt>
                      <c:pt idx="337">
                        <c:v>144</c:v>
                      </c:pt>
                      <c:pt idx="338">
                        <c:v>143</c:v>
                      </c:pt>
                      <c:pt idx="339">
                        <c:v>143</c:v>
                      </c:pt>
                      <c:pt idx="340">
                        <c:v>144</c:v>
                      </c:pt>
                      <c:pt idx="341">
                        <c:v>152</c:v>
                      </c:pt>
                      <c:pt idx="342">
                        <c:v>156</c:v>
                      </c:pt>
                      <c:pt idx="343">
                        <c:v>158</c:v>
                      </c:pt>
                      <c:pt idx="344">
                        <c:v>161</c:v>
                      </c:pt>
                      <c:pt idx="345">
                        <c:v>162</c:v>
                      </c:pt>
                      <c:pt idx="346">
                        <c:v>162</c:v>
                      </c:pt>
                      <c:pt idx="347">
                        <c:v>162</c:v>
                      </c:pt>
                      <c:pt idx="348">
                        <c:v>162</c:v>
                      </c:pt>
                      <c:pt idx="349">
                        <c:v>165</c:v>
                      </c:pt>
                      <c:pt idx="350">
                        <c:v>163</c:v>
                      </c:pt>
                      <c:pt idx="351">
                        <c:v>163</c:v>
                      </c:pt>
                      <c:pt idx="352">
                        <c:v>164</c:v>
                      </c:pt>
                      <c:pt idx="353">
                        <c:v>163</c:v>
                      </c:pt>
                      <c:pt idx="354">
                        <c:v>165</c:v>
                      </c:pt>
                      <c:pt idx="355">
                        <c:v>164</c:v>
                      </c:pt>
                      <c:pt idx="356">
                        <c:v>165</c:v>
                      </c:pt>
                      <c:pt idx="357">
                        <c:v>165</c:v>
                      </c:pt>
                      <c:pt idx="358">
                        <c:v>170</c:v>
                      </c:pt>
                      <c:pt idx="359">
                        <c:v>166</c:v>
                      </c:pt>
                      <c:pt idx="360">
                        <c:v>167</c:v>
                      </c:pt>
                      <c:pt idx="361">
                        <c:v>165</c:v>
                      </c:pt>
                      <c:pt idx="362">
                        <c:v>166</c:v>
                      </c:pt>
                      <c:pt idx="363">
                        <c:v>167</c:v>
                      </c:pt>
                      <c:pt idx="364">
                        <c:v>168</c:v>
                      </c:pt>
                      <c:pt idx="365">
                        <c:v>168</c:v>
                      </c:pt>
                      <c:pt idx="366">
                        <c:v>168</c:v>
                      </c:pt>
                      <c:pt idx="367">
                        <c:v>169</c:v>
                      </c:pt>
                      <c:pt idx="368">
                        <c:v>168</c:v>
                      </c:pt>
                      <c:pt idx="369">
                        <c:v>167</c:v>
                      </c:pt>
                      <c:pt idx="370">
                        <c:v>168</c:v>
                      </c:pt>
                      <c:pt idx="371">
                        <c:v>170</c:v>
                      </c:pt>
                      <c:pt idx="372">
                        <c:v>169</c:v>
                      </c:pt>
                      <c:pt idx="373">
                        <c:v>168</c:v>
                      </c:pt>
                      <c:pt idx="374">
                        <c:v>166</c:v>
                      </c:pt>
                      <c:pt idx="375">
                        <c:v>165</c:v>
                      </c:pt>
                      <c:pt idx="376">
                        <c:v>162</c:v>
                      </c:pt>
                      <c:pt idx="377">
                        <c:v>161</c:v>
                      </c:pt>
                      <c:pt idx="378">
                        <c:v>160</c:v>
                      </c:pt>
                      <c:pt idx="379">
                        <c:v>157</c:v>
                      </c:pt>
                      <c:pt idx="380">
                        <c:v>159</c:v>
                      </c:pt>
                      <c:pt idx="381">
                        <c:v>155</c:v>
                      </c:pt>
                      <c:pt idx="382">
                        <c:v>154</c:v>
                      </c:pt>
                      <c:pt idx="383">
                        <c:v>153</c:v>
                      </c:pt>
                      <c:pt idx="384">
                        <c:v>149</c:v>
                      </c:pt>
                      <c:pt idx="385">
                        <c:v>145</c:v>
                      </c:pt>
                      <c:pt idx="386">
                        <c:v>141</c:v>
                      </c:pt>
                      <c:pt idx="387">
                        <c:v>143</c:v>
                      </c:pt>
                      <c:pt idx="388">
                        <c:v>138</c:v>
                      </c:pt>
                      <c:pt idx="389">
                        <c:v>132</c:v>
                      </c:pt>
                      <c:pt idx="390">
                        <c:v>128</c:v>
                      </c:pt>
                      <c:pt idx="391">
                        <c:v>119</c:v>
                      </c:pt>
                      <c:pt idx="392">
                        <c:v>107</c:v>
                      </c:pt>
                      <c:pt idx="393">
                        <c:v>69</c:v>
                      </c:pt>
                      <c:pt idx="394">
                        <c:v>70</c:v>
                      </c:pt>
                      <c:pt idx="395">
                        <c:v>70</c:v>
                      </c:pt>
                      <c:pt idx="396">
                        <c:v>141</c:v>
                      </c:pt>
                      <c:pt idx="397">
                        <c:v>144</c:v>
                      </c:pt>
                      <c:pt idx="398">
                        <c:v>140</c:v>
                      </c:pt>
                      <c:pt idx="399">
                        <c:v>145</c:v>
                      </c:pt>
                      <c:pt idx="400">
                        <c:v>143</c:v>
                      </c:pt>
                      <c:pt idx="401">
                        <c:v>147</c:v>
                      </c:pt>
                      <c:pt idx="402">
                        <c:v>148</c:v>
                      </c:pt>
                      <c:pt idx="403">
                        <c:v>148</c:v>
                      </c:pt>
                      <c:pt idx="404">
                        <c:v>148</c:v>
                      </c:pt>
                      <c:pt idx="405">
                        <c:v>148</c:v>
                      </c:pt>
                      <c:pt idx="406">
                        <c:v>143</c:v>
                      </c:pt>
                      <c:pt idx="407">
                        <c:v>139</c:v>
                      </c:pt>
                      <c:pt idx="408">
                        <c:v>139</c:v>
                      </c:pt>
                      <c:pt idx="409">
                        <c:v>146</c:v>
                      </c:pt>
                      <c:pt idx="410">
                        <c:v>146</c:v>
                      </c:pt>
                      <c:pt idx="411">
                        <c:v>147</c:v>
                      </c:pt>
                      <c:pt idx="412">
                        <c:v>148</c:v>
                      </c:pt>
                      <c:pt idx="413">
                        <c:v>151</c:v>
                      </c:pt>
                      <c:pt idx="414">
                        <c:v>149</c:v>
                      </c:pt>
                      <c:pt idx="415">
                        <c:v>151</c:v>
                      </c:pt>
                      <c:pt idx="416">
                        <c:v>151</c:v>
                      </c:pt>
                      <c:pt idx="417">
                        <c:v>153</c:v>
                      </c:pt>
                      <c:pt idx="418">
                        <c:v>152</c:v>
                      </c:pt>
                      <c:pt idx="419">
                        <c:v>155</c:v>
                      </c:pt>
                      <c:pt idx="420">
                        <c:v>155</c:v>
                      </c:pt>
                      <c:pt idx="421">
                        <c:v>154</c:v>
                      </c:pt>
                      <c:pt idx="422">
                        <c:v>156</c:v>
                      </c:pt>
                      <c:pt idx="423">
                        <c:v>156</c:v>
                      </c:pt>
                      <c:pt idx="424">
                        <c:v>156</c:v>
                      </c:pt>
                      <c:pt idx="425">
                        <c:v>157</c:v>
                      </c:pt>
                      <c:pt idx="426">
                        <c:v>157</c:v>
                      </c:pt>
                      <c:pt idx="427">
                        <c:v>156</c:v>
                      </c:pt>
                      <c:pt idx="428">
                        <c:v>158</c:v>
                      </c:pt>
                      <c:pt idx="429">
                        <c:v>157</c:v>
                      </c:pt>
                      <c:pt idx="430">
                        <c:v>156</c:v>
                      </c:pt>
                      <c:pt idx="431">
                        <c:v>160</c:v>
                      </c:pt>
                      <c:pt idx="432">
                        <c:v>158</c:v>
                      </c:pt>
                      <c:pt idx="433">
                        <c:v>160</c:v>
                      </c:pt>
                      <c:pt idx="434">
                        <c:v>160</c:v>
                      </c:pt>
                      <c:pt idx="435">
                        <c:v>160</c:v>
                      </c:pt>
                      <c:pt idx="436">
                        <c:v>161</c:v>
                      </c:pt>
                      <c:pt idx="437">
                        <c:v>160</c:v>
                      </c:pt>
                      <c:pt idx="438">
                        <c:v>161</c:v>
                      </c:pt>
                      <c:pt idx="439">
                        <c:v>160</c:v>
                      </c:pt>
                      <c:pt idx="440">
                        <c:v>161</c:v>
                      </c:pt>
                      <c:pt idx="441">
                        <c:v>159</c:v>
                      </c:pt>
                      <c:pt idx="442">
                        <c:v>160</c:v>
                      </c:pt>
                      <c:pt idx="443">
                        <c:v>160</c:v>
                      </c:pt>
                      <c:pt idx="444">
                        <c:v>160</c:v>
                      </c:pt>
                      <c:pt idx="445">
                        <c:v>160</c:v>
                      </c:pt>
                      <c:pt idx="446">
                        <c:v>158</c:v>
                      </c:pt>
                      <c:pt idx="447">
                        <c:v>158</c:v>
                      </c:pt>
                      <c:pt idx="448">
                        <c:v>156</c:v>
                      </c:pt>
                      <c:pt idx="449">
                        <c:v>157</c:v>
                      </c:pt>
                      <c:pt idx="450">
                        <c:v>156</c:v>
                      </c:pt>
                      <c:pt idx="451">
                        <c:v>157</c:v>
                      </c:pt>
                      <c:pt idx="452">
                        <c:v>153</c:v>
                      </c:pt>
                      <c:pt idx="453">
                        <c:v>155</c:v>
                      </c:pt>
                      <c:pt idx="454">
                        <c:v>152</c:v>
                      </c:pt>
                      <c:pt idx="455">
                        <c:v>152</c:v>
                      </c:pt>
                      <c:pt idx="456">
                        <c:v>152</c:v>
                      </c:pt>
                      <c:pt idx="457">
                        <c:v>151</c:v>
                      </c:pt>
                      <c:pt idx="458">
                        <c:v>150</c:v>
                      </c:pt>
                      <c:pt idx="459">
                        <c:v>149</c:v>
                      </c:pt>
                      <c:pt idx="460">
                        <c:v>148</c:v>
                      </c:pt>
                      <c:pt idx="461">
                        <c:v>148</c:v>
                      </c:pt>
                      <c:pt idx="462">
                        <c:v>148</c:v>
                      </c:pt>
                      <c:pt idx="463">
                        <c:v>148</c:v>
                      </c:pt>
                      <c:pt idx="464">
                        <c:v>148</c:v>
                      </c:pt>
                      <c:pt idx="465">
                        <c:v>144</c:v>
                      </c:pt>
                      <c:pt idx="466">
                        <c:v>144</c:v>
                      </c:pt>
                      <c:pt idx="467">
                        <c:v>142</c:v>
                      </c:pt>
                      <c:pt idx="468">
                        <c:v>135</c:v>
                      </c:pt>
                      <c:pt idx="469">
                        <c:v>135</c:v>
                      </c:pt>
                      <c:pt idx="470">
                        <c:v>136</c:v>
                      </c:pt>
                      <c:pt idx="471">
                        <c:v>135</c:v>
                      </c:pt>
                      <c:pt idx="472">
                        <c:v>136</c:v>
                      </c:pt>
                      <c:pt idx="473">
                        <c:v>132</c:v>
                      </c:pt>
                      <c:pt idx="474">
                        <c:v>132</c:v>
                      </c:pt>
                      <c:pt idx="475">
                        <c:v>131</c:v>
                      </c:pt>
                      <c:pt idx="476">
                        <c:v>162</c:v>
                      </c:pt>
                      <c:pt idx="477">
                        <c:v>160</c:v>
                      </c:pt>
                      <c:pt idx="478">
                        <c:v>161</c:v>
                      </c:pt>
                      <c:pt idx="479">
                        <c:v>160</c:v>
                      </c:pt>
                      <c:pt idx="480">
                        <c:v>161</c:v>
                      </c:pt>
                      <c:pt idx="481">
                        <c:v>161</c:v>
                      </c:pt>
                      <c:pt idx="482">
                        <c:v>160</c:v>
                      </c:pt>
                      <c:pt idx="483">
                        <c:v>161</c:v>
                      </c:pt>
                      <c:pt idx="484">
                        <c:v>164</c:v>
                      </c:pt>
                      <c:pt idx="485">
                        <c:v>162</c:v>
                      </c:pt>
                      <c:pt idx="486">
                        <c:v>160</c:v>
                      </c:pt>
                      <c:pt idx="487">
                        <c:v>161</c:v>
                      </c:pt>
                      <c:pt idx="488">
                        <c:v>161</c:v>
                      </c:pt>
                      <c:pt idx="489">
                        <c:v>161</c:v>
                      </c:pt>
                      <c:pt idx="490">
                        <c:v>160</c:v>
                      </c:pt>
                      <c:pt idx="491">
                        <c:v>161</c:v>
                      </c:pt>
                      <c:pt idx="492">
                        <c:v>161</c:v>
                      </c:pt>
                      <c:pt idx="493">
                        <c:v>160</c:v>
                      </c:pt>
                      <c:pt idx="494">
                        <c:v>161</c:v>
                      </c:pt>
                      <c:pt idx="495">
                        <c:v>161</c:v>
                      </c:pt>
                      <c:pt idx="496">
                        <c:v>162</c:v>
                      </c:pt>
                      <c:pt idx="497">
                        <c:v>160</c:v>
                      </c:pt>
                      <c:pt idx="498">
                        <c:v>158</c:v>
                      </c:pt>
                      <c:pt idx="499">
                        <c:v>155</c:v>
                      </c:pt>
                      <c:pt idx="500">
                        <c:v>155</c:v>
                      </c:pt>
                      <c:pt idx="501">
                        <c:v>153</c:v>
                      </c:pt>
                      <c:pt idx="502">
                        <c:v>150</c:v>
                      </c:pt>
                      <c:pt idx="503">
                        <c:v>148</c:v>
                      </c:pt>
                      <c:pt idx="504">
                        <c:v>141</c:v>
                      </c:pt>
                      <c:pt idx="505">
                        <c:v>136</c:v>
                      </c:pt>
                      <c:pt idx="506">
                        <c:v>132</c:v>
                      </c:pt>
                      <c:pt idx="507">
                        <c:v>131</c:v>
                      </c:pt>
                      <c:pt idx="508">
                        <c:v>135</c:v>
                      </c:pt>
                      <c:pt idx="509">
                        <c:v>129</c:v>
                      </c:pt>
                      <c:pt idx="510">
                        <c:v>128</c:v>
                      </c:pt>
                      <c:pt idx="511">
                        <c:v>125</c:v>
                      </c:pt>
                      <c:pt idx="512">
                        <c:v>116</c:v>
                      </c:pt>
                      <c:pt idx="513">
                        <c:v>104</c:v>
                      </c:pt>
                      <c:pt idx="514">
                        <c:v>87</c:v>
                      </c:pt>
                      <c:pt idx="515">
                        <c:v>69</c:v>
                      </c:pt>
                      <c:pt idx="516">
                        <c:v>64</c:v>
                      </c:pt>
                      <c:pt idx="517">
                        <c:v>62</c:v>
                      </c:pt>
                      <c:pt idx="518">
                        <c:v>105</c:v>
                      </c:pt>
                      <c:pt idx="519">
                        <c:v>75</c:v>
                      </c:pt>
                      <c:pt idx="520">
                        <c:v>69</c:v>
                      </c:pt>
                      <c:pt idx="521">
                        <c:v>89</c:v>
                      </c:pt>
                      <c:pt idx="522">
                        <c:v>167</c:v>
                      </c:pt>
                      <c:pt idx="523">
                        <c:v>169</c:v>
                      </c:pt>
                      <c:pt idx="524">
                        <c:v>169</c:v>
                      </c:pt>
                      <c:pt idx="525">
                        <c:v>170</c:v>
                      </c:pt>
                      <c:pt idx="526">
                        <c:v>171</c:v>
                      </c:pt>
                      <c:pt idx="527">
                        <c:v>170</c:v>
                      </c:pt>
                      <c:pt idx="528">
                        <c:v>170</c:v>
                      </c:pt>
                      <c:pt idx="529">
                        <c:v>171</c:v>
                      </c:pt>
                      <c:pt idx="530">
                        <c:v>174</c:v>
                      </c:pt>
                      <c:pt idx="531">
                        <c:v>173</c:v>
                      </c:pt>
                      <c:pt idx="532">
                        <c:v>170</c:v>
                      </c:pt>
                      <c:pt idx="533">
                        <c:v>170</c:v>
                      </c:pt>
                      <c:pt idx="534">
                        <c:v>172</c:v>
                      </c:pt>
                      <c:pt idx="535">
                        <c:v>171</c:v>
                      </c:pt>
                      <c:pt idx="536">
                        <c:v>171</c:v>
                      </c:pt>
                      <c:pt idx="537">
                        <c:v>171</c:v>
                      </c:pt>
                      <c:pt idx="538">
                        <c:v>169</c:v>
                      </c:pt>
                      <c:pt idx="539">
                        <c:v>172</c:v>
                      </c:pt>
                      <c:pt idx="540">
                        <c:v>174</c:v>
                      </c:pt>
                      <c:pt idx="541">
                        <c:v>172</c:v>
                      </c:pt>
                      <c:pt idx="542">
                        <c:v>174</c:v>
                      </c:pt>
                      <c:pt idx="543">
                        <c:v>175</c:v>
                      </c:pt>
                      <c:pt idx="544">
                        <c:v>176</c:v>
                      </c:pt>
                      <c:pt idx="545">
                        <c:v>177</c:v>
                      </c:pt>
                      <c:pt idx="546">
                        <c:v>178</c:v>
                      </c:pt>
                      <c:pt idx="547">
                        <c:v>177</c:v>
                      </c:pt>
                      <c:pt idx="548">
                        <c:v>177</c:v>
                      </c:pt>
                      <c:pt idx="549">
                        <c:v>176</c:v>
                      </c:pt>
                      <c:pt idx="550">
                        <c:v>176</c:v>
                      </c:pt>
                      <c:pt idx="551">
                        <c:v>177</c:v>
                      </c:pt>
                      <c:pt idx="552">
                        <c:v>175</c:v>
                      </c:pt>
                      <c:pt idx="553">
                        <c:v>175</c:v>
                      </c:pt>
                      <c:pt idx="554">
                        <c:v>175</c:v>
                      </c:pt>
                      <c:pt idx="555">
                        <c:v>175</c:v>
                      </c:pt>
                      <c:pt idx="556">
                        <c:v>175</c:v>
                      </c:pt>
                      <c:pt idx="557">
                        <c:v>175</c:v>
                      </c:pt>
                      <c:pt idx="558">
                        <c:v>175</c:v>
                      </c:pt>
                      <c:pt idx="559">
                        <c:v>175</c:v>
                      </c:pt>
                      <c:pt idx="560">
                        <c:v>175</c:v>
                      </c:pt>
                      <c:pt idx="561">
                        <c:v>176</c:v>
                      </c:pt>
                      <c:pt idx="562">
                        <c:v>178</c:v>
                      </c:pt>
                      <c:pt idx="563">
                        <c:v>178</c:v>
                      </c:pt>
                      <c:pt idx="564">
                        <c:v>177</c:v>
                      </c:pt>
                      <c:pt idx="565">
                        <c:v>177</c:v>
                      </c:pt>
                      <c:pt idx="566">
                        <c:v>177</c:v>
                      </c:pt>
                      <c:pt idx="567">
                        <c:v>176</c:v>
                      </c:pt>
                      <c:pt idx="568">
                        <c:v>178</c:v>
                      </c:pt>
                      <c:pt idx="569">
                        <c:v>176</c:v>
                      </c:pt>
                      <c:pt idx="570">
                        <c:v>183</c:v>
                      </c:pt>
                      <c:pt idx="571">
                        <c:v>174</c:v>
                      </c:pt>
                      <c:pt idx="572">
                        <c:v>176</c:v>
                      </c:pt>
                      <c:pt idx="573">
                        <c:v>176</c:v>
                      </c:pt>
                      <c:pt idx="574">
                        <c:v>178</c:v>
                      </c:pt>
                      <c:pt idx="575">
                        <c:v>176</c:v>
                      </c:pt>
                      <c:pt idx="576">
                        <c:v>176</c:v>
                      </c:pt>
                      <c:pt idx="577">
                        <c:v>175</c:v>
                      </c:pt>
                      <c:pt idx="578">
                        <c:v>175</c:v>
                      </c:pt>
                      <c:pt idx="579">
                        <c:v>175</c:v>
                      </c:pt>
                      <c:pt idx="580">
                        <c:v>175</c:v>
                      </c:pt>
                      <c:pt idx="581">
                        <c:v>174</c:v>
                      </c:pt>
                      <c:pt idx="582">
                        <c:v>174</c:v>
                      </c:pt>
                      <c:pt idx="583">
                        <c:v>173</c:v>
                      </c:pt>
                      <c:pt idx="584">
                        <c:v>171</c:v>
                      </c:pt>
                      <c:pt idx="585">
                        <c:v>172</c:v>
                      </c:pt>
                      <c:pt idx="586">
                        <c:v>169</c:v>
                      </c:pt>
                      <c:pt idx="587">
                        <c:v>168</c:v>
                      </c:pt>
                      <c:pt idx="588">
                        <c:v>167</c:v>
                      </c:pt>
                      <c:pt idx="589">
                        <c:v>165</c:v>
                      </c:pt>
                      <c:pt idx="590">
                        <c:v>166</c:v>
                      </c:pt>
                      <c:pt idx="591">
                        <c:v>164</c:v>
                      </c:pt>
                      <c:pt idx="592">
                        <c:v>165</c:v>
                      </c:pt>
                      <c:pt idx="593">
                        <c:v>159</c:v>
                      </c:pt>
                      <c:pt idx="594">
                        <c:v>158</c:v>
                      </c:pt>
                      <c:pt idx="595">
                        <c:v>156</c:v>
                      </c:pt>
                      <c:pt idx="596">
                        <c:v>154</c:v>
                      </c:pt>
                      <c:pt idx="597">
                        <c:v>151</c:v>
                      </c:pt>
                      <c:pt idx="598">
                        <c:v>147</c:v>
                      </c:pt>
                      <c:pt idx="599">
                        <c:v>143</c:v>
                      </c:pt>
                      <c:pt idx="600">
                        <c:v>139</c:v>
                      </c:pt>
                      <c:pt idx="601">
                        <c:v>135</c:v>
                      </c:pt>
                      <c:pt idx="602">
                        <c:v>130</c:v>
                      </c:pt>
                      <c:pt idx="603">
                        <c:v>126</c:v>
                      </c:pt>
                      <c:pt idx="604">
                        <c:v>117</c:v>
                      </c:pt>
                      <c:pt idx="605">
                        <c:v>104</c:v>
                      </c:pt>
                      <c:pt idx="606">
                        <c:v>177</c:v>
                      </c:pt>
                      <c:pt idx="607">
                        <c:v>176</c:v>
                      </c:pt>
                      <c:pt idx="608">
                        <c:v>175</c:v>
                      </c:pt>
                      <c:pt idx="609">
                        <c:v>174</c:v>
                      </c:pt>
                      <c:pt idx="610">
                        <c:v>175</c:v>
                      </c:pt>
                      <c:pt idx="611">
                        <c:v>178</c:v>
                      </c:pt>
                      <c:pt idx="612">
                        <c:v>179</c:v>
                      </c:pt>
                      <c:pt idx="613">
                        <c:v>176</c:v>
                      </c:pt>
                      <c:pt idx="614">
                        <c:v>179</c:v>
                      </c:pt>
                      <c:pt idx="615">
                        <c:v>175</c:v>
                      </c:pt>
                      <c:pt idx="616">
                        <c:v>178</c:v>
                      </c:pt>
                      <c:pt idx="617">
                        <c:v>181</c:v>
                      </c:pt>
                      <c:pt idx="618">
                        <c:v>185</c:v>
                      </c:pt>
                      <c:pt idx="619">
                        <c:v>181</c:v>
                      </c:pt>
                      <c:pt idx="620">
                        <c:v>179</c:v>
                      </c:pt>
                      <c:pt idx="621">
                        <c:v>179</c:v>
                      </c:pt>
                      <c:pt idx="622">
                        <c:v>179</c:v>
                      </c:pt>
                      <c:pt idx="623">
                        <c:v>178</c:v>
                      </c:pt>
                      <c:pt idx="624">
                        <c:v>180</c:v>
                      </c:pt>
                      <c:pt idx="625">
                        <c:v>180</c:v>
                      </c:pt>
                      <c:pt idx="626">
                        <c:v>177</c:v>
                      </c:pt>
                      <c:pt idx="627">
                        <c:v>188</c:v>
                      </c:pt>
                      <c:pt idx="628">
                        <c:v>179</c:v>
                      </c:pt>
                      <c:pt idx="629">
                        <c:v>188</c:v>
                      </c:pt>
                      <c:pt idx="630">
                        <c:v>183</c:v>
                      </c:pt>
                      <c:pt idx="631">
                        <c:v>190</c:v>
                      </c:pt>
                      <c:pt idx="632">
                        <c:v>189</c:v>
                      </c:pt>
                      <c:pt idx="633">
                        <c:v>183</c:v>
                      </c:pt>
                      <c:pt idx="634">
                        <c:v>198</c:v>
                      </c:pt>
                      <c:pt idx="635">
                        <c:v>204</c:v>
                      </c:pt>
                      <c:pt idx="636">
                        <c:v>185</c:v>
                      </c:pt>
                      <c:pt idx="637">
                        <c:v>187</c:v>
                      </c:pt>
                      <c:pt idx="638">
                        <c:v>187</c:v>
                      </c:pt>
                      <c:pt idx="639">
                        <c:v>189</c:v>
                      </c:pt>
                      <c:pt idx="640">
                        <c:v>188</c:v>
                      </c:pt>
                      <c:pt idx="641">
                        <c:v>188</c:v>
                      </c:pt>
                      <c:pt idx="642">
                        <c:v>197</c:v>
                      </c:pt>
                      <c:pt idx="643">
                        <c:v>198</c:v>
                      </c:pt>
                      <c:pt idx="644">
                        <c:v>190</c:v>
                      </c:pt>
                      <c:pt idx="645">
                        <c:v>187</c:v>
                      </c:pt>
                      <c:pt idx="646">
                        <c:v>186</c:v>
                      </c:pt>
                      <c:pt idx="647">
                        <c:v>184</c:v>
                      </c:pt>
                      <c:pt idx="648">
                        <c:v>184</c:v>
                      </c:pt>
                      <c:pt idx="649">
                        <c:v>183</c:v>
                      </c:pt>
                      <c:pt idx="650">
                        <c:v>182</c:v>
                      </c:pt>
                      <c:pt idx="651">
                        <c:v>179</c:v>
                      </c:pt>
                      <c:pt idx="652">
                        <c:v>180</c:v>
                      </c:pt>
                      <c:pt idx="653">
                        <c:v>174</c:v>
                      </c:pt>
                      <c:pt idx="654">
                        <c:v>174</c:v>
                      </c:pt>
                      <c:pt idx="655">
                        <c:v>172</c:v>
                      </c:pt>
                      <c:pt idx="656">
                        <c:v>170</c:v>
                      </c:pt>
                      <c:pt idx="657">
                        <c:v>170</c:v>
                      </c:pt>
                      <c:pt idx="658">
                        <c:v>170</c:v>
                      </c:pt>
                      <c:pt idx="659">
                        <c:v>170</c:v>
                      </c:pt>
                      <c:pt idx="660">
                        <c:v>170</c:v>
                      </c:pt>
                      <c:pt idx="661">
                        <c:v>169</c:v>
                      </c:pt>
                      <c:pt idx="662">
                        <c:v>168</c:v>
                      </c:pt>
                      <c:pt idx="663">
                        <c:v>168</c:v>
                      </c:pt>
                      <c:pt idx="664">
                        <c:v>168</c:v>
                      </c:pt>
                      <c:pt idx="665">
                        <c:v>167</c:v>
                      </c:pt>
                      <c:pt idx="666">
                        <c:v>168</c:v>
                      </c:pt>
                      <c:pt idx="667">
                        <c:v>170</c:v>
                      </c:pt>
                      <c:pt idx="668">
                        <c:v>170</c:v>
                      </c:pt>
                      <c:pt idx="669">
                        <c:v>170</c:v>
                      </c:pt>
                      <c:pt idx="670">
                        <c:v>167</c:v>
                      </c:pt>
                      <c:pt idx="671">
                        <c:v>165</c:v>
                      </c:pt>
                      <c:pt idx="672">
                        <c:v>159</c:v>
                      </c:pt>
                      <c:pt idx="673">
                        <c:v>158</c:v>
                      </c:pt>
                      <c:pt idx="674">
                        <c:v>156</c:v>
                      </c:pt>
                      <c:pt idx="675">
                        <c:v>154</c:v>
                      </c:pt>
                      <c:pt idx="676">
                        <c:v>154</c:v>
                      </c:pt>
                      <c:pt idx="677">
                        <c:v>152</c:v>
                      </c:pt>
                      <c:pt idx="678">
                        <c:v>147</c:v>
                      </c:pt>
                      <c:pt idx="679">
                        <c:v>143</c:v>
                      </c:pt>
                      <c:pt idx="680">
                        <c:v>139</c:v>
                      </c:pt>
                      <c:pt idx="681">
                        <c:v>135</c:v>
                      </c:pt>
                      <c:pt idx="682">
                        <c:v>130</c:v>
                      </c:pt>
                      <c:pt idx="683">
                        <c:v>130</c:v>
                      </c:pt>
                      <c:pt idx="684">
                        <c:v>126</c:v>
                      </c:pt>
                      <c:pt idx="685">
                        <c:v>117</c:v>
                      </c:pt>
                      <c:pt idx="686">
                        <c:v>103</c:v>
                      </c:pt>
                      <c:pt idx="687">
                        <c:v>57</c:v>
                      </c:pt>
                      <c:pt idx="688">
                        <c:v>97</c:v>
                      </c:pt>
                      <c:pt idx="689">
                        <c:v>119</c:v>
                      </c:pt>
                      <c:pt idx="690">
                        <c:v>123</c:v>
                      </c:pt>
                      <c:pt idx="691">
                        <c:v>114</c:v>
                      </c:pt>
                      <c:pt idx="692">
                        <c:v>115</c:v>
                      </c:pt>
                      <c:pt idx="693">
                        <c:v>114</c:v>
                      </c:pt>
                      <c:pt idx="694">
                        <c:v>109</c:v>
                      </c:pt>
                      <c:pt idx="695">
                        <c:v>107</c:v>
                      </c:pt>
                      <c:pt idx="696">
                        <c:v>104</c:v>
                      </c:pt>
                      <c:pt idx="697">
                        <c:v>100</c:v>
                      </c:pt>
                      <c:pt idx="698">
                        <c:v>120</c:v>
                      </c:pt>
                      <c:pt idx="699">
                        <c:v>120</c:v>
                      </c:pt>
                      <c:pt idx="700">
                        <c:v>118</c:v>
                      </c:pt>
                      <c:pt idx="701">
                        <c:v>117</c:v>
                      </c:pt>
                      <c:pt idx="702">
                        <c:v>114</c:v>
                      </c:pt>
                      <c:pt idx="703">
                        <c:v>114</c:v>
                      </c:pt>
                      <c:pt idx="704">
                        <c:v>109</c:v>
                      </c:pt>
                      <c:pt idx="705">
                        <c:v>107</c:v>
                      </c:pt>
                      <c:pt idx="706">
                        <c:v>103</c:v>
                      </c:pt>
                      <c:pt idx="707">
                        <c:v>101</c:v>
                      </c:pt>
                      <c:pt idx="708">
                        <c:v>101</c:v>
                      </c:pt>
                      <c:pt idx="709">
                        <c:v>97</c:v>
                      </c:pt>
                      <c:pt idx="710">
                        <c:v>117</c:v>
                      </c:pt>
                      <c:pt idx="711">
                        <c:v>118</c:v>
                      </c:pt>
                      <c:pt idx="712">
                        <c:v>119</c:v>
                      </c:pt>
                      <c:pt idx="713">
                        <c:v>119</c:v>
                      </c:pt>
                      <c:pt idx="714">
                        <c:v>118</c:v>
                      </c:pt>
                      <c:pt idx="715">
                        <c:v>117</c:v>
                      </c:pt>
                      <c:pt idx="716">
                        <c:v>121</c:v>
                      </c:pt>
                      <c:pt idx="717">
                        <c:v>117</c:v>
                      </c:pt>
                      <c:pt idx="718">
                        <c:v>119</c:v>
                      </c:pt>
                      <c:pt idx="719">
                        <c:v>117</c:v>
                      </c:pt>
                      <c:pt idx="720">
                        <c:v>111</c:v>
                      </c:pt>
                      <c:pt idx="721">
                        <c:v>110</c:v>
                      </c:pt>
                      <c:pt idx="722">
                        <c:v>105</c:v>
                      </c:pt>
                      <c:pt idx="723">
                        <c:v>105</c:v>
                      </c:pt>
                      <c:pt idx="724">
                        <c:v>102</c:v>
                      </c:pt>
                      <c:pt idx="725">
                        <c:v>101</c:v>
                      </c:pt>
                      <c:pt idx="726">
                        <c:v>94</c:v>
                      </c:pt>
                      <c:pt idx="727">
                        <c:v>95</c:v>
                      </c:pt>
                      <c:pt idx="728">
                        <c:v>91</c:v>
                      </c:pt>
                      <c:pt idx="729">
                        <c:v>89</c:v>
                      </c:pt>
                      <c:pt idx="730">
                        <c:v>93</c:v>
                      </c:pt>
                      <c:pt idx="731">
                        <c:v>93</c:v>
                      </c:pt>
                      <c:pt idx="732">
                        <c:v>91</c:v>
                      </c:pt>
                      <c:pt idx="733">
                        <c:v>89</c:v>
                      </c:pt>
                      <c:pt idx="734">
                        <c:v>88</c:v>
                      </c:pt>
                      <c:pt idx="735">
                        <c:v>85</c:v>
                      </c:pt>
                      <c:pt idx="736">
                        <c:v>83</c:v>
                      </c:pt>
                      <c:pt idx="737">
                        <c:v>81</c:v>
                      </c:pt>
                      <c:pt idx="738">
                        <c:v>79</c:v>
                      </c:pt>
                      <c:pt idx="739">
                        <c:v>77</c:v>
                      </c:pt>
                      <c:pt idx="740">
                        <c:v>75</c:v>
                      </c:pt>
                      <c:pt idx="741">
                        <c:v>73</c:v>
                      </c:pt>
                      <c:pt idx="742">
                        <c:v>70</c:v>
                      </c:pt>
                      <c:pt idx="743">
                        <c:v>69</c:v>
                      </c:pt>
                      <c:pt idx="744">
                        <c:v>67</c:v>
                      </c:pt>
                      <c:pt idx="745">
                        <c:v>65</c:v>
                      </c:pt>
                      <c:pt idx="746">
                        <c:v>67</c:v>
                      </c:pt>
                      <c:pt idx="747">
                        <c:v>67</c:v>
                      </c:pt>
                      <c:pt idx="748">
                        <c:v>70</c:v>
                      </c:pt>
                      <c:pt idx="749">
                        <c:v>72</c:v>
                      </c:pt>
                      <c:pt idx="750">
                        <c:v>109</c:v>
                      </c:pt>
                      <c:pt idx="751">
                        <c:v>120</c:v>
                      </c:pt>
                      <c:pt idx="752">
                        <c:v>113</c:v>
                      </c:pt>
                      <c:pt idx="753">
                        <c:v>111</c:v>
                      </c:pt>
                      <c:pt idx="754">
                        <c:v>118</c:v>
                      </c:pt>
                      <c:pt idx="755">
                        <c:v>115</c:v>
                      </c:pt>
                      <c:pt idx="756">
                        <c:v>114</c:v>
                      </c:pt>
                      <c:pt idx="757">
                        <c:v>111</c:v>
                      </c:pt>
                      <c:pt idx="758">
                        <c:v>105</c:v>
                      </c:pt>
                      <c:pt idx="759">
                        <c:v>105</c:v>
                      </c:pt>
                      <c:pt idx="760">
                        <c:v>120</c:v>
                      </c:pt>
                      <c:pt idx="761">
                        <c:v>169</c:v>
                      </c:pt>
                      <c:pt idx="762">
                        <c:v>112</c:v>
                      </c:pt>
                      <c:pt idx="763">
                        <c:v>114</c:v>
                      </c:pt>
                      <c:pt idx="764">
                        <c:v>109</c:v>
                      </c:pt>
                      <c:pt idx="765">
                        <c:v>107</c:v>
                      </c:pt>
                      <c:pt idx="766">
                        <c:v>103</c:v>
                      </c:pt>
                      <c:pt idx="767">
                        <c:v>102</c:v>
                      </c:pt>
                      <c:pt idx="768">
                        <c:v>102</c:v>
                      </c:pt>
                      <c:pt idx="769">
                        <c:v>108</c:v>
                      </c:pt>
                      <c:pt idx="770">
                        <c:v>107</c:v>
                      </c:pt>
                      <c:pt idx="771">
                        <c:v>104</c:v>
                      </c:pt>
                      <c:pt idx="772">
                        <c:v>103</c:v>
                      </c:pt>
                      <c:pt idx="773">
                        <c:v>97</c:v>
                      </c:pt>
                      <c:pt idx="774">
                        <c:v>94</c:v>
                      </c:pt>
                      <c:pt idx="775">
                        <c:v>91</c:v>
                      </c:pt>
                      <c:pt idx="776">
                        <c:v>89</c:v>
                      </c:pt>
                      <c:pt idx="777">
                        <c:v>88</c:v>
                      </c:pt>
                      <c:pt idx="778">
                        <c:v>75</c:v>
                      </c:pt>
                      <c:pt idx="779">
                        <c:v>72</c:v>
                      </c:pt>
                      <c:pt idx="780">
                        <c:v>70</c:v>
                      </c:pt>
                      <c:pt idx="781">
                        <c:v>68</c:v>
                      </c:pt>
                      <c:pt idx="782">
                        <c:v>67</c:v>
                      </c:pt>
                      <c:pt idx="783">
                        <c:v>65</c:v>
                      </c:pt>
                      <c:pt idx="784">
                        <c:v>70</c:v>
                      </c:pt>
                      <c:pt idx="785">
                        <c:v>97</c:v>
                      </c:pt>
                      <c:pt idx="786">
                        <c:v>166</c:v>
                      </c:pt>
                      <c:pt idx="787">
                        <c:v>166</c:v>
                      </c:pt>
                      <c:pt idx="788">
                        <c:v>166</c:v>
                      </c:pt>
                      <c:pt idx="789">
                        <c:v>166</c:v>
                      </c:pt>
                      <c:pt idx="790">
                        <c:v>165</c:v>
                      </c:pt>
                      <c:pt idx="791">
                        <c:v>165</c:v>
                      </c:pt>
                      <c:pt idx="792">
                        <c:v>165</c:v>
                      </c:pt>
                      <c:pt idx="793">
                        <c:v>165</c:v>
                      </c:pt>
                      <c:pt idx="794">
                        <c:v>166</c:v>
                      </c:pt>
                      <c:pt idx="795">
                        <c:v>168</c:v>
                      </c:pt>
                      <c:pt idx="796">
                        <c:v>165</c:v>
                      </c:pt>
                      <c:pt idx="797">
                        <c:v>166</c:v>
                      </c:pt>
                      <c:pt idx="798">
                        <c:v>176</c:v>
                      </c:pt>
                      <c:pt idx="799">
                        <c:v>176</c:v>
                      </c:pt>
                      <c:pt idx="800">
                        <c:v>177</c:v>
                      </c:pt>
                      <c:pt idx="801">
                        <c:v>178</c:v>
                      </c:pt>
                      <c:pt idx="802">
                        <c:v>178</c:v>
                      </c:pt>
                      <c:pt idx="803">
                        <c:v>177</c:v>
                      </c:pt>
                      <c:pt idx="804">
                        <c:v>179</c:v>
                      </c:pt>
                      <c:pt idx="805">
                        <c:v>180</c:v>
                      </c:pt>
                      <c:pt idx="806">
                        <c:v>179</c:v>
                      </c:pt>
                      <c:pt idx="807">
                        <c:v>179</c:v>
                      </c:pt>
                      <c:pt idx="808">
                        <c:v>178</c:v>
                      </c:pt>
                      <c:pt idx="809">
                        <c:v>181</c:v>
                      </c:pt>
                      <c:pt idx="810">
                        <c:v>179</c:v>
                      </c:pt>
                      <c:pt idx="811">
                        <c:v>179</c:v>
                      </c:pt>
                      <c:pt idx="812">
                        <c:v>181</c:v>
                      </c:pt>
                      <c:pt idx="813">
                        <c:v>185</c:v>
                      </c:pt>
                      <c:pt idx="814">
                        <c:v>180</c:v>
                      </c:pt>
                      <c:pt idx="815">
                        <c:v>182</c:v>
                      </c:pt>
                      <c:pt idx="816">
                        <c:v>180</c:v>
                      </c:pt>
                      <c:pt idx="817">
                        <c:v>185</c:v>
                      </c:pt>
                      <c:pt idx="818">
                        <c:v>181</c:v>
                      </c:pt>
                      <c:pt idx="819">
                        <c:v>183</c:v>
                      </c:pt>
                      <c:pt idx="820">
                        <c:v>182</c:v>
                      </c:pt>
                      <c:pt idx="821">
                        <c:v>181</c:v>
                      </c:pt>
                      <c:pt idx="822">
                        <c:v>182</c:v>
                      </c:pt>
                      <c:pt idx="823">
                        <c:v>182</c:v>
                      </c:pt>
                      <c:pt idx="824">
                        <c:v>181</c:v>
                      </c:pt>
                      <c:pt idx="825">
                        <c:v>181</c:v>
                      </c:pt>
                      <c:pt idx="826">
                        <c:v>181</c:v>
                      </c:pt>
                      <c:pt idx="827">
                        <c:v>182</c:v>
                      </c:pt>
                      <c:pt idx="828">
                        <c:v>189</c:v>
                      </c:pt>
                      <c:pt idx="829">
                        <c:v>183</c:v>
                      </c:pt>
                      <c:pt idx="830">
                        <c:v>183</c:v>
                      </c:pt>
                      <c:pt idx="831">
                        <c:v>183</c:v>
                      </c:pt>
                      <c:pt idx="832">
                        <c:v>183</c:v>
                      </c:pt>
                      <c:pt idx="833">
                        <c:v>185</c:v>
                      </c:pt>
                      <c:pt idx="834">
                        <c:v>184</c:v>
                      </c:pt>
                      <c:pt idx="835">
                        <c:v>185</c:v>
                      </c:pt>
                      <c:pt idx="836">
                        <c:v>185</c:v>
                      </c:pt>
                      <c:pt idx="837">
                        <c:v>184</c:v>
                      </c:pt>
                      <c:pt idx="838">
                        <c:v>184</c:v>
                      </c:pt>
                      <c:pt idx="839">
                        <c:v>186</c:v>
                      </c:pt>
                      <c:pt idx="840">
                        <c:v>187</c:v>
                      </c:pt>
                      <c:pt idx="841">
                        <c:v>186</c:v>
                      </c:pt>
                      <c:pt idx="842">
                        <c:v>163</c:v>
                      </c:pt>
                      <c:pt idx="843">
                        <c:v>186</c:v>
                      </c:pt>
                      <c:pt idx="844">
                        <c:v>186</c:v>
                      </c:pt>
                      <c:pt idx="845">
                        <c:v>185</c:v>
                      </c:pt>
                      <c:pt idx="846">
                        <c:v>186</c:v>
                      </c:pt>
                      <c:pt idx="847">
                        <c:v>185</c:v>
                      </c:pt>
                      <c:pt idx="848">
                        <c:v>188</c:v>
                      </c:pt>
                      <c:pt idx="849">
                        <c:v>188</c:v>
                      </c:pt>
                      <c:pt idx="850">
                        <c:v>193</c:v>
                      </c:pt>
                      <c:pt idx="851">
                        <c:v>187</c:v>
                      </c:pt>
                      <c:pt idx="852">
                        <c:v>208</c:v>
                      </c:pt>
                      <c:pt idx="853">
                        <c:v>202</c:v>
                      </c:pt>
                      <c:pt idx="854">
                        <c:v>200</c:v>
                      </c:pt>
                      <c:pt idx="855">
                        <c:v>200</c:v>
                      </c:pt>
                      <c:pt idx="856">
                        <c:v>198</c:v>
                      </c:pt>
                      <c:pt idx="857">
                        <c:v>190</c:v>
                      </c:pt>
                      <c:pt idx="858">
                        <c:v>189</c:v>
                      </c:pt>
                      <c:pt idx="859">
                        <c:v>187</c:v>
                      </c:pt>
                      <c:pt idx="860">
                        <c:v>180</c:v>
                      </c:pt>
                      <c:pt idx="861">
                        <c:v>182</c:v>
                      </c:pt>
                      <c:pt idx="862">
                        <c:v>181</c:v>
                      </c:pt>
                      <c:pt idx="863">
                        <c:v>180</c:v>
                      </c:pt>
                      <c:pt idx="864">
                        <c:v>180</c:v>
                      </c:pt>
                      <c:pt idx="865">
                        <c:v>180</c:v>
                      </c:pt>
                      <c:pt idx="866">
                        <c:v>180</c:v>
                      </c:pt>
                      <c:pt idx="867">
                        <c:v>179</c:v>
                      </c:pt>
                      <c:pt idx="868">
                        <c:v>179</c:v>
                      </c:pt>
                      <c:pt idx="869">
                        <c:v>179</c:v>
                      </c:pt>
                      <c:pt idx="870">
                        <c:v>182</c:v>
                      </c:pt>
                      <c:pt idx="871">
                        <c:v>184</c:v>
                      </c:pt>
                      <c:pt idx="872">
                        <c:v>185</c:v>
                      </c:pt>
                      <c:pt idx="873">
                        <c:v>184</c:v>
                      </c:pt>
                      <c:pt idx="874">
                        <c:v>179</c:v>
                      </c:pt>
                      <c:pt idx="875">
                        <c:v>187</c:v>
                      </c:pt>
                      <c:pt idx="876">
                        <c:v>186</c:v>
                      </c:pt>
                      <c:pt idx="877">
                        <c:v>188</c:v>
                      </c:pt>
                      <c:pt idx="878">
                        <c:v>188</c:v>
                      </c:pt>
                      <c:pt idx="879">
                        <c:v>189</c:v>
                      </c:pt>
                      <c:pt idx="880">
                        <c:v>188</c:v>
                      </c:pt>
                      <c:pt idx="881">
                        <c:v>188</c:v>
                      </c:pt>
                      <c:pt idx="882">
                        <c:v>188</c:v>
                      </c:pt>
                      <c:pt idx="883">
                        <c:v>191</c:v>
                      </c:pt>
                      <c:pt idx="884">
                        <c:v>192</c:v>
                      </c:pt>
                      <c:pt idx="885">
                        <c:v>201</c:v>
                      </c:pt>
                      <c:pt idx="886">
                        <c:v>199</c:v>
                      </c:pt>
                      <c:pt idx="887">
                        <c:v>199</c:v>
                      </c:pt>
                      <c:pt idx="888">
                        <c:v>192</c:v>
                      </c:pt>
                      <c:pt idx="889">
                        <c:v>190</c:v>
                      </c:pt>
                      <c:pt idx="890">
                        <c:v>189</c:v>
                      </c:pt>
                      <c:pt idx="891">
                        <c:v>186</c:v>
                      </c:pt>
                      <c:pt idx="892">
                        <c:v>182</c:v>
                      </c:pt>
                      <c:pt idx="893">
                        <c:v>183</c:v>
                      </c:pt>
                      <c:pt idx="894">
                        <c:v>179</c:v>
                      </c:pt>
                      <c:pt idx="895">
                        <c:v>177</c:v>
                      </c:pt>
                      <c:pt idx="896">
                        <c:v>176</c:v>
                      </c:pt>
                      <c:pt idx="897">
                        <c:v>174</c:v>
                      </c:pt>
                      <c:pt idx="898">
                        <c:v>172</c:v>
                      </c:pt>
                      <c:pt idx="899">
                        <c:v>171</c:v>
                      </c:pt>
                      <c:pt idx="900">
                        <c:v>170</c:v>
                      </c:pt>
                      <c:pt idx="901">
                        <c:v>167</c:v>
                      </c:pt>
                      <c:pt idx="902">
                        <c:v>165</c:v>
                      </c:pt>
                      <c:pt idx="903">
                        <c:v>164</c:v>
                      </c:pt>
                      <c:pt idx="904">
                        <c:v>163</c:v>
                      </c:pt>
                      <c:pt idx="905">
                        <c:v>163</c:v>
                      </c:pt>
                      <c:pt idx="906">
                        <c:v>166</c:v>
                      </c:pt>
                      <c:pt idx="907">
                        <c:v>164</c:v>
                      </c:pt>
                      <c:pt idx="908">
                        <c:v>163</c:v>
                      </c:pt>
                      <c:pt idx="909">
                        <c:v>163</c:v>
                      </c:pt>
                      <c:pt idx="910">
                        <c:v>164</c:v>
                      </c:pt>
                      <c:pt idx="911">
                        <c:v>164</c:v>
                      </c:pt>
                      <c:pt idx="912">
                        <c:v>162</c:v>
                      </c:pt>
                      <c:pt idx="913">
                        <c:v>161</c:v>
                      </c:pt>
                      <c:pt idx="914">
                        <c:v>158</c:v>
                      </c:pt>
                      <c:pt idx="915">
                        <c:v>156</c:v>
                      </c:pt>
                      <c:pt idx="916">
                        <c:v>153</c:v>
                      </c:pt>
                      <c:pt idx="917">
                        <c:v>151</c:v>
                      </c:pt>
                      <c:pt idx="918">
                        <c:v>150</c:v>
                      </c:pt>
                      <c:pt idx="919">
                        <c:v>146</c:v>
                      </c:pt>
                      <c:pt idx="920">
                        <c:v>142</c:v>
                      </c:pt>
                      <c:pt idx="921">
                        <c:v>139</c:v>
                      </c:pt>
                      <c:pt idx="922">
                        <c:v>134</c:v>
                      </c:pt>
                      <c:pt idx="923">
                        <c:v>128</c:v>
                      </c:pt>
                      <c:pt idx="924">
                        <c:v>79</c:v>
                      </c:pt>
                      <c:pt idx="925">
                        <c:v>73</c:v>
                      </c:pt>
                      <c:pt idx="926">
                        <c:v>98</c:v>
                      </c:pt>
                      <c:pt idx="927">
                        <c:v>171</c:v>
                      </c:pt>
                      <c:pt idx="928">
                        <c:v>67</c:v>
                      </c:pt>
                      <c:pt idx="929">
                        <c:v>178</c:v>
                      </c:pt>
                      <c:pt idx="930">
                        <c:v>177</c:v>
                      </c:pt>
                      <c:pt idx="931">
                        <c:v>180</c:v>
                      </c:pt>
                      <c:pt idx="932">
                        <c:v>180</c:v>
                      </c:pt>
                      <c:pt idx="933">
                        <c:v>180</c:v>
                      </c:pt>
                      <c:pt idx="934">
                        <c:v>176</c:v>
                      </c:pt>
                      <c:pt idx="935">
                        <c:v>178</c:v>
                      </c:pt>
                      <c:pt idx="936">
                        <c:v>180</c:v>
                      </c:pt>
                      <c:pt idx="937">
                        <c:v>181</c:v>
                      </c:pt>
                      <c:pt idx="938">
                        <c:v>180</c:v>
                      </c:pt>
                      <c:pt idx="939">
                        <c:v>179</c:v>
                      </c:pt>
                      <c:pt idx="940">
                        <c:v>180</c:v>
                      </c:pt>
                      <c:pt idx="941">
                        <c:v>182</c:v>
                      </c:pt>
                      <c:pt idx="942">
                        <c:v>182</c:v>
                      </c:pt>
                      <c:pt idx="943">
                        <c:v>181</c:v>
                      </c:pt>
                      <c:pt idx="944">
                        <c:v>175</c:v>
                      </c:pt>
                      <c:pt idx="945">
                        <c:v>182</c:v>
                      </c:pt>
                      <c:pt idx="946">
                        <c:v>196</c:v>
                      </c:pt>
                      <c:pt idx="947">
                        <c:v>182</c:v>
                      </c:pt>
                      <c:pt idx="948">
                        <c:v>184</c:v>
                      </c:pt>
                      <c:pt idx="949">
                        <c:v>195</c:v>
                      </c:pt>
                      <c:pt idx="950">
                        <c:v>184</c:v>
                      </c:pt>
                      <c:pt idx="951">
                        <c:v>204</c:v>
                      </c:pt>
                      <c:pt idx="952">
                        <c:v>201</c:v>
                      </c:pt>
                      <c:pt idx="953">
                        <c:v>195</c:v>
                      </c:pt>
                      <c:pt idx="954">
                        <c:v>188</c:v>
                      </c:pt>
                      <c:pt idx="955">
                        <c:v>188</c:v>
                      </c:pt>
                      <c:pt idx="956">
                        <c:v>194</c:v>
                      </c:pt>
                      <c:pt idx="957">
                        <c:v>188</c:v>
                      </c:pt>
                      <c:pt idx="958">
                        <c:v>195</c:v>
                      </c:pt>
                      <c:pt idx="959">
                        <c:v>196</c:v>
                      </c:pt>
                      <c:pt idx="960">
                        <c:v>200</c:v>
                      </c:pt>
                      <c:pt idx="961">
                        <c:v>199</c:v>
                      </c:pt>
                      <c:pt idx="962">
                        <c:v>193</c:v>
                      </c:pt>
                      <c:pt idx="963">
                        <c:v>216</c:v>
                      </c:pt>
                      <c:pt idx="964">
                        <c:v>188</c:v>
                      </c:pt>
                      <c:pt idx="965">
                        <c:v>195</c:v>
                      </c:pt>
                      <c:pt idx="966">
                        <c:v>198</c:v>
                      </c:pt>
                      <c:pt idx="967">
                        <c:v>196</c:v>
                      </c:pt>
                      <c:pt idx="968">
                        <c:v>197</c:v>
                      </c:pt>
                      <c:pt idx="969">
                        <c:v>200</c:v>
                      </c:pt>
                      <c:pt idx="970">
                        <c:v>199</c:v>
                      </c:pt>
                      <c:pt idx="971">
                        <c:v>201</c:v>
                      </c:pt>
                      <c:pt idx="972">
                        <c:v>201</c:v>
                      </c:pt>
                      <c:pt idx="973">
                        <c:v>199</c:v>
                      </c:pt>
                      <c:pt idx="974">
                        <c:v>198</c:v>
                      </c:pt>
                      <c:pt idx="975">
                        <c:v>203</c:v>
                      </c:pt>
                      <c:pt idx="976">
                        <c:v>202</c:v>
                      </c:pt>
                      <c:pt idx="977">
                        <c:v>200</c:v>
                      </c:pt>
                      <c:pt idx="978">
                        <c:v>198</c:v>
                      </c:pt>
                      <c:pt idx="979">
                        <c:v>205</c:v>
                      </c:pt>
                      <c:pt idx="980">
                        <c:v>205</c:v>
                      </c:pt>
                      <c:pt idx="981">
                        <c:v>205</c:v>
                      </c:pt>
                      <c:pt idx="982">
                        <c:v>206</c:v>
                      </c:pt>
                      <c:pt idx="983">
                        <c:v>223</c:v>
                      </c:pt>
                      <c:pt idx="984">
                        <c:v>203</c:v>
                      </c:pt>
                      <c:pt idx="985">
                        <c:v>203</c:v>
                      </c:pt>
                      <c:pt idx="986">
                        <c:v>209</c:v>
                      </c:pt>
                      <c:pt idx="987">
                        <c:v>205</c:v>
                      </c:pt>
                      <c:pt idx="988">
                        <c:v>207</c:v>
                      </c:pt>
                      <c:pt idx="989">
                        <c:v>206</c:v>
                      </c:pt>
                      <c:pt idx="990">
                        <c:v>227</c:v>
                      </c:pt>
                      <c:pt idx="991">
                        <c:v>225</c:v>
                      </c:pt>
                      <c:pt idx="992">
                        <c:v>225</c:v>
                      </c:pt>
                      <c:pt idx="993">
                        <c:v>221</c:v>
                      </c:pt>
                      <c:pt idx="994">
                        <c:v>218</c:v>
                      </c:pt>
                      <c:pt idx="995">
                        <c:v>215</c:v>
                      </c:pt>
                      <c:pt idx="996">
                        <c:v>214</c:v>
                      </c:pt>
                      <c:pt idx="997">
                        <c:v>207</c:v>
                      </c:pt>
                      <c:pt idx="998">
                        <c:v>204</c:v>
                      </c:pt>
                      <c:pt idx="999">
                        <c:v>214</c:v>
                      </c:pt>
                      <c:pt idx="1000">
                        <c:v>216</c:v>
                      </c:pt>
                      <c:pt idx="1001">
                        <c:v>214</c:v>
                      </c:pt>
                      <c:pt idx="1002">
                        <c:v>213</c:v>
                      </c:pt>
                      <c:pt idx="1003">
                        <c:v>217</c:v>
                      </c:pt>
                      <c:pt idx="1004">
                        <c:v>225</c:v>
                      </c:pt>
                      <c:pt idx="1005">
                        <c:v>236</c:v>
                      </c:pt>
                      <c:pt idx="1006">
                        <c:v>212</c:v>
                      </c:pt>
                      <c:pt idx="1007">
                        <c:v>212</c:v>
                      </c:pt>
                      <c:pt idx="1008">
                        <c:v>210</c:v>
                      </c:pt>
                      <c:pt idx="1009">
                        <c:v>212</c:v>
                      </c:pt>
                      <c:pt idx="1010">
                        <c:v>214</c:v>
                      </c:pt>
                      <c:pt idx="1011">
                        <c:v>212</c:v>
                      </c:pt>
                      <c:pt idx="1012">
                        <c:v>217</c:v>
                      </c:pt>
                      <c:pt idx="1013">
                        <c:v>212</c:v>
                      </c:pt>
                      <c:pt idx="1014">
                        <c:v>217</c:v>
                      </c:pt>
                      <c:pt idx="1015">
                        <c:v>218</c:v>
                      </c:pt>
                      <c:pt idx="1016">
                        <c:v>212</c:v>
                      </c:pt>
                      <c:pt idx="1017">
                        <c:v>218</c:v>
                      </c:pt>
                      <c:pt idx="1018">
                        <c:v>221</c:v>
                      </c:pt>
                      <c:pt idx="1019">
                        <c:v>214</c:v>
                      </c:pt>
                      <c:pt idx="1020">
                        <c:v>222</c:v>
                      </c:pt>
                      <c:pt idx="1021">
                        <c:v>221</c:v>
                      </c:pt>
                      <c:pt idx="1022">
                        <c:v>219</c:v>
                      </c:pt>
                      <c:pt idx="1023">
                        <c:v>220</c:v>
                      </c:pt>
                      <c:pt idx="1024">
                        <c:v>224</c:v>
                      </c:pt>
                      <c:pt idx="1025">
                        <c:v>222</c:v>
                      </c:pt>
                      <c:pt idx="1026">
                        <c:v>219</c:v>
                      </c:pt>
                      <c:pt idx="1027">
                        <c:v>218</c:v>
                      </c:pt>
                      <c:pt idx="1028">
                        <c:v>223</c:v>
                      </c:pt>
                      <c:pt idx="1029">
                        <c:v>221</c:v>
                      </c:pt>
                      <c:pt idx="1030">
                        <c:v>218</c:v>
                      </c:pt>
                      <c:pt idx="1031">
                        <c:v>220</c:v>
                      </c:pt>
                      <c:pt idx="1032">
                        <c:v>217</c:v>
                      </c:pt>
                      <c:pt idx="1033">
                        <c:v>249</c:v>
                      </c:pt>
                      <c:pt idx="1034">
                        <c:v>222</c:v>
                      </c:pt>
                      <c:pt idx="1035">
                        <c:v>222</c:v>
                      </c:pt>
                      <c:pt idx="1036">
                        <c:v>219</c:v>
                      </c:pt>
                      <c:pt idx="1037">
                        <c:v>224</c:v>
                      </c:pt>
                      <c:pt idx="1038">
                        <c:v>222</c:v>
                      </c:pt>
                      <c:pt idx="1039">
                        <c:v>221</c:v>
                      </c:pt>
                      <c:pt idx="1040">
                        <c:v>220</c:v>
                      </c:pt>
                      <c:pt idx="1041">
                        <c:v>222</c:v>
                      </c:pt>
                      <c:pt idx="1042">
                        <c:v>252</c:v>
                      </c:pt>
                      <c:pt idx="1043">
                        <c:v>221</c:v>
                      </c:pt>
                      <c:pt idx="1044">
                        <c:v>222</c:v>
                      </c:pt>
                      <c:pt idx="1045">
                        <c:v>222</c:v>
                      </c:pt>
                      <c:pt idx="1046">
                        <c:v>222</c:v>
                      </c:pt>
                      <c:pt idx="1047">
                        <c:v>225</c:v>
                      </c:pt>
                      <c:pt idx="1048">
                        <c:v>225</c:v>
                      </c:pt>
                      <c:pt idx="1049">
                        <c:v>223</c:v>
                      </c:pt>
                      <c:pt idx="1050">
                        <c:v>223</c:v>
                      </c:pt>
                      <c:pt idx="1051">
                        <c:v>231</c:v>
                      </c:pt>
                      <c:pt idx="1052">
                        <c:v>253</c:v>
                      </c:pt>
                      <c:pt idx="1053">
                        <c:v>225</c:v>
                      </c:pt>
                      <c:pt idx="1054">
                        <c:v>229</c:v>
                      </c:pt>
                      <c:pt idx="1055">
                        <c:v>231</c:v>
                      </c:pt>
                      <c:pt idx="1056">
                        <c:v>258</c:v>
                      </c:pt>
                      <c:pt idx="1057">
                        <c:v>226</c:v>
                      </c:pt>
                      <c:pt idx="1058">
                        <c:v>223</c:v>
                      </c:pt>
                      <c:pt idx="1059">
                        <c:v>225</c:v>
                      </c:pt>
                      <c:pt idx="1060">
                        <c:v>226</c:v>
                      </c:pt>
                      <c:pt idx="1061">
                        <c:v>227</c:v>
                      </c:pt>
                      <c:pt idx="1062">
                        <c:v>230</c:v>
                      </c:pt>
                      <c:pt idx="1063">
                        <c:v>229</c:v>
                      </c:pt>
                      <c:pt idx="1064">
                        <c:v>234</c:v>
                      </c:pt>
                      <c:pt idx="1065">
                        <c:v>229</c:v>
                      </c:pt>
                      <c:pt idx="1066">
                        <c:v>230</c:v>
                      </c:pt>
                      <c:pt idx="1067">
                        <c:v>232</c:v>
                      </c:pt>
                      <c:pt idx="1068">
                        <c:v>265</c:v>
                      </c:pt>
                      <c:pt idx="1069">
                        <c:v>239</c:v>
                      </c:pt>
                      <c:pt idx="1070">
                        <c:v>232</c:v>
                      </c:pt>
                      <c:pt idx="1071">
                        <c:v>222</c:v>
                      </c:pt>
                      <c:pt idx="1072">
                        <c:v>227</c:v>
                      </c:pt>
                      <c:pt idx="1073">
                        <c:v>223</c:v>
                      </c:pt>
                      <c:pt idx="1074">
                        <c:v>219</c:v>
                      </c:pt>
                      <c:pt idx="1075">
                        <c:v>222</c:v>
                      </c:pt>
                      <c:pt idx="1076">
                        <c:v>222</c:v>
                      </c:pt>
                      <c:pt idx="1077">
                        <c:v>219</c:v>
                      </c:pt>
                      <c:pt idx="1078">
                        <c:v>218</c:v>
                      </c:pt>
                      <c:pt idx="1079">
                        <c:v>217</c:v>
                      </c:pt>
                      <c:pt idx="1080">
                        <c:v>218</c:v>
                      </c:pt>
                      <c:pt idx="1081">
                        <c:v>213</c:v>
                      </c:pt>
                      <c:pt idx="1082">
                        <c:v>229</c:v>
                      </c:pt>
                      <c:pt idx="1083">
                        <c:v>228</c:v>
                      </c:pt>
                      <c:pt idx="1084">
                        <c:v>229</c:v>
                      </c:pt>
                      <c:pt idx="1085">
                        <c:v>227</c:v>
                      </c:pt>
                      <c:pt idx="1086">
                        <c:v>230</c:v>
                      </c:pt>
                      <c:pt idx="1087">
                        <c:v>227</c:v>
                      </c:pt>
                      <c:pt idx="1088">
                        <c:v>230</c:v>
                      </c:pt>
                      <c:pt idx="1089">
                        <c:v>227</c:v>
                      </c:pt>
                      <c:pt idx="1090">
                        <c:v>231</c:v>
                      </c:pt>
                      <c:pt idx="1091">
                        <c:v>228</c:v>
                      </c:pt>
                      <c:pt idx="1092">
                        <c:v>231</c:v>
                      </c:pt>
                      <c:pt idx="1093">
                        <c:v>230</c:v>
                      </c:pt>
                      <c:pt idx="1094">
                        <c:v>232</c:v>
                      </c:pt>
                      <c:pt idx="1095">
                        <c:v>231</c:v>
                      </c:pt>
                      <c:pt idx="1096">
                        <c:v>230</c:v>
                      </c:pt>
                      <c:pt idx="1097">
                        <c:v>265</c:v>
                      </c:pt>
                      <c:pt idx="1098">
                        <c:v>232</c:v>
                      </c:pt>
                      <c:pt idx="1099">
                        <c:v>234</c:v>
                      </c:pt>
                      <c:pt idx="1100">
                        <c:v>230</c:v>
                      </c:pt>
                      <c:pt idx="1101">
                        <c:v>230</c:v>
                      </c:pt>
                      <c:pt idx="1102">
                        <c:v>271</c:v>
                      </c:pt>
                      <c:pt idx="1103">
                        <c:v>269</c:v>
                      </c:pt>
                      <c:pt idx="1104">
                        <c:v>234</c:v>
                      </c:pt>
                      <c:pt idx="1105">
                        <c:v>230</c:v>
                      </c:pt>
                      <c:pt idx="1106">
                        <c:v>234</c:v>
                      </c:pt>
                      <c:pt idx="1107">
                        <c:v>233</c:v>
                      </c:pt>
                      <c:pt idx="1108">
                        <c:v>233</c:v>
                      </c:pt>
                      <c:pt idx="1109">
                        <c:v>237</c:v>
                      </c:pt>
                      <c:pt idx="1110">
                        <c:v>231</c:v>
                      </c:pt>
                      <c:pt idx="1111">
                        <c:v>237</c:v>
                      </c:pt>
                      <c:pt idx="1112">
                        <c:v>231</c:v>
                      </c:pt>
                      <c:pt idx="1113">
                        <c:v>233</c:v>
                      </c:pt>
                      <c:pt idx="1114">
                        <c:v>231</c:v>
                      </c:pt>
                      <c:pt idx="1115">
                        <c:v>231</c:v>
                      </c:pt>
                      <c:pt idx="1116">
                        <c:v>227</c:v>
                      </c:pt>
                      <c:pt idx="1117">
                        <c:v>225</c:v>
                      </c:pt>
                      <c:pt idx="1118">
                        <c:v>220</c:v>
                      </c:pt>
                      <c:pt idx="1119">
                        <c:v>217</c:v>
                      </c:pt>
                      <c:pt idx="1120">
                        <c:v>214</c:v>
                      </c:pt>
                      <c:pt idx="1121">
                        <c:v>218</c:v>
                      </c:pt>
                      <c:pt idx="1122">
                        <c:v>216</c:v>
                      </c:pt>
                      <c:pt idx="1123">
                        <c:v>216</c:v>
                      </c:pt>
                      <c:pt idx="1124">
                        <c:v>214</c:v>
                      </c:pt>
                      <c:pt idx="1125">
                        <c:v>216</c:v>
                      </c:pt>
                      <c:pt idx="1126">
                        <c:v>210</c:v>
                      </c:pt>
                      <c:pt idx="1127">
                        <c:v>202</c:v>
                      </c:pt>
                      <c:pt idx="1128">
                        <c:v>208</c:v>
                      </c:pt>
                      <c:pt idx="1129">
                        <c:v>207</c:v>
                      </c:pt>
                      <c:pt idx="1130">
                        <c:v>200</c:v>
                      </c:pt>
                      <c:pt idx="1131">
                        <c:v>207</c:v>
                      </c:pt>
                      <c:pt idx="1132">
                        <c:v>203</c:v>
                      </c:pt>
                      <c:pt idx="1133">
                        <c:v>202</c:v>
                      </c:pt>
                      <c:pt idx="1134">
                        <c:v>198</c:v>
                      </c:pt>
                      <c:pt idx="1135">
                        <c:v>196</c:v>
                      </c:pt>
                      <c:pt idx="1136">
                        <c:v>193</c:v>
                      </c:pt>
                      <c:pt idx="1137">
                        <c:v>194</c:v>
                      </c:pt>
                      <c:pt idx="1138">
                        <c:v>189</c:v>
                      </c:pt>
                      <c:pt idx="1139">
                        <c:v>189</c:v>
                      </c:pt>
                      <c:pt idx="1140">
                        <c:v>204</c:v>
                      </c:pt>
                      <c:pt idx="1141">
                        <c:v>199</c:v>
                      </c:pt>
                      <c:pt idx="1142">
                        <c:v>195</c:v>
                      </c:pt>
                      <c:pt idx="1143">
                        <c:v>192</c:v>
                      </c:pt>
                      <c:pt idx="1144">
                        <c:v>184</c:v>
                      </c:pt>
                      <c:pt idx="1145">
                        <c:v>182</c:v>
                      </c:pt>
                      <c:pt idx="1146">
                        <c:v>176</c:v>
                      </c:pt>
                      <c:pt idx="1147">
                        <c:v>170</c:v>
                      </c:pt>
                      <c:pt idx="1148">
                        <c:v>168</c:v>
                      </c:pt>
                      <c:pt idx="1149">
                        <c:v>160</c:v>
                      </c:pt>
                      <c:pt idx="1150">
                        <c:v>159</c:v>
                      </c:pt>
                      <c:pt idx="1151">
                        <c:v>158</c:v>
                      </c:pt>
                      <c:pt idx="1152">
                        <c:v>153</c:v>
                      </c:pt>
                      <c:pt idx="1153">
                        <c:v>152</c:v>
                      </c:pt>
                      <c:pt idx="1154">
                        <c:v>148</c:v>
                      </c:pt>
                      <c:pt idx="1155">
                        <c:v>146</c:v>
                      </c:pt>
                      <c:pt idx="1156">
                        <c:v>144</c:v>
                      </c:pt>
                      <c:pt idx="1157">
                        <c:v>140</c:v>
                      </c:pt>
                      <c:pt idx="1158">
                        <c:v>137</c:v>
                      </c:pt>
                      <c:pt idx="1159">
                        <c:v>133</c:v>
                      </c:pt>
                      <c:pt idx="1160">
                        <c:v>125</c:v>
                      </c:pt>
                      <c:pt idx="1161">
                        <c:v>121</c:v>
                      </c:pt>
                      <c:pt idx="1162">
                        <c:v>114</c:v>
                      </c:pt>
                      <c:pt idx="1163">
                        <c:v>104</c:v>
                      </c:pt>
                      <c:pt idx="1164">
                        <c:v>97</c:v>
                      </c:pt>
                      <c:pt idx="1165">
                        <c:v>79</c:v>
                      </c:pt>
                      <c:pt idx="1166">
                        <c:v>77</c:v>
                      </c:pt>
                      <c:pt idx="1167">
                        <c:v>75</c:v>
                      </c:pt>
                      <c:pt idx="1168">
                        <c:v>65</c:v>
                      </c:pt>
                      <c:pt idx="1169">
                        <c:v>221</c:v>
                      </c:pt>
                      <c:pt idx="1170">
                        <c:v>181</c:v>
                      </c:pt>
                      <c:pt idx="1171">
                        <c:v>188</c:v>
                      </c:pt>
                      <c:pt idx="1172">
                        <c:v>232</c:v>
                      </c:pt>
                      <c:pt idx="1173">
                        <c:v>226</c:v>
                      </c:pt>
                      <c:pt idx="1174">
                        <c:v>224</c:v>
                      </c:pt>
                      <c:pt idx="1175">
                        <c:v>226</c:v>
                      </c:pt>
                      <c:pt idx="1176">
                        <c:v>226</c:v>
                      </c:pt>
                      <c:pt idx="1177">
                        <c:v>226</c:v>
                      </c:pt>
                      <c:pt idx="1178">
                        <c:v>226</c:v>
                      </c:pt>
                      <c:pt idx="1179">
                        <c:v>225</c:v>
                      </c:pt>
                      <c:pt idx="1180">
                        <c:v>233</c:v>
                      </c:pt>
                      <c:pt idx="1181">
                        <c:v>230</c:v>
                      </c:pt>
                      <c:pt idx="1182">
                        <c:v>227</c:v>
                      </c:pt>
                      <c:pt idx="1183">
                        <c:v>223</c:v>
                      </c:pt>
                      <c:pt idx="1184">
                        <c:v>227</c:v>
                      </c:pt>
                      <c:pt idx="1185">
                        <c:v>221</c:v>
                      </c:pt>
                      <c:pt idx="1186">
                        <c:v>221</c:v>
                      </c:pt>
                      <c:pt idx="1187">
                        <c:v>218</c:v>
                      </c:pt>
                      <c:pt idx="1188">
                        <c:v>220</c:v>
                      </c:pt>
                      <c:pt idx="1189">
                        <c:v>217</c:v>
                      </c:pt>
                      <c:pt idx="1190">
                        <c:v>217</c:v>
                      </c:pt>
                      <c:pt idx="1191">
                        <c:v>213</c:v>
                      </c:pt>
                      <c:pt idx="1192">
                        <c:v>216</c:v>
                      </c:pt>
                      <c:pt idx="1193">
                        <c:v>214</c:v>
                      </c:pt>
                      <c:pt idx="1194">
                        <c:v>212</c:v>
                      </c:pt>
                      <c:pt idx="1195">
                        <c:v>217</c:v>
                      </c:pt>
                      <c:pt idx="1196">
                        <c:v>209</c:v>
                      </c:pt>
                      <c:pt idx="1197">
                        <c:v>212</c:v>
                      </c:pt>
                      <c:pt idx="1198">
                        <c:v>207</c:v>
                      </c:pt>
                      <c:pt idx="1199">
                        <c:v>208</c:v>
                      </c:pt>
                      <c:pt idx="1200">
                        <c:v>204</c:v>
                      </c:pt>
                      <c:pt idx="1201">
                        <c:v>209</c:v>
                      </c:pt>
                      <c:pt idx="1202">
                        <c:v>204</c:v>
                      </c:pt>
                      <c:pt idx="1203">
                        <c:v>206</c:v>
                      </c:pt>
                      <c:pt idx="1204">
                        <c:v>199</c:v>
                      </c:pt>
                      <c:pt idx="1205">
                        <c:v>202</c:v>
                      </c:pt>
                      <c:pt idx="1206">
                        <c:v>198</c:v>
                      </c:pt>
                      <c:pt idx="1207">
                        <c:v>201</c:v>
                      </c:pt>
                      <c:pt idx="1208">
                        <c:v>196</c:v>
                      </c:pt>
                      <c:pt idx="1209">
                        <c:v>197</c:v>
                      </c:pt>
                      <c:pt idx="1210">
                        <c:v>194</c:v>
                      </c:pt>
                      <c:pt idx="1211">
                        <c:v>194</c:v>
                      </c:pt>
                      <c:pt idx="1212">
                        <c:v>191</c:v>
                      </c:pt>
                      <c:pt idx="1213">
                        <c:v>192</c:v>
                      </c:pt>
                      <c:pt idx="1214">
                        <c:v>192</c:v>
                      </c:pt>
                      <c:pt idx="1215">
                        <c:v>191</c:v>
                      </c:pt>
                      <c:pt idx="1216">
                        <c:v>191</c:v>
                      </c:pt>
                      <c:pt idx="1217">
                        <c:v>187</c:v>
                      </c:pt>
                      <c:pt idx="1218">
                        <c:v>187</c:v>
                      </c:pt>
                      <c:pt idx="1219">
                        <c:v>186</c:v>
                      </c:pt>
                      <c:pt idx="1220">
                        <c:v>184</c:v>
                      </c:pt>
                      <c:pt idx="1221">
                        <c:v>200</c:v>
                      </c:pt>
                      <c:pt idx="1222">
                        <c:v>182</c:v>
                      </c:pt>
                      <c:pt idx="1223">
                        <c:v>181</c:v>
                      </c:pt>
                      <c:pt idx="1224">
                        <c:v>181</c:v>
                      </c:pt>
                      <c:pt idx="1225">
                        <c:v>180</c:v>
                      </c:pt>
                      <c:pt idx="1226">
                        <c:v>179</c:v>
                      </c:pt>
                      <c:pt idx="1227">
                        <c:v>179</c:v>
                      </c:pt>
                      <c:pt idx="1228">
                        <c:v>188</c:v>
                      </c:pt>
                      <c:pt idx="1229">
                        <c:v>185</c:v>
                      </c:pt>
                      <c:pt idx="1230">
                        <c:v>186</c:v>
                      </c:pt>
                      <c:pt idx="1231">
                        <c:v>179</c:v>
                      </c:pt>
                      <c:pt idx="1232">
                        <c:v>180</c:v>
                      </c:pt>
                      <c:pt idx="1233">
                        <c:v>173</c:v>
                      </c:pt>
                      <c:pt idx="1234">
                        <c:v>167</c:v>
                      </c:pt>
                      <c:pt idx="1235">
                        <c:v>165</c:v>
                      </c:pt>
                      <c:pt idx="1236">
                        <c:v>161</c:v>
                      </c:pt>
                      <c:pt idx="1237">
                        <c:v>159</c:v>
                      </c:pt>
                      <c:pt idx="1238">
                        <c:v>158</c:v>
                      </c:pt>
                      <c:pt idx="1239">
                        <c:v>156</c:v>
                      </c:pt>
                      <c:pt idx="1240">
                        <c:v>144</c:v>
                      </c:pt>
                      <c:pt idx="1241">
                        <c:v>142</c:v>
                      </c:pt>
                      <c:pt idx="1242">
                        <c:v>142</c:v>
                      </c:pt>
                      <c:pt idx="1243">
                        <c:v>140</c:v>
                      </c:pt>
                      <c:pt idx="1244">
                        <c:v>137</c:v>
                      </c:pt>
                      <c:pt idx="1245">
                        <c:v>134</c:v>
                      </c:pt>
                      <c:pt idx="1246">
                        <c:v>131</c:v>
                      </c:pt>
                      <c:pt idx="1247">
                        <c:v>120</c:v>
                      </c:pt>
                      <c:pt idx="1248">
                        <c:v>119</c:v>
                      </c:pt>
                      <c:pt idx="1249">
                        <c:v>107</c:v>
                      </c:pt>
                      <c:pt idx="1250">
                        <c:v>107</c:v>
                      </c:pt>
                      <c:pt idx="1251">
                        <c:v>91</c:v>
                      </c:pt>
                      <c:pt idx="1252">
                        <c:v>87</c:v>
                      </c:pt>
                      <c:pt idx="1253">
                        <c:v>76</c:v>
                      </c:pt>
                      <c:pt idx="1254">
                        <c:v>70</c:v>
                      </c:pt>
                      <c:pt idx="1255">
                        <c:v>88</c:v>
                      </c:pt>
                      <c:pt idx="1256">
                        <c:v>152</c:v>
                      </c:pt>
                      <c:pt idx="1257">
                        <c:v>148</c:v>
                      </c:pt>
                      <c:pt idx="1258">
                        <c:v>118</c:v>
                      </c:pt>
                      <c:pt idx="1259">
                        <c:v>127</c:v>
                      </c:pt>
                      <c:pt idx="1260">
                        <c:v>124</c:v>
                      </c:pt>
                      <c:pt idx="1261">
                        <c:v>122</c:v>
                      </c:pt>
                      <c:pt idx="1262">
                        <c:v>120</c:v>
                      </c:pt>
                      <c:pt idx="1263">
                        <c:v>118</c:v>
                      </c:pt>
                      <c:pt idx="1264">
                        <c:v>117</c:v>
                      </c:pt>
                      <c:pt idx="1265">
                        <c:v>113</c:v>
                      </c:pt>
                      <c:pt idx="1266">
                        <c:v>111</c:v>
                      </c:pt>
                      <c:pt idx="1267">
                        <c:v>109</c:v>
                      </c:pt>
                      <c:pt idx="1268">
                        <c:v>97</c:v>
                      </c:pt>
                      <c:pt idx="1269">
                        <c:v>88</c:v>
                      </c:pt>
                      <c:pt idx="1270">
                        <c:v>79</c:v>
                      </c:pt>
                      <c:pt idx="1271">
                        <c:v>75</c:v>
                      </c:pt>
                      <c:pt idx="1272">
                        <c:v>63</c:v>
                      </c:pt>
                      <c:pt idx="1273">
                        <c:v>60</c:v>
                      </c:pt>
                      <c:pt idx="1274">
                        <c:v>64</c:v>
                      </c:pt>
                      <c:pt idx="1275">
                        <c:v>62</c:v>
                      </c:pt>
                      <c:pt idx="1276">
                        <c:v>104</c:v>
                      </c:pt>
                      <c:pt idx="1277">
                        <c:v>232</c:v>
                      </c:pt>
                      <c:pt idx="1278">
                        <c:v>231</c:v>
                      </c:pt>
                      <c:pt idx="1279">
                        <c:v>230</c:v>
                      </c:pt>
                      <c:pt idx="1280">
                        <c:v>231</c:v>
                      </c:pt>
                      <c:pt idx="1281">
                        <c:v>230</c:v>
                      </c:pt>
                      <c:pt idx="1282">
                        <c:v>234</c:v>
                      </c:pt>
                      <c:pt idx="1283">
                        <c:v>236</c:v>
                      </c:pt>
                      <c:pt idx="1284">
                        <c:v>238</c:v>
                      </c:pt>
                      <c:pt idx="1285">
                        <c:v>234</c:v>
                      </c:pt>
                      <c:pt idx="1286">
                        <c:v>235</c:v>
                      </c:pt>
                      <c:pt idx="1287">
                        <c:v>235</c:v>
                      </c:pt>
                      <c:pt idx="1288">
                        <c:v>236</c:v>
                      </c:pt>
                      <c:pt idx="1289">
                        <c:v>233</c:v>
                      </c:pt>
                      <c:pt idx="1290">
                        <c:v>235</c:v>
                      </c:pt>
                      <c:pt idx="1291">
                        <c:v>236</c:v>
                      </c:pt>
                      <c:pt idx="1292">
                        <c:v>270</c:v>
                      </c:pt>
                      <c:pt idx="1293">
                        <c:v>235</c:v>
                      </c:pt>
                      <c:pt idx="1294">
                        <c:v>238</c:v>
                      </c:pt>
                      <c:pt idx="1295">
                        <c:v>234</c:v>
                      </c:pt>
                      <c:pt idx="1296">
                        <c:v>237</c:v>
                      </c:pt>
                      <c:pt idx="1297">
                        <c:v>235</c:v>
                      </c:pt>
                      <c:pt idx="1298">
                        <c:v>237</c:v>
                      </c:pt>
                      <c:pt idx="1299">
                        <c:v>238</c:v>
                      </c:pt>
                      <c:pt idx="1300">
                        <c:v>237</c:v>
                      </c:pt>
                      <c:pt idx="1301">
                        <c:v>236</c:v>
                      </c:pt>
                      <c:pt idx="1302">
                        <c:v>238</c:v>
                      </c:pt>
                      <c:pt idx="1303">
                        <c:v>236</c:v>
                      </c:pt>
                      <c:pt idx="1304">
                        <c:v>241</c:v>
                      </c:pt>
                      <c:pt idx="1305">
                        <c:v>239</c:v>
                      </c:pt>
                      <c:pt idx="1306">
                        <c:v>239</c:v>
                      </c:pt>
                      <c:pt idx="1307">
                        <c:v>240</c:v>
                      </c:pt>
                      <c:pt idx="1308">
                        <c:v>241</c:v>
                      </c:pt>
                      <c:pt idx="1309">
                        <c:v>241</c:v>
                      </c:pt>
                      <c:pt idx="1310">
                        <c:v>241</c:v>
                      </c:pt>
                      <c:pt idx="1311">
                        <c:v>284</c:v>
                      </c:pt>
                      <c:pt idx="1312">
                        <c:v>245</c:v>
                      </c:pt>
                      <c:pt idx="1313">
                        <c:v>238</c:v>
                      </c:pt>
                      <c:pt idx="1314">
                        <c:v>242</c:v>
                      </c:pt>
                      <c:pt idx="1315">
                        <c:v>246</c:v>
                      </c:pt>
                      <c:pt idx="1316">
                        <c:v>239</c:v>
                      </c:pt>
                      <c:pt idx="1317">
                        <c:v>245</c:v>
                      </c:pt>
                      <c:pt idx="1318">
                        <c:v>241</c:v>
                      </c:pt>
                      <c:pt idx="1319">
                        <c:v>247</c:v>
                      </c:pt>
                      <c:pt idx="1320">
                        <c:v>243</c:v>
                      </c:pt>
                      <c:pt idx="1321">
                        <c:v>243</c:v>
                      </c:pt>
                      <c:pt idx="1322">
                        <c:v>241</c:v>
                      </c:pt>
                      <c:pt idx="1323">
                        <c:v>223</c:v>
                      </c:pt>
                      <c:pt idx="1324">
                        <c:v>217</c:v>
                      </c:pt>
                      <c:pt idx="1325">
                        <c:v>245</c:v>
                      </c:pt>
                      <c:pt idx="1326">
                        <c:v>244</c:v>
                      </c:pt>
                      <c:pt idx="1327">
                        <c:v>244</c:v>
                      </c:pt>
                      <c:pt idx="1328">
                        <c:v>245</c:v>
                      </c:pt>
                      <c:pt idx="1329">
                        <c:v>246</c:v>
                      </c:pt>
                      <c:pt idx="1330">
                        <c:v>245</c:v>
                      </c:pt>
                      <c:pt idx="1331">
                        <c:v>267</c:v>
                      </c:pt>
                      <c:pt idx="1332">
                        <c:v>188</c:v>
                      </c:pt>
                      <c:pt idx="1333">
                        <c:v>244</c:v>
                      </c:pt>
                      <c:pt idx="1334">
                        <c:v>244</c:v>
                      </c:pt>
                      <c:pt idx="1335">
                        <c:v>239</c:v>
                      </c:pt>
                      <c:pt idx="1336">
                        <c:v>243</c:v>
                      </c:pt>
                      <c:pt idx="1337">
                        <c:v>244</c:v>
                      </c:pt>
                      <c:pt idx="1338">
                        <c:v>242</c:v>
                      </c:pt>
                      <c:pt idx="1339">
                        <c:v>245</c:v>
                      </c:pt>
                      <c:pt idx="1340">
                        <c:v>247</c:v>
                      </c:pt>
                      <c:pt idx="1341">
                        <c:v>250</c:v>
                      </c:pt>
                      <c:pt idx="1342">
                        <c:v>249</c:v>
                      </c:pt>
                      <c:pt idx="1343">
                        <c:v>248</c:v>
                      </c:pt>
                      <c:pt idx="1344">
                        <c:v>248</c:v>
                      </c:pt>
                      <c:pt idx="1345">
                        <c:v>251</c:v>
                      </c:pt>
                      <c:pt idx="1346">
                        <c:v>246</c:v>
                      </c:pt>
                      <c:pt idx="1347">
                        <c:v>286</c:v>
                      </c:pt>
                      <c:pt idx="1348">
                        <c:v>250</c:v>
                      </c:pt>
                      <c:pt idx="1349">
                        <c:v>248</c:v>
                      </c:pt>
                      <c:pt idx="1350">
                        <c:v>247</c:v>
                      </c:pt>
                      <c:pt idx="1351">
                        <c:v>292</c:v>
                      </c:pt>
                      <c:pt idx="1352">
                        <c:v>253</c:v>
                      </c:pt>
                      <c:pt idx="1353">
                        <c:v>249</c:v>
                      </c:pt>
                      <c:pt idx="1354">
                        <c:v>251</c:v>
                      </c:pt>
                      <c:pt idx="1355">
                        <c:v>305</c:v>
                      </c:pt>
                      <c:pt idx="1356">
                        <c:v>251</c:v>
                      </c:pt>
                      <c:pt idx="1357">
                        <c:v>251</c:v>
                      </c:pt>
                      <c:pt idx="1358">
                        <c:v>262</c:v>
                      </c:pt>
                      <c:pt idx="1359">
                        <c:v>260</c:v>
                      </c:pt>
                      <c:pt idx="1360">
                        <c:v>261</c:v>
                      </c:pt>
                      <c:pt idx="1361">
                        <c:v>263</c:v>
                      </c:pt>
                      <c:pt idx="1362">
                        <c:v>260</c:v>
                      </c:pt>
                      <c:pt idx="1363">
                        <c:v>246</c:v>
                      </c:pt>
                      <c:pt idx="1364">
                        <c:v>239</c:v>
                      </c:pt>
                      <c:pt idx="1365">
                        <c:v>254</c:v>
                      </c:pt>
                      <c:pt idx="1366">
                        <c:v>259</c:v>
                      </c:pt>
                      <c:pt idx="1367">
                        <c:v>242</c:v>
                      </c:pt>
                      <c:pt idx="1368">
                        <c:v>236</c:v>
                      </c:pt>
                      <c:pt idx="1369">
                        <c:v>244</c:v>
                      </c:pt>
                      <c:pt idx="1370">
                        <c:v>230</c:v>
                      </c:pt>
                      <c:pt idx="1371">
                        <c:v>212</c:v>
                      </c:pt>
                      <c:pt idx="1372">
                        <c:v>214</c:v>
                      </c:pt>
                      <c:pt idx="1373">
                        <c:v>208</c:v>
                      </c:pt>
                      <c:pt idx="1374">
                        <c:v>206</c:v>
                      </c:pt>
                      <c:pt idx="1375">
                        <c:v>197</c:v>
                      </c:pt>
                      <c:pt idx="1376">
                        <c:v>187</c:v>
                      </c:pt>
                      <c:pt idx="1377">
                        <c:v>182</c:v>
                      </c:pt>
                      <c:pt idx="1378">
                        <c:v>171</c:v>
                      </c:pt>
                      <c:pt idx="1379">
                        <c:v>162</c:v>
                      </c:pt>
                      <c:pt idx="1380">
                        <c:v>158</c:v>
                      </c:pt>
                      <c:pt idx="1381">
                        <c:v>156</c:v>
                      </c:pt>
                      <c:pt idx="1382">
                        <c:v>154</c:v>
                      </c:pt>
                      <c:pt idx="1383">
                        <c:v>149</c:v>
                      </c:pt>
                      <c:pt idx="1384">
                        <c:v>148</c:v>
                      </c:pt>
                      <c:pt idx="1385">
                        <c:v>136</c:v>
                      </c:pt>
                      <c:pt idx="1386">
                        <c:v>130</c:v>
                      </c:pt>
                      <c:pt idx="1387">
                        <c:v>123</c:v>
                      </c:pt>
                      <c:pt idx="1388">
                        <c:v>119</c:v>
                      </c:pt>
                      <c:pt idx="1389">
                        <c:v>97</c:v>
                      </c:pt>
                      <c:pt idx="1390">
                        <c:v>89</c:v>
                      </c:pt>
                      <c:pt idx="1391">
                        <c:v>91</c:v>
                      </c:pt>
                      <c:pt idx="1392">
                        <c:v>222</c:v>
                      </c:pt>
                      <c:pt idx="1393">
                        <c:v>216</c:v>
                      </c:pt>
                      <c:pt idx="1394">
                        <c:v>213</c:v>
                      </c:pt>
                      <c:pt idx="1395">
                        <c:v>214</c:v>
                      </c:pt>
                      <c:pt idx="1396">
                        <c:v>251</c:v>
                      </c:pt>
                      <c:pt idx="1397">
                        <c:v>251</c:v>
                      </c:pt>
                      <c:pt idx="1398">
                        <c:v>251</c:v>
                      </c:pt>
                      <c:pt idx="1399">
                        <c:v>255</c:v>
                      </c:pt>
                      <c:pt idx="1400">
                        <c:v>261</c:v>
                      </c:pt>
                      <c:pt idx="1401">
                        <c:v>256</c:v>
                      </c:pt>
                      <c:pt idx="1402">
                        <c:v>260</c:v>
                      </c:pt>
                      <c:pt idx="1403">
                        <c:v>269</c:v>
                      </c:pt>
                      <c:pt idx="1404">
                        <c:v>270</c:v>
                      </c:pt>
                      <c:pt idx="1405">
                        <c:v>267</c:v>
                      </c:pt>
                      <c:pt idx="1406">
                        <c:v>262</c:v>
                      </c:pt>
                      <c:pt idx="1407">
                        <c:v>259</c:v>
                      </c:pt>
                      <c:pt idx="1408">
                        <c:v>257</c:v>
                      </c:pt>
                      <c:pt idx="1409">
                        <c:v>257</c:v>
                      </c:pt>
                      <c:pt idx="1410">
                        <c:v>257</c:v>
                      </c:pt>
                      <c:pt idx="1411">
                        <c:v>261</c:v>
                      </c:pt>
                      <c:pt idx="1412">
                        <c:v>276</c:v>
                      </c:pt>
                      <c:pt idx="1413">
                        <c:v>248</c:v>
                      </c:pt>
                      <c:pt idx="1414">
                        <c:v>255</c:v>
                      </c:pt>
                      <c:pt idx="1415">
                        <c:v>246</c:v>
                      </c:pt>
                      <c:pt idx="1416">
                        <c:v>255</c:v>
                      </c:pt>
                      <c:pt idx="1417">
                        <c:v>255</c:v>
                      </c:pt>
                      <c:pt idx="1418">
                        <c:v>254</c:v>
                      </c:pt>
                      <c:pt idx="1419">
                        <c:v>247</c:v>
                      </c:pt>
                      <c:pt idx="1420">
                        <c:v>247</c:v>
                      </c:pt>
                      <c:pt idx="1421">
                        <c:v>245</c:v>
                      </c:pt>
                      <c:pt idx="1422">
                        <c:v>237</c:v>
                      </c:pt>
                      <c:pt idx="1423">
                        <c:v>233</c:v>
                      </c:pt>
                      <c:pt idx="1424">
                        <c:v>81</c:v>
                      </c:pt>
                      <c:pt idx="1425">
                        <c:v>212</c:v>
                      </c:pt>
                      <c:pt idx="1426">
                        <c:v>210</c:v>
                      </c:pt>
                      <c:pt idx="1427">
                        <c:v>206</c:v>
                      </c:pt>
                      <c:pt idx="1428">
                        <c:v>202</c:v>
                      </c:pt>
                      <c:pt idx="1429">
                        <c:v>195</c:v>
                      </c:pt>
                      <c:pt idx="1430">
                        <c:v>185</c:v>
                      </c:pt>
                      <c:pt idx="1431">
                        <c:v>181</c:v>
                      </c:pt>
                      <c:pt idx="1432">
                        <c:v>178</c:v>
                      </c:pt>
                      <c:pt idx="1433">
                        <c:v>177</c:v>
                      </c:pt>
                      <c:pt idx="1434">
                        <c:v>171</c:v>
                      </c:pt>
                      <c:pt idx="1435">
                        <c:v>162</c:v>
                      </c:pt>
                      <c:pt idx="1436">
                        <c:v>161</c:v>
                      </c:pt>
                      <c:pt idx="1437">
                        <c:v>145</c:v>
                      </c:pt>
                      <c:pt idx="1438">
                        <c:v>221</c:v>
                      </c:pt>
                      <c:pt idx="1439">
                        <c:v>220</c:v>
                      </c:pt>
                      <c:pt idx="1440">
                        <c:v>208</c:v>
                      </c:pt>
                      <c:pt idx="1441">
                        <c:v>207</c:v>
                      </c:pt>
                      <c:pt idx="1442">
                        <c:v>152</c:v>
                      </c:pt>
                      <c:pt idx="1443">
                        <c:v>200</c:v>
                      </c:pt>
                      <c:pt idx="1444">
                        <c:v>197</c:v>
                      </c:pt>
                      <c:pt idx="1445">
                        <c:v>193</c:v>
                      </c:pt>
                      <c:pt idx="1446">
                        <c:v>184</c:v>
                      </c:pt>
                      <c:pt idx="1447">
                        <c:v>257</c:v>
                      </c:pt>
                      <c:pt idx="1448">
                        <c:v>253</c:v>
                      </c:pt>
                      <c:pt idx="1449">
                        <c:v>257</c:v>
                      </c:pt>
                      <c:pt idx="1450">
                        <c:v>256</c:v>
                      </c:pt>
                      <c:pt idx="1451">
                        <c:v>263</c:v>
                      </c:pt>
                      <c:pt idx="1452">
                        <c:v>307</c:v>
                      </c:pt>
                      <c:pt idx="1453">
                        <c:v>263</c:v>
                      </c:pt>
                      <c:pt idx="1454">
                        <c:v>261</c:v>
                      </c:pt>
                      <c:pt idx="1455">
                        <c:v>256</c:v>
                      </c:pt>
                      <c:pt idx="1456">
                        <c:v>255</c:v>
                      </c:pt>
                      <c:pt idx="1457">
                        <c:v>259</c:v>
                      </c:pt>
                      <c:pt idx="1458">
                        <c:v>256</c:v>
                      </c:pt>
                      <c:pt idx="1459">
                        <c:v>261</c:v>
                      </c:pt>
                      <c:pt idx="1460">
                        <c:v>132</c:v>
                      </c:pt>
                      <c:pt idx="1461">
                        <c:v>260</c:v>
                      </c:pt>
                      <c:pt idx="1462">
                        <c:v>260</c:v>
                      </c:pt>
                      <c:pt idx="1463">
                        <c:v>260</c:v>
                      </c:pt>
                      <c:pt idx="1464">
                        <c:v>254</c:v>
                      </c:pt>
                      <c:pt idx="1465">
                        <c:v>260</c:v>
                      </c:pt>
                      <c:pt idx="1466">
                        <c:v>244</c:v>
                      </c:pt>
                      <c:pt idx="1467">
                        <c:v>261</c:v>
                      </c:pt>
                      <c:pt idx="1468">
                        <c:v>266</c:v>
                      </c:pt>
                      <c:pt idx="1469">
                        <c:v>261</c:v>
                      </c:pt>
                      <c:pt idx="1470">
                        <c:v>317</c:v>
                      </c:pt>
                      <c:pt idx="1471">
                        <c:v>286</c:v>
                      </c:pt>
                      <c:pt idx="1472">
                        <c:v>279</c:v>
                      </c:pt>
                      <c:pt idx="1473">
                        <c:v>281</c:v>
                      </c:pt>
                      <c:pt idx="1474">
                        <c:v>269</c:v>
                      </c:pt>
                      <c:pt idx="1475">
                        <c:v>318</c:v>
                      </c:pt>
                      <c:pt idx="1476">
                        <c:v>276</c:v>
                      </c:pt>
                      <c:pt idx="1477">
                        <c:v>279</c:v>
                      </c:pt>
                      <c:pt idx="1478">
                        <c:v>275</c:v>
                      </c:pt>
                      <c:pt idx="1479">
                        <c:v>276</c:v>
                      </c:pt>
                      <c:pt idx="1480">
                        <c:v>278</c:v>
                      </c:pt>
                      <c:pt idx="1481">
                        <c:v>206</c:v>
                      </c:pt>
                      <c:pt idx="1482">
                        <c:v>260</c:v>
                      </c:pt>
                      <c:pt idx="1483">
                        <c:v>242</c:v>
                      </c:pt>
                      <c:pt idx="1484">
                        <c:v>275</c:v>
                      </c:pt>
                      <c:pt idx="1485">
                        <c:v>272</c:v>
                      </c:pt>
                      <c:pt idx="1486">
                        <c:v>272</c:v>
                      </c:pt>
                      <c:pt idx="1487">
                        <c:v>275</c:v>
                      </c:pt>
                      <c:pt idx="1488">
                        <c:v>282</c:v>
                      </c:pt>
                      <c:pt idx="1489">
                        <c:v>291</c:v>
                      </c:pt>
                      <c:pt idx="1490">
                        <c:v>255</c:v>
                      </c:pt>
                      <c:pt idx="1491">
                        <c:v>279</c:v>
                      </c:pt>
                      <c:pt idx="1492">
                        <c:v>274</c:v>
                      </c:pt>
                      <c:pt idx="1493">
                        <c:v>276</c:v>
                      </c:pt>
                      <c:pt idx="1494">
                        <c:v>273</c:v>
                      </c:pt>
                      <c:pt idx="1495">
                        <c:v>132</c:v>
                      </c:pt>
                      <c:pt idx="1496">
                        <c:v>269</c:v>
                      </c:pt>
                      <c:pt idx="1497">
                        <c:v>262</c:v>
                      </c:pt>
                      <c:pt idx="1498">
                        <c:v>272</c:v>
                      </c:pt>
                      <c:pt idx="1499">
                        <c:v>258</c:v>
                      </c:pt>
                      <c:pt idx="1500">
                        <c:v>258</c:v>
                      </c:pt>
                      <c:pt idx="1501">
                        <c:v>259</c:v>
                      </c:pt>
                      <c:pt idx="1502">
                        <c:v>259</c:v>
                      </c:pt>
                      <c:pt idx="1503">
                        <c:v>261</c:v>
                      </c:pt>
                      <c:pt idx="1504">
                        <c:v>249</c:v>
                      </c:pt>
                      <c:pt idx="1505">
                        <c:v>250</c:v>
                      </c:pt>
                      <c:pt idx="1506">
                        <c:v>271</c:v>
                      </c:pt>
                      <c:pt idx="1507">
                        <c:v>266</c:v>
                      </c:pt>
                      <c:pt idx="1508">
                        <c:v>261</c:v>
                      </c:pt>
                      <c:pt idx="1509">
                        <c:v>254</c:v>
                      </c:pt>
                      <c:pt idx="1510">
                        <c:v>255</c:v>
                      </c:pt>
                      <c:pt idx="1511">
                        <c:v>261</c:v>
                      </c:pt>
                      <c:pt idx="1512">
                        <c:v>247</c:v>
                      </c:pt>
                      <c:pt idx="1513">
                        <c:v>248</c:v>
                      </c:pt>
                      <c:pt idx="1514">
                        <c:v>236</c:v>
                      </c:pt>
                      <c:pt idx="1515">
                        <c:v>235</c:v>
                      </c:pt>
                      <c:pt idx="1516">
                        <c:v>226</c:v>
                      </c:pt>
                      <c:pt idx="1517">
                        <c:v>229</c:v>
                      </c:pt>
                      <c:pt idx="1518">
                        <c:v>227</c:v>
                      </c:pt>
                      <c:pt idx="1519">
                        <c:v>221</c:v>
                      </c:pt>
                      <c:pt idx="1520">
                        <c:v>218</c:v>
                      </c:pt>
                      <c:pt idx="1521">
                        <c:v>211</c:v>
                      </c:pt>
                      <c:pt idx="1522">
                        <c:v>205</c:v>
                      </c:pt>
                      <c:pt idx="1523">
                        <c:v>201</c:v>
                      </c:pt>
                      <c:pt idx="1524">
                        <c:v>196</c:v>
                      </c:pt>
                      <c:pt idx="1525">
                        <c:v>189</c:v>
                      </c:pt>
                      <c:pt idx="1526">
                        <c:v>179</c:v>
                      </c:pt>
                      <c:pt idx="1527">
                        <c:v>176</c:v>
                      </c:pt>
                      <c:pt idx="1528">
                        <c:v>175</c:v>
                      </c:pt>
                      <c:pt idx="1529">
                        <c:v>175</c:v>
                      </c:pt>
                      <c:pt idx="1530">
                        <c:v>169</c:v>
                      </c:pt>
                      <c:pt idx="1531">
                        <c:v>159</c:v>
                      </c:pt>
                      <c:pt idx="1532">
                        <c:v>157</c:v>
                      </c:pt>
                      <c:pt idx="1533">
                        <c:v>154</c:v>
                      </c:pt>
                      <c:pt idx="1534">
                        <c:v>151</c:v>
                      </c:pt>
                      <c:pt idx="1535">
                        <c:v>145</c:v>
                      </c:pt>
                      <c:pt idx="1536">
                        <c:v>131</c:v>
                      </c:pt>
                      <c:pt idx="1537">
                        <c:v>125</c:v>
                      </c:pt>
                      <c:pt idx="1538">
                        <c:v>123</c:v>
                      </c:pt>
                      <c:pt idx="1539">
                        <c:v>108</c:v>
                      </c:pt>
                      <c:pt idx="1540">
                        <c:v>107</c:v>
                      </c:pt>
                      <c:pt idx="1541">
                        <c:v>105</c:v>
                      </c:pt>
                      <c:pt idx="1542">
                        <c:v>101</c:v>
                      </c:pt>
                      <c:pt idx="1543">
                        <c:v>66</c:v>
                      </c:pt>
                      <c:pt idx="1544">
                        <c:v>105</c:v>
                      </c:pt>
                      <c:pt idx="1545">
                        <c:v>174</c:v>
                      </c:pt>
                      <c:pt idx="1546">
                        <c:v>195</c:v>
                      </c:pt>
                      <c:pt idx="1547">
                        <c:v>195</c:v>
                      </c:pt>
                      <c:pt idx="1548">
                        <c:v>192</c:v>
                      </c:pt>
                      <c:pt idx="1549">
                        <c:v>189</c:v>
                      </c:pt>
                      <c:pt idx="1550">
                        <c:v>185</c:v>
                      </c:pt>
                      <c:pt idx="1551">
                        <c:v>182</c:v>
                      </c:pt>
                      <c:pt idx="1552">
                        <c:v>180</c:v>
                      </c:pt>
                      <c:pt idx="1553">
                        <c:v>173</c:v>
                      </c:pt>
                      <c:pt idx="1554">
                        <c:v>174</c:v>
                      </c:pt>
                      <c:pt idx="1555">
                        <c:v>162</c:v>
                      </c:pt>
                      <c:pt idx="1556">
                        <c:v>160</c:v>
                      </c:pt>
                      <c:pt idx="1557">
                        <c:v>153</c:v>
                      </c:pt>
                      <c:pt idx="1558">
                        <c:v>147</c:v>
                      </c:pt>
                      <c:pt idx="1559">
                        <c:v>146</c:v>
                      </c:pt>
                      <c:pt idx="1560">
                        <c:v>142</c:v>
                      </c:pt>
                      <c:pt idx="1561">
                        <c:v>138</c:v>
                      </c:pt>
                      <c:pt idx="1562">
                        <c:v>129</c:v>
                      </c:pt>
                      <c:pt idx="1563">
                        <c:v>124</c:v>
                      </c:pt>
                      <c:pt idx="1564">
                        <c:v>123</c:v>
                      </c:pt>
                      <c:pt idx="1565">
                        <c:v>124</c:v>
                      </c:pt>
                      <c:pt idx="1566">
                        <c:v>121</c:v>
                      </c:pt>
                      <c:pt idx="1567">
                        <c:v>110</c:v>
                      </c:pt>
                      <c:pt idx="1568">
                        <c:v>109</c:v>
                      </c:pt>
                      <c:pt idx="1569">
                        <c:v>108</c:v>
                      </c:pt>
                      <c:pt idx="1570">
                        <c:v>107</c:v>
                      </c:pt>
                      <c:pt idx="1571">
                        <c:v>93</c:v>
                      </c:pt>
                      <c:pt idx="1572">
                        <c:v>87</c:v>
                      </c:pt>
                      <c:pt idx="1573">
                        <c:v>76</c:v>
                      </c:pt>
                      <c:pt idx="1574">
                        <c:v>69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'[Rig HP Calculation.xlsx]WJR1-2 HP'!$D$3:$D$1577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1575"/>
                      <c:pt idx="0">
                        <c:v>9.7536000000000005</c:v>
                      </c:pt>
                      <c:pt idx="1">
                        <c:v>23.4696</c:v>
                      </c:pt>
                      <c:pt idx="2">
                        <c:v>44.805599999999998</c:v>
                      </c:pt>
                      <c:pt idx="3">
                        <c:v>49.072800000000001</c:v>
                      </c:pt>
                      <c:pt idx="4">
                        <c:v>39.319200000000002</c:v>
                      </c:pt>
                      <c:pt idx="5">
                        <c:v>65.227199999999996</c:v>
                      </c:pt>
                      <c:pt idx="6">
                        <c:v>77.114400000000003</c:v>
                      </c:pt>
                      <c:pt idx="7">
                        <c:v>90.830399999999997</c:v>
                      </c:pt>
                      <c:pt idx="8">
                        <c:v>82.905600000000007</c:v>
                      </c:pt>
                      <c:pt idx="9">
                        <c:v>72.847200000000001</c:v>
                      </c:pt>
                      <c:pt idx="10">
                        <c:v>87.172799999999995</c:v>
                      </c:pt>
                      <c:pt idx="11">
                        <c:v>69.799199999999999</c:v>
                      </c:pt>
                      <c:pt idx="12">
                        <c:v>46.634399999999999</c:v>
                      </c:pt>
                      <c:pt idx="13">
                        <c:v>11.5824</c:v>
                      </c:pt>
                      <c:pt idx="14">
                        <c:v>11.2776</c:v>
                      </c:pt>
                      <c:pt idx="15">
                        <c:v>2.1335999999999999</c:v>
                      </c:pt>
                      <c:pt idx="16">
                        <c:v>2.4384000000000001</c:v>
                      </c:pt>
                      <c:pt idx="17">
                        <c:v>52.425600000000003</c:v>
                      </c:pt>
                      <c:pt idx="18">
                        <c:v>70.7136</c:v>
                      </c:pt>
                      <c:pt idx="19">
                        <c:v>76.809600000000003</c:v>
                      </c:pt>
                      <c:pt idx="20">
                        <c:v>46.024799999999999</c:v>
                      </c:pt>
                      <c:pt idx="21">
                        <c:v>95.7072</c:v>
                      </c:pt>
                      <c:pt idx="22">
                        <c:v>113.6904</c:v>
                      </c:pt>
                      <c:pt idx="23">
                        <c:v>103.93680000000001</c:v>
                      </c:pt>
                      <c:pt idx="24">
                        <c:v>85.039199999999994</c:v>
                      </c:pt>
                      <c:pt idx="25">
                        <c:v>106.07040000000001</c:v>
                      </c:pt>
                      <c:pt idx="26">
                        <c:v>95.7072</c:v>
                      </c:pt>
                      <c:pt idx="27">
                        <c:v>114.3</c:v>
                      </c:pt>
                      <c:pt idx="28">
                        <c:v>102.4128</c:v>
                      </c:pt>
                      <c:pt idx="29">
                        <c:v>114.6048</c:v>
                      </c:pt>
                      <c:pt idx="30">
                        <c:v>112.1664</c:v>
                      </c:pt>
                      <c:pt idx="31">
                        <c:v>113.0808</c:v>
                      </c:pt>
                      <c:pt idx="32">
                        <c:v>136.5504</c:v>
                      </c:pt>
                      <c:pt idx="33">
                        <c:v>139.5984</c:v>
                      </c:pt>
                      <c:pt idx="34">
                        <c:v>122.5296</c:v>
                      </c:pt>
                      <c:pt idx="35">
                        <c:v>113.3856</c:v>
                      </c:pt>
                      <c:pt idx="36">
                        <c:v>142.3416</c:v>
                      </c:pt>
                      <c:pt idx="37">
                        <c:v>160.62960000000001</c:v>
                      </c:pt>
                      <c:pt idx="38">
                        <c:v>144.1704</c:v>
                      </c:pt>
                      <c:pt idx="39">
                        <c:v>155.14320000000001</c:v>
                      </c:pt>
                      <c:pt idx="40">
                        <c:v>169.77359999999999</c:v>
                      </c:pt>
                      <c:pt idx="41">
                        <c:v>180.74639999999999</c:v>
                      </c:pt>
                      <c:pt idx="42">
                        <c:v>186.5376</c:v>
                      </c:pt>
                      <c:pt idx="43">
                        <c:v>168.85919999999999</c:v>
                      </c:pt>
                      <c:pt idx="44">
                        <c:v>181.05119999999999</c:v>
                      </c:pt>
                      <c:pt idx="45">
                        <c:v>157.88640000000001</c:v>
                      </c:pt>
                      <c:pt idx="46">
                        <c:v>110.9472</c:v>
                      </c:pt>
                      <c:pt idx="47">
                        <c:v>82.296000000000006</c:v>
                      </c:pt>
                      <c:pt idx="48">
                        <c:v>45.110399999999998</c:v>
                      </c:pt>
                      <c:pt idx="49">
                        <c:v>4.8768000000000002</c:v>
                      </c:pt>
                      <c:pt idx="50">
                        <c:v>28.041599999999999</c:v>
                      </c:pt>
                      <c:pt idx="51">
                        <c:v>42.062399999999997</c:v>
                      </c:pt>
                      <c:pt idx="52">
                        <c:v>77.419200000000004</c:v>
                      </c:pt>
                      <c:pt idx="53">
                        <c:v>57.607199999999999</c:v>
                      </c:pt>
                      <c:pt idx="54">
                        <c:v>70.7136</c:v>
                      </c:pt>
                      <c:pt idx="55">
                        <c:v>54.254399999999997</c:v>
                      </c:pt>
                      <c:pt idx="56">
                        <c:v>28.651199999999999</c:v>
                      </c:pt>
                      <c:pt idx="57">
                        <c:v>20.116800000000001</c:v>
                      </c:pt>
                      <c:pt idx="58">
                        <c:v>164.28720000000001</c:v>
                      </c:pt>
                      <c:pt idx="59">
                        <c:v>163.67760000000001</c:v>
                      </c:pt>
                      <c:pt idx="60">
                        <c:v>159.10560000000001</c:v>
                      </c:pt>
                      <c:pt idx="61">
                        <c:v>137.4648</c:v>
                      </c:pt>
                      <c:pt idx="62">
                        <c:v>73.761600000000001</c:v>
                      </c:pt>
                      <c:pt idx="63">
                        <c:v>47.5488</c:v>
                      </c:pt>
                      <c:pt idx="64">
                        <c:v>34.137599999999999</c:v>
                      </c:pt>
                      <c:pt idx="65">
                        <c:v>85.039199999999994</c:v>
                      </c:pt>
                      <c:pt idx="66">
                        <c:v>110.64239999999999</c:v>
                      </c:pt>
                      <c:pt idx="67">
                        <c:v>158.19120000000001</c:v>
                      </c:pt>
                      <c:pt idx="68">
                        <c:v>113.3856</c:v>
                      </c:pt>
                      <c:pt idx="69">
                        <c:v>102.4128</c:v>
                      </c:pt>
                      <c:pt idx="70">
                        <c:v>108.81359999999999</c:v>
                      </c:pt>
                      <c:pt idx="71">
                        <c:v>93.268799999999999</c:v>
                      </c:pt>
                      <c:pt idx="72">
                        <c:v>104.85120000000001</c:v>
                      </c:pt>
                      <c:pt idx="73">
                        <c:v>101.1936</c:v>
                      </c:pt>
                      <c:pt idx="74">
                        <c:v>102.7176</c:v>
                      </c:pt>
                      <c:pt idx="75">
                        <c:v>103.3272</c:v>
                      </c:pt>
                      <c:pt idx="76">
                        <c:v>103.93680000000001</c:v>
                      </c:pt>
                      <c:pt idx="77">
                        <c:v>101.4984</c:v>
                      </c:pt>
                      <c:pt idx="78">
                        <c:v>108.20399999999999</c:v>
                      </c:pt>
                      <c:pt idx="79">
                        <c:v>92.659199999999998</c:v>
                      </c:pt>
                      <c:pt idx="80">
                        <c:v>166.42080000000001</c:v>
                      </c:pt>
                      <c:pt idx="81">
                        <c:v>109.72799999999999</c:v>
                      </c:pt>
                      <c:pt idx="82">
                        <c:v>85.648799999999994</c:v>
                      </c:pt>
                      <c:pt idx="83">
                        <c:v>15.24</c:v>
                      </c:pt>
                      <c:pt idx="84">
                        <c:v>77.114400000000003</c:v>
                      </c:pt>
                      <c:pt idx="85">
                        <c:v>71.0184</c:v>
                      </c:pt>
                      <c:pt idx="86">
                        <c:v>77.114400000000003</c:v>
                      </c:pt>
                      <c:pt idx="87">
                        <c:v>78.638400000000004</c:v>
                      </c:pt>
                      <c:pt idx="88">
                        <c:v>61.874400000000001</c:v>
                      </c:pt>
                      <c:pt idx="89">
                        <c:v>43.891199999999998</c:v>
                      </c:pt>
                      <c:pt idx="90">
                        <c:v>10.972799999999999</c:v>
                      </c:pt>
                      <c:pt idx="91">
                        <c:v>30.784800000000001</c:v>
                      </c:pt>
                      <c:pt idx="92">
                        <c:v>22.250399999999999</c:v>
                      </c:pt>
                      <c:pt idx="93">
                        <c:v>40.233600000000003</c:v>
                      </c:pt>
                      <c:pt idx="94">
                        <c:v>38.1</c:v>
                      </c:pt>
                      <c:pt idx="95">
                        <c:v>4.2671999999999999</c:v>
                      </c:pt>
                      <c:pt idx="96">
                        <c:v>41.757599999999996</c:v>
                      </c:pt>
                      <c:pt idx="97">
                        <c:v>41.757599999999996</c:v>
                      </c:pt>
                      <c:pt idx="98">
                        <c:v>41.757599999999996</c:v>
                      </c:pt>
                      <c:pt idx="99">
                        <c:v>41.757599999999996</c:v>
                      </c:pt>
                      <c:pt idx="100">
                        <c:v>32.918399999999998</c:v>
                      </c:pt>
                      <c:pt idx="101">
                        <c:v>26.822399999999998</c:v>
                      </c:pt>
                      <c:pt idx="102">
                        <c:v>27.736799999999999</c:v>
                      </c:pt>
                      <c:pt idx="103">
                        <c:v>15.849600000000001</c:v>
                      </c:pt>
                      <c:pt idx="104">
                        <c:v>9.4488000000000003</c:v>
                      </c:pt>
                      <c:pt idx="105">
                        <c:v>25.298400000000001</c:v>
                      </c:pt>
                      <c:pt idx="106">
                        <c:v>33.832799999999999</c:v>
                      </c:pt>
                      <c:pt idx="107">
                        <c:v>37.490400000000001</c:v>
                      </c:pt>
                      <c:pt idx="108">
                        <c:v>21.335999999999999</c:v>
                      </c:pt>
                      <c:pt idx="109">
                        <c:v>35.052</c:v>
                      </c:pt>
                      <c:pt idx="110">
                        <c:v>19.202400000000001</c:v>
                      </c:pt>
                      <c:pt idx="111">
                        <c:v>55.778399999999998</c:v>
                      </c:pt>
                      <c:pt idx="112">
                        <c:v>40.538400000000003</c:v>
                      </c:pt>
                      <c:pt idx="113">
                        <c:v>57.302399999999999</c:v>
                      </c:pt>
                      <c:pt idx="114">
                        <c:v>42.062399999999997</c:v>
                      </c:pt>
                      <c:pt idx="115">
                        <c:v>53.644799999999996</c:v>
                      </c:pt>
                      <c:pt idx="116">
                        <c:v>57.607199999999999</c:v>
                      </c:pt>
                      <c:pt idx="117">
                        <c:v>80.162400000000005</c:v>
                      </c:pt>
                      <c:pt idx="118">
                        <c:v>64.922399999999996</c:v>
                      </c:pt>
                      <c:pt idx="119">
                        <c:v>85.039199999999994</c:v>
                      </c:pt>
                      <c:pt idx="120">
                        <c:v>68.884799999999998</c:v>
                      </c:pt>
                      <c:pt idx="121">
                        <c:v>77.114400000000003</c:v>
                      </c:pt>
                      <c:pt idx="122">
                        <c:v>61.264800000000001</c:v>
                      </c:pt>
                      <c:pt idx="123">
                        <c:v>72.847200000000001</c:v>
                      </c:pt>
                      <c:pt idx="124">
                        <c:v>75.895200000000003</c:v>
                      </c:pt>
                      <c:pt idx="125">
                        <c:v>75.895200000000003</c:v>
                      </c:pt>
                      <c:pt idx="126">
                        <c:v>85.039199999999994</c:v>
                      </c:pt>
                      <c:pt idx="127">
                        <c:v>65.836799999999997</c:v>
                      </c:pt>
                      <c:pt idx="128">
                        <c:v>22.555199999999999</c:v>
                      </c:pt>
                      <c:pt idx="129">
                        <c:v>3.9624000000000001</c:v>
                      </c:pt>
                      <c:pt idx="130">
                        <c:v>83.515199999999993</c:v>
                      </c:pt>
                      <c:pt idx="131">
                        <c:v>89.306399999999996</c:v>
                      </c:pt>
                      <c:pt idx="132">
                        <c:v>70.103999999999999</c:v>
                      </c:pt>
                      <c:pt idx="133">
                        <c:v>121.92</c:v>
                      </c:pt>
                      <c:pt idx="134">
                        <c:v>103.0224</c:v>
                      </c:pt>
                      <c:pt idx="135">
                        <c:v>108.50879999999999</c:v>
                      </c:pt>
                      <c:pt idx="136">
                        <c:v>86.563199999999995</c:v>
                      </c:pt>
                      <c:pt idx="137">
                        <c:v>137.16</c:v>
                      </c:pt>
                      <c:pt idx="138">
                        <c:v>134.7216</c:v>
                      </c:pt>
                      <c:pt idx="139">
                        <c:v>160.02000000000001</c:v>
                      </c:pt>
                      <c:pt idx="140">
                        <c:v>168.55439999999999</c:v>
                      </c:pt>
                      <c:pt idx="141">
                        <c:v>170.07839999999999</c:v>
                      </c:pt>
                      <c:pt idx="142">
                        <c:v>149.6568</c:v>
                      </c:pt>
                      <c:pt idx="143">
                        <c:v>176.47919999999999</c:v>
                      </c:pt>
                      <c:pt idx="144">
                        <c:v>156.97200000000001</c:v>
                      </c:pt>
                      <c:pt idx="145">
                        <c:v>185.0136</c:v>
                      </c:pt>
                      <c:pt idx="146">
                        <c:v>170.99279999999999</c:v>
                      </c:pt>
                      <c:pt idx="147">
                        <c:v>171.90719999999999</c:v>
                      </c:pt>
                      <c:pt idx="148">
                        <c:v>174.34559999999999</c:v>
                      </c:pt>
                      <c:pt idx="149">
                        <c:v>184.7088</c:v>
                      </c:pt>
                      <c:pt idx="150">
                        <c:v>168.85919999999999</c:v>
                      </c:pt>
                      <c:pt idx="151">
                        <c:v>185.0136</c:v>
                      </c:pt>
                      <c:pt idx="152">
                        <c:v>167.94479999999999</c:v>
                      </c:pt>
                      <c:pt idx="153">
                        <c:v>181.35599999999999</c:v>
                      </c:pt>
                      <c:pt idx="154">
                        <c:v>164.89680000000001</c:v>
                      </c:pt>
                      <c:pt idx="155">
                        <c:v>147.5232</c:v>
                      </c:pt>
                      <c:pt idx="156">
                        <c:v>123.444</c:v>
                      </c:pt>
                      <c:pt idx="157">
                        <c:v>119.1768</c:v>
                      </c:pt>
                      <c:pt idx="158">
                        <c:v>92.963999999999999</c:v>
                      </c:pt>
                      <c:pt idx="159">
                        <c:v>84.429599999999994</c:v>
                      </c:pt>
                      <c:pt idx="160">
                        <c:v>82.905600000000007</c:v>
                      </c:pt>
                      <c:pt idx="161">
                        <c:v>92.659199999999998</c:v>
                      </c:pt>
                      <c:pt idx="162">
                        <c:v>177.69839999999999</c:v>
                      </c:pt>
                      <c:pt idx="163">
                        <c:v>180.44159999999999</c:v>
                      </c:pt>
                      <c:pt idx="164">
                        <c:v>182.5752</c:v>
                      </c:pt>
                      <c:pt idx="165">
                        <c:v>185.0136</c:v>
                      </c:pt>
                      <c:pt idx="166">
                        <c:v>166.42080000000001</c:v>
                      </c:pt>
                      <c:pt idx="167">
                        <c:v>169.77359999999999</c:v>
                      </c:pt>
                      <c:pt idx="168">
                        <c:v>162.15360000000001</c:v>
                      </c:pt>
                      <c:pt idx="169">
                        <c:v>132.89279999999999</c:v>
                      </c:pt>
                      <c:pt idx="170">
                        <c:v>116.7384</c:v>
                      </c:pt>
                      <c:pt idx="171">
                        <c:v>89.915999999999997</c:v>
                      </c:pt>
                      <c:pt idx="172">
                        <c:v>51.816000000000003</c:v>
                      </c:pt>
                      <c:pt idx="173">
                        <c:v>25.908000000000001</c:v>
                      </c:pt>
                      <c:pt idx="174">
                        <c:v>10.363200000000001</c:v>
                      </c:pt>
                      <c:pt idx="175">
                        <c:v>100.2792</c:v>
                      </c:pt>
                      <c:pt idx="176">
                        <c:v>99.974400000000003</c:v>
                      </c:pt>
                      <c:pt idx="177">
                        <c:v>100.2792</c:v>
                      </c:pt>
                      <c:pt idx="178">
                        <c:v>106.37520000000001</c:v>
                      </c:pt>
                      <c:pt idx="179">
                        <c:v>106.98480000000001</c:v>
                      </c:pt>
                      <c:pt idx="180">
                        <c:v>107.59439999999999</c:v>
                      </c:pt>
                      <c:pt idx="181">
                        <c:v>108.20399999999999</c:v>
                      </c:pt>
                      <c:pt idx="182">
                        <c:v>108.20399999999999</c:v>
                      </c:pt>
                      <c:pt idx="183">
                        <c:v>108.20399999999999</c:v>
                      </c:pt>
                      <c:pt idx="184">
                        <c:v>108.81359999999999</c:v>
                      </c:pt>
                      <c:pt idx="185">
                        <c:v>108.81359999999999</c:v>
                      </c:pt>
                      <c:pt idx="186">
                        <c:v>108.81359999999999</c:v>
                      </c:pt>
                      <c:pt idx="187">
                        <c:v>108.50879999999999</c:v>
                      </c:pt>
                      <c:pt idx="188">
                        <c:v>108.50879999999999</c:v>
                      </c:pt>
                      <c:pt idx="189">
                        <c:v>108.81359999999999</c:v>
                      </c:pt>
                      <c:pt idx="190">
                        <c:v>92.354399999999998</c:v>
                      </c:pt>
                      <c:pt idx="191">
                        <c:v>60.96</c:v>
                      </c:pt>
                      <c:pt idx="192">
                        <c:v>42.367199999999997</c:v>
                      </c:pt>
                      <c:pt idx="193">
                        <c:v>7.0103999999999997</c:v>
                      </c:pt>
                      <c:pt idx="194">
                        <c:v>109.11839999999999</c:v>
                      </c:pt>
                      <c:pt idx="195">
                        <c:v>109.11839999999999</c:v>
                      </c:pt>
                      <c:pt idx="196">
                        <c:v>96.926400000000001</c:v>
                      </c:pt>
                      <c:pt idx="197">
                        <c:v>97.231200000000001</c:v>
                      </c:pt>
                      <c:pt idx="198">
                        <c:v>96.926400000000001</c:v>
                      </c:pt>
                      <c:pt idx="199">
                        <c:v>22.250399999999999</c:v>
                      </c:pt>
                      <c:pt idx="200">
                        <c:v>106.68</c:v>
                      </c:pt>
                      <c:pt idx="201">
                        <c:v>52.120800000000003</c:v>
                      </c:pt>
                      <c:pt idx="202">
                        <c:v>61.569600000000001</c:v>
                      </c:pt>
                      <c:pt idx="203">
                        <c:v>14.3256</c:v>
                      </c:pt>
                      <c:pt idx="204">
                        <c:v>106.98480000000001</c:v>
                      </c:pt>
                      <c:pt idx="205">
                        <c:v>106.98480000000001</c:v>
                      </c:pt>
                      <c:pt idx="206">
                        <c:v>106.98480000000001</c:v>
                      </c:pt>
                      <c:pt idx="207">
                        <c:v>102.108</c:v>
                      </c:pt>
                      <c:pt idx="208">
                        <c:v>103.0224</c:v>
                      </c:pt>
                      <c:pt idx="209">
                        <c:v>104.85120000000001</c:v>
                      </c:pt>
                      <c:pt idx="210">
                        <c:v>109.42319999999999</c:v>
                      </c:pt>
                      <c:pt idx="211">
                        <c:v>108.81359999999999</c:v>
                      </c:pt>
                      <c:pt idx="212">
                        <c:v>107.59439999999999</c:v>
                      </c:pt>
                      <c:pt idx="213">
                        <c:v>99.669600000000003</c:v>
                      </c:pt>
                      <c:pt idx="214">
                        <c:v>110.03279999999999</c:v>
                      </c:pt>
                      <c:pt idx="215">
                        <c:v>107.28959999999999</c:v>
                      </c:pt>
                      <c:pt idx="216">
                        <c:v>109.11839999999999</c:v>
                      </c:pt>
                      <c:pt idx="217">
                        <c:v>111.8616</c:v>
                      </c:pt>
                      <c:pt idx="218">
                        <c:v>103.3272</c:v>
                      </c:pt>
                      <c:pt idx="219">
                        <c:v>109.11839999999999</c:v>
                      </c:pt>
                      <c:pt idx="220">
                        <c:v>100.2792</c:v>
                      </c:pt>
                      <c:pt idx="221">
                        <c:v>74.676000000000002</c:v>
                      </c:pt>
                      <c:pt idx="222">
                        <c:v>37.185600000000001</c:v>
                      </c:pt>
                      <c:pt idx="223">
                        <c:v>17.9832</c:v>
                      </c:pt>
                      <c:pt idx="224">
                        <c:v>12.801600000000001</c:v>
                      </c:pt>
                      <c:pt idx="225">
                        <c:v>105.76560000000001</c:v>
                      </c:pt>
                      <c:pt idx="226">
                        <c:v>88.696799999999996</c:v>
                      </c:pt>
                      <c:pt idx="227">
                        <c:v>51.816000000000003</c:v>
                      </c:pt>
                      <c:pt idx="228">
                        <c:v>19.202400000000001</c:v>
                      </c:pt>
                      <c:pt idx="229">
                        <c:v>95.4024</c:v>
                      </c:pt>
                      <c:pt idx="230">
                        <c:v>83.515199999999993</c:v>
                      </c:pt>
                      <c:pt idx="231">
                        <c:v>92.963999999999999</c:v>
                      </c:pt>
                      <c:pt idx="232">
                        <c:v>81.076800000000006</c:v>
                      </c:pt>
                      <c:pt idx="233">
                        <c:v>98.145600000000002</c:v>
                      </c:pt>
                      <c:pt idx="234">
                        <c:v>98.145600000000002</c:v>
                      </c:pt>
                      <c:pt idx="235">
                        <c:v>102.4128</c:v>
                      </c:pt>
                      <c:pt idx="236">
                        <c:v>103.93680000000001</c:v>
                      </c:pt>
                      <c:pt idx="237">
                        <c:v>102.108</c:v>
                      </c:pt>
                      <c:pt idx="238">
                        <c:v>103.0224</c:v>
                      </c:pt>
                      <c:pt idx="239">
                        <c:v>108.81359999999999</c:v>
                      </c:pt>
                      <c:pt idx="240">
                        <c:v>119.4816</c:v>
                      </c:pt>
                      <c:pt idx="241">
                        <c:v>111.5568</c:v>
                      </c:pt>
                      <c:pt idx="242">
                        <c:v>98.755200000000002</c:v>
                      </c:pt>
                      <c:pt idx="243">
                        <c:v>116.1288</c:v>
                      </c:pt>
                      <c:pt idx="244">
                        <c:v>103.93680000000001</c:v>
                      </c:pt>
                      <c:pt idx="245">
                        <c:v>141.4272</c:v>
                      </c:pt>
                      <c:pt idx="246">
                        <c:v>128.93039999999999</c:v>
                      </c:pt>
                      <c:pt idx="247">
                        <c:v>138.9888</c:v>
                      </c:pt>
                      <c:pt idx="248">
                        <c:v>126.1872</c:v>
                      </c:pt>
                      <c:pt idx="249">
                        <c:v>132.89279999999999</c:v>
                      </c:pt>
                      <c:pt idx="250">
                        <c:v>122.2248</c:v>
                      </c:pt>
                      <c:pt idx="251">
                        <c:v>103.63200000000001</c:v>
                      </c:pt>
                      <c:pt idx="252">
                        <c:v>75.895200000000003</c:v>
                      </c:pt>
                      <c:pt idx="253">
                        <c:v>60.655200000000001</c:v>
                      </c:pt>
                      <c:pt idx="254">
                        <c:v>128.32079999999999</c:v>
                      </c:pt>
                      <c:pt idx="255">
                        <c:v>25.603200000000001</c:v>
                      </c:pt>
                      <c:pt idx="256">
                        <c:v>3.048</c:v>
                      </c:pt>
                      <c:pt idx="257">
                        <c:v>13.411199999999999</c:v>
                      </c:pt>
                      <c:pt idx="258">
                        <c:v>42.062399999999997</c:v>
                      </c:pt>
                      <c:pt idx="259">
                        <c:v>77.114400000000003</c:v>
                      </c:pt>
                      <c:pt idx="260">
                        <c:v>116.1288</c:v>
                      </c:pt>
                      <c:pt idx="261">
                        <c:v>103.63200000000001</c:v>
                      </c:pt>
                      <c:pt idx="262">
                        <c:v>142.6464</c:v>
                      </c:pt>
                      <c:pt idx="263">
                        <c:v>129.84479999999999</c:v>
                      </c:pt>
                      <c:pt idx="264">
                        <c:v>140.208</c:v>
                      </c:pt>
                      <c:pt idx="265">
                        <c:v>127.1016</c:v>
                      </c:pt>
                      <c:pt idx="266">
                        <c:v>139.5984</c:v>
                      </c:pt>
                      <c:pt idx="267">
                        <c:v>134.7216</c:v>
                      </c:pt>
                      <c:pt idx="268">
                        <c:v>138.684</c:v>
                      </c:pt>
                      <c:pt idx="269">
                        <c:v>142.3416</c:v>
                      </c:pt>
                      <c:pt idx="270">
                        <c:v>150.5712</c:v>
                      </c:pt>
                      <c:pt idx="271">
                        <c:v>138.3792</c:v>
                      </c:pt>
                      <c:pt idx="272">
                        <c:v>124.968</c:v>
                      </c:pt>
                      <c:pt idx="273">
                        <c:v>149.6568</c:v>
                      </c:pt>
                      <c:pt idx="274">
                        <c:v>138.684</c:v>
                      </c:pt>
                      <c:pt idx="275">
                        <c:v>125.2728</c:v>
                      </c:pt>
                      <c:pt idx="276">
                        <c:v>123.1392</c:v>
                      </c:pt>
                      <c:pt idx="277">
                        <c:v>161.54400000000001</c:v>
                      </c:pt>
                      <c:pt idx="278">
                        <c:v>173.12639999999999</c:v>
                      </c:pt>
                      <c:pt idx="279">
                        <c:v>163.06800000000001</c:v>
                      </c:pt>
                      <c:pt idx="280">
                        <c:v>177.39359999999999</c:v>
                      </c:pt>
                      <c:pt idx="281">
                        <c:v>167.03039999999999</c:v>
                      </c:pt>
                      <c:pt idx="282">
                        <c:v>186.5376</c:v>
                      </c:pt>
                      <c:pt idx="283">
                        <c:v>176.78399999999999</c:v>
                      </c:pt>
                      <c:pt idx="284">
                        <c:v>166.42080000000001</c:v>
                      </c:pt>
                      <c:pt idx="285">
                        <c:v>180.13679999999999</c:v>
                      </c:pt>
                      <c:pt idx="286">
                        <c:v>145.0848</c:v>
                      </c:pt>
                      <c:pt idx="287">
                        <c:v>110.64239999999999</c:v>
                      </c:pt>
                      <c:pt idx="288">
                        <c:v>87.477599999999995</c:v>
                      </c:pt>
                      <c:pt idx="289">
                        <c:v>47.8536</c:v>
                      </c:pt>
                      <c:pt idx="290">
                        <c:v>21.945599999999999</c:v>
                      </c:pt>
                      <c:pt idx="291">
                        <c:v>7.3151999999999999</c:v>
                      </c:pt>
                      <c:pt idx="292">
                        <c:v>199.94880000000001</c:v>
                      </c:pt>
                      <c:pt idx="293">
                        <c:v>188.6712</c:v>
                      </c:pt>
                      <c:pt idx="294">
                        <c:v>234.0864</c:v>
                      </c:pt>
                      <c:pt idx="295">
                        <c:v>223.41839999999999</c:v>
                      </c:pt>
                      <c:pt idx="296">
                        <c:v>211.83600000000001</c:v>
                      </c:pt>
                      <c:pt idx="297">
                        <c:v>230.7336</c:v>
                      </c:pt>
                      <c:pt idx="298">
                        <c:v>260.29919999999998</c:v>
                      </c:pt>
                      <c:pt idx="299">
                        <c:v>249.02160000000001</c:v>
                      </c:pt>
                      <c:pt idx="300">
                        <c:v>237.1344</c:v>
                      </c:pt>
                      <c:pt idx="301">
                        <c:v>261.21359999999999</c:v>
                      </c:pt>
                      <c:pt idx="302">
                        <c:v>278.2824</c:v>
                      </c:pt>
                      <c:pt idx="303">
                        <c:v>289.56</c:v>
                      </c:pt>
                      <c:pt idx="304">
                        <c:v>317.90640000000002</c:v>
                      </c:pt>
                      <c:pt idx="305">
                        <c:v>303.58080000000001</c:v>
                      </c:pt>
                      <c:pt idx="306">
                        <c:v>310.59120000000001</c:v>
                      </c:pt>
                      <c:pt idx="307">
                        <c:v>295.35120000000001</c:v>
                      </c:pt>
                      <c:pt idx="308">
                        <c:v>315.16320000000002</c:v>
                      </c:pt>
                      <c:pt idx="309">
                        <c:v>300.83760000000001</c:v>
                      </c:pt>
                      <c:pt idx="310">
                        <c:v>346.55759999999998</c:v>
                      </c:pt>
                      <c:pt idx="311">
                        <c:v>332.23200000000003</c:v>
                      </c:pt>
                      <c:pt idx="312">
                        <c:v>343.81439999999998</c:v>
                      </c:pt>
                      <c:pt idx="313">
                        <c:v>329.18400000000003</c:v>
                      </c:pt>
                      <c:pt idx="314">
                        <c:v>348.69119999999998</c:v>
                      </c:pt>
                      <c:pt idx="315">
                        <c:v>334.67039999999997</c:v>
                      </c:pt>
                      <c:pt idx="316">
                        <c:v>362.10239999999999</c:v>
                      </c:pt>
                      <c:pt idx="317">
                        <c:v>367.89359999999999</c:v>
                      </c:pt>
                      <c:pt idx="318">
                        <c:v>378.8664</c:v>
                      </c:pt>
                      <c:pt idx="319">
                        <c:v>390.14400000000001</c:v>
                      </c:pt>
                      <c:pt idx="320">
                        <c:v>389.2296</c:v>
                      </c:pt>
                      <c:pt idx="321">
                        <c:v>385.2672</c:v>
                      </c:pt>
                      <c:pt idx="322">
                        <c:v>384.3528</c:v>
                      </c:pt>
                      <c:pt idx="323">
                        <c:v>386.4864</c:v>
                      </c:pt>
                      <c:pt idx="324">
                        <c:v>378.8664</c:v>
                      </c:pt>
                      <c:pt idx="325">
                        <c:v>357.83519999999999</c:v>
                      </c:pt>
                      <c:pt idx="326">
                        <c:v>343.50959999999998</c:v>
                      </c:pt>
                      <c:pt idx="327">
                        <c:v>324.00240000000002</c:v>
                      </c:pt>
                      <c:pt idx="328">
                        <c:v>305.10480000000001</c:v>
                      </c:pt>
                      <c:pt idx="329">
                        <c:v>302.36160000000001</c:v>
                      </c:pt>
                      <c:pt idx="330">
                        <c:v>312.11520000000002</c:v>
                      </c:pt>
                      <c:pt idx="331">
                        <c:v>300.22800000000001</c:v>
                      </c:pt>
                      <c:pt idx="332">
                        <c:v>288.036</c:v>
                      </c:pt>
                      <c:pt idx="333">
                        <c:v>276.14879999999999</c:v>
                      </c:pt>
                      <c:pt idx="334">
                        <c:v>259.68959999999998</c:v>
                      </c:pt>
                      <c:pt idx="335">
                        <c:v>227.07599999999999</c:v>
                      </c:pt>
                      <c:pt idx="336">
                        <c:v>196.9008</c:v>
                      </c:pt>
                      <c:pt idx="337">
                        <c:v>199.64400000000001</c:v>
                      </c:pt>
                      <c:pt idx="338">
                        <c:v>197.5104</c:v>
                      </c:pt>
                      <c:pt idx="339">
                        <c:v>198.12</c:v>
                      </c:pt>
                      <c:pt idx="340">
                        <c:v>206.65440000000001</c:v>
                      </c:pt>
                      <c:pt idx="341">
                        <c:v>255.42240000000001</c:v>
                      </c:pt>
                      <c:pt idx="342">
                        <c:v>293.5224</c:v>
                      </c:pt>
                      <c:pt idx="343">
                        <c:v>334.06079999999997</c:v>
                      </c:pt>
                      <c:pt idx="344">
                        <c:v>381.6096</c:v>
                      </c:pt>
                      <c:pt idx="345">
                        <c:v>388.3152</c:v>
                      </c:pt>
                      <c:pt idx="346">
                        <c:v>389.83920000000001</c:v>
                      </c:pt>
                      <c:pt idx="347">
                        <c:v>383.4384</c:v>
                      </c:pt>
                      <c:pt idx="348">
                        <c:v>391.97280000000001</c:v>
                      </c:pt>
                      <c:pt idx="349">
                        <c:v>406.60320000000002</c:v>
                      </c:pt>
                      <c:pt idx="350">
                        <c:v>394.10640000000001</c:v>
                      </c:pt>
                      <c:pt idx="351">
                        <c:v>380.3904</c:v>
                      </c:pt>
                      <c:pt idx="352">
                        <c:v>399.59280000000001</c:v>
                      </c:pt>
                      <c:pt idx="353">
                        <c:v>386.4864</c:v>
                      </c:pt>
                      <c:pt idx="354">
                        <c:v>405.07920000000001</c:v>
                      </c:pt>
                      <c:pt idx="355">
                        <c:v>392.58240000000001</c:v>
                      </c:pt>
                      <c:pt idx="356">
                        <c:v>434.03519999999997</c:v>
                      </c:pt>
                      <c:pt idx="357">
                        <c:v>412.08960000000002</c:v>
                      </c:pt>
                      <c:pt idx="358">
                        <c:v>432.20639999999997</c:v>
                      </c:pt>
                      <c:pt idx="359">
                        <c:v>436.16879999999998</c:v>
                      </c:pt>
                      <c:pt idx="360">
                        <c:v>465.42959999999999</c:v>
                      </c:pt>
                      <c:pt idx="361">
                        <c:v>443.78879999999998</c:v>
                      </c:pt>
                      <c:pt idx="362">
                        <c:v>449.58</c:v>
                      </c:pt>
                      <c:pt idx="363">
                        <c:v>454.76159999999999</c:v>
                      </c:pt>
                      <c:pt idx="364">
                        <c:v>479.4504</c:v>
                      </c:pt>
                      <c:pt idx="365">
                        <c:v>485.54640000000001</c:v>
                      </c:pt>
                      <c:pt idx="366">
                        <c:v>470.6112</c:v>
                      </c:pt>
                      <c:pt idx="367">
                        <c:v>488.59440000000001</c:v>
                      </c:pt>
                      <c:pt idx="368">
                        <c:v>473.964</c:v>
                      </c:pt>
                      <c:pt idx="369">
                        <c:v>467.56319999999999</c:v>
                      </c:pt>
                      <c:pt idx="370">
                        <c:v>473.3544</c:v>
                      </c:pt>
                      <c:pt idx="371">
                        <c:v>486.46080000000001</c:v>
                      </c:pt>
                      <c:pt idx="372">
                        <c:v>469.6968</c:v>
                      </c:pt>
                      <c:pt idx="373">
                        <c:v>462.07679999999999</c:v>
                      </c:pt>
                      <c:pt idx="374">
                        <c:v>444.70319999999998</c:v>
                      </c:pt>
                      <c:pt idx="375">
                        <c:v>414.52800000000002</c:v>
                      </c:pt>
                      <c:pt idx="376">
                        <c:v>389.2296</c:v>
                      </c:pt>
                      <c:pt idx="377">
                        <c:v>368.80799999999999</c:v>
                      </c:pt>
                      <c:pt idx="378">
                        <c:v>342.29039999999998</c:v>
                      </c:pt>
                      <c:pt idx="379">
                        <c:v>321.86880000000002</c:v>
                      </c:pt>
                      <c:pt idx="380">
                        <c:v>320.34480000000002</c:v>
                      </c:pt>
                      <c:pt idx="381">
                        <c:v>301.44720000000001</c:v>
                      </c:pt>
                      <c:pt idx="382">
                        <c:v>287.7312</c:v>
                      </c:pt>
                      <c:pt idx="383">
                        <c:v>273.10079999999999</c:v>
                      </c:pt>
                      <c:pt idx="384">
                        <c:v>248.71680000000001</c:v>
                      </c:pt>
                      <c:pt idx="385">
                        <c:v>212.14080000000001</c:v>
                      </c:pt>
                      <c:pt idx="386">
                        <c:v>202.99680000000001</c:v>
                      </c:pt>
                      <c:pt idx="387">
                        <c:v>185.3184</c:v>
                      </c:pt>
                      <c:pt idx="388">
                        <c:v>169.46879999999999</c:v>
                      </c:pt>
                      <c:pt idx="389">
                        <c:v>137.16</c:v>
                      </c:pt>
                      <c:pt idx="390">
                        <c:v>96.621600000000001</c:v>
                      </c:pt>
                      <c:pt idx="391">
                        <c:v>75.590400000000002</c:v>
                      </c:pt>
                      <c:pt idx="392">
                        <c:v>43.891199999999998</c:v>
                      </c:pt>
                      <c:pt idx="393">
                        <c:v>7.62</c:v>
                      </c:pt>
                      <c:pt idx="394">
                        <c:v>3.3527999999999998</c:v>
                      </c:pt>
                      <c:pt idx="395">
                        <c:v>7.0103999999999997</c:v>
                      </c:pt>
                      <c:pt idx="396">
                        <c:v>182.5752</c:v>
                      </c:pt>
                      <c:pt idx="397">
                        <c:v>195.9864</c:v>
                      </c:pt>
                      <c:pt idx="398">
                        <c:v>181.05119999999999</c:v>
                      </c:pt>
                      <c:pt idx="399">
                        <c:v>224.02799999999999</c:v>
                      </c:pt>
                      <c:pt idx="400">
                        <c:v>210.00720000000001</c:v>
                      </c:pt>
                      <c:pt idx="401">
                        <c:v>237.4392</c:v>
                      </c:pt>
                      <c:pt idx="402">
                        <c:v>256.64159999999998</c:v>
                      </c:pt>
                      <c:pt idx="403">
                        <c:v>243.2304</c:v>
                      </c:pt>
                      <c:pt idx="404">
                        <c:v>254.20320000000001</c:v>
                      </c:pt>
                      <c:pt idx="405">
                        <c:v>234.0864</c:v>
                      </c:pt>
                      <c:pt idx="406">
                        <c:v>225.55199999999999</c:v>
                      </c:pt>
                      <c:pt idx="407">
                        <c:v>204.52080000000001</c:v>
                      </c:pt>
                      <c:pt idx="408">
                        <c:v>200.86320000000001</c:v>
                      </c:pt>
                      <c:pt idx="409">
                        <c:v>251.46</c:v>
                      </c:pt>
                      <c:pt idx="410">
                        <c:v>234.3912</c:v>
                      </c:pt>
                      <c:pt idx="411">
                        <c:v>257.25119999999998</c:v>
                      </c:pt>
                      <c:pt idx="412">
                        <c:v>247.80240000000001</c:v>
                      </c:pt>
                      <c:pt idx="413">
                        <c:v>285.5976</c:v>
                      </c:pt>
                      <c:pt idx="414">
                        <c:v>273.71039999999999</c:v>
                      </c:pt>
                      <c:pt idx="415">
                        <c:v>313.94400000000002</c:v>
                      </c:pt>
                      <c:pt idx="416">
                        <c:v>295.65600000000001</c:v>
                      </c:pt>
                      <c:pt idx="417">
                        <c:v>340.76639999999998</c:v>
                      </c:pt>
                      <c:pt idx="418">
                        <c:v>327.05040000000002</c:v>
                      </c:pt>
                      <c:pt idx="419">
                        <c:v>368.50319999999999</c:v>
                      </c:pt>
                      <c:pt idx="420">
                        <c:v>364.23599999999999</c:v>
                      </c:pt>
                      <c:pt idx="421">
                        <c:v>349.60559999999998</c:v>
                      </c:pt>
                      <c:pt idx="422">
                        <c:v>363.93119999999999</c:v>
                      </c:pt>
                      <c:pt idx="423">
                        <c:v>386.4864</c:v>
                      </c:pt>
                      <c:pt idx="424">
                        <c:v>394.71600000000001</c:v>
                      </c:pt>
                      <c:pt idx="425">
                        <c:v>380.6952</c:v>
                      </c:pt>
                      <c:pt idx="426">
                        <c:v>401.72640000000001</c:v>
                      </c:pt>
                      <c:pt idx="427">
                        <c:v>388.3152</c:v>
                      </c:pt>
                      <c:pt idx="428">
                        <c:v>431.59679999999997</c:v>
                      </c:pt>
                      <c:pt idx="429">
                        <c:v>431.90159999999997</c:v>
                      </c:pt>
                      <c:pt idx="430">
                        <c:v>414.22320000000002</c:v>
                      </c:pt>
                      <c:pt idx="431">
                        <c:v>450.49439999999998</c:v>
                      </c:pt>
                      <c:pt idx="432">
                        <c:v>436.16879999999998</c:v>
                      </c:pt>
                      <c:pt idx="433">
                        <c:v>462.07679999999999</c:v>
                      </c:pt>
                      <c:pt idx="434">
                        <c:v>483.4128</c:v>
                      </c:pt>
                      <c:pt idx="435">
                        <c:v>470.3064</c:v>
                      </c:pt>
                      <c:pt idx="436">
                        <c:v>485.24160000000001</c:v>
                      </c:pt>
                      <c:pt idx="437">
                        <c:v>472.1352</c:v>
                      </c:pt>
                      <c:pt idx="438">
                        <c:v>479.4504</c:v>
                      </c:pt>
                      <c:pt idx="439">
                        <c:v>465.73439999999999</c:v>
                      </c:pt>
                      <c:pt idx="440">
                        <c:v>477.012</c:v>
                      </c:pt>
                      <c:pt idx="441">
                        <c:v>462.99119999999999</c:v>
                      </c:pt>
                      <c:pt idx="442">
                        <c:v>480.06</c:v>
                      </c:pt>
                      <c:pt idx="443">
                        <c:v>466.34399999999999</c:v>
                      </c:pt>
                      <c:pt idx="444">
                        <c:v>482.4984</c:v>
                      </c:pt>
                      <c:pt idx="445">
                        <c:v>469.0872</c:v>
                      </c:pt>
                      <c:pt idx="446">
                        <c:v>450.18959999999998</c:v>
                      </c:pt>
                      <c:pt idx="447">
                        <c:v>435.55919999999998</c:v>
                      </c:pt>
                      <c:pt idx="448">
                        <c:v>424.89120000000003</c:v>
                      </c:pt>
                      <c:pt idx="449">
                        <c:v>411.17520000000002</c:v>
                      </c:pt>
                      <c:pt idx="450">
                        <c:v>395.32560000000001</c:v>
                      </c:pt>
                      <c:pt idx="451">
                        <c:v>381.3048</c:v>
                      </c:pt>
                      <c:pt idx="452">
                        <c:v>366.06479999999999</c:v>
                      </c:pt>
                      <c:pt idx="453">
                        <c:v>352.04399999999998</c:v>
                      </c:pt>
                      <c:pt idx="454">
                        <c:v>341.07119999999998</c:v>
                      </c:pt>
                      <c:pt idx="455">
                        <c:v>327.66000000000003</c:v>
                      </c:pt>
                      <c:pt idx="456">
                        <c:v>342.29039999999998</c:v>
                      </c:pt>
                      <c:pt idx="457">
                        <c:v>328.87920000000003</c:v>
                      </c:pt>
                      <c:pt idx="458">
                        <c:v>312.42</c:v>
                      </c:pt>
                      <c:pt idx="459">
                        <c:v>299.00880000000001</c:v>
                      </c:pt>
                      <c:pt idx="460">
                        <c:v>286.2072</c:v>
                      </c:pt>
                      <c:pt idx="461">
                        <c:v>272.79599999999999</c:v>
                      </c:pt>
                      <c:pt idx="462">
                        <c:v>261.51839999999999</c:v>
                      </c:pt>
                      <c:pt idx="463">
                        <c:v>279.5016</c:v>
                      </c:pt>
                      <c:pt idx="464">
                        <c:v>265.17599999999999</c:v>
                      </c:pt>
                      <c:pt idx="465">
                        <c:v>255.11760000000001</c:v>
                      </c:pt>
                      <c:pt idx="466">
                        <c:v>237.4392</c:v>
                      </c:pt>
                      <c:pt idx="467">
                        <c:v>219.76079999999999</c:v>
                      </c:pt>
                      <c:pt idx="468">
                        <c:v>203.60640000000001</c:v>
                      </c:pt>
                      <c:pt idx="469">
                        <c:v>185.6232</c:v>
                      </c:pt>
                      <c:pt idx="470">
                        <c:v>199.64400000000001</c:v>
                      </c:pt>
                      <c:pt idx="471">
                        <c:v>180.44159999999999</c:v>
                      </c:pt>
                      <c:pt idx="472">
                        <c:v>194.4624</c:v>
                      </c:pt>
                      <c:pt idx="473">
                        <c:v>165.50640000000001</c:v>
                      </c:pt>
                      <c:pt idx="474">
                        <c:v>151.48560000000001</c:v>
                      </c:pt>
                      <c:pt idx="475">
                        <c:v>132.58799999999999</c:v>
                      </c:pt>
                      <c:pt idx="476">
                        <c:v>488.59440000000001</c:v>
                      </c:pt>
                      <c:pt idx="477">
                        <c:v>473.0496</c:v>
                      </c:pt>
                      <c:pt idx="478">
                        <c:v>487.68</c:v>
                      </c:pt>
                      <c:pt idx="479">
                        <c:v>469.392</c:v>
                      </c:pt>
                      <c:pt idx="480">
                        <c:v>487.68</c:v>
                      </c:pt>
                      <c:pt idx="481">
                        <c:v>475.7928</c:v>
                      </c:pt>
                      <c:pt idx="482">
                        <c:v>462.68639999999999</c:v>
                      </c:pt>
                      <c:pt idx="483">
                        <c:v>480.3648</c:v>
                      </c:pt>
                      <c:pt idx="484">
                        <c:v>468.1728</c:v>
                      </c:pt>
                      <c:pt idx="485">
                        <c:v>477.3168</c:v>
                      </c:pt>
                      <c:pt idx="486">
                        <c:v>464.82</c:v>
                      </c:pt>
                      <c:pt idx="487">
                        <c:v>481.584</c:v>
                      </c:pt>
                      <c:pt idx="488">
                        <c:v>469.392</c:v>
                      </c:pt>
                      <c:pt idx="489">
                        <c:v>477.9264</c:v>
                      </c:pt>
                      <c:pt idx="490">
                        <c:v>465.42959999999999</c:v>
                      </c:pt>
                      <c:pt idx="491">
                        <c:v>488.59440000000001</c:v>
                      </c:pt>
                      <c:pt idx="492">
                        <c:v>477.012</c:v>
                      </c:pt>
                      <c:pt idx="493">
                        <c:v>464.51519999999999</c:v>
                      </c:pt>
                      <c:pt idx="494">
                        <c:v>479.4504</c:v>
                      </c:pt>
                      <c:pt idx="495">
                        <c:v>466.34399999999999</c:v>
                      </c:pt>
                      <c:pt idx="496">
                        <c:v>462.07679999999999</c:v>
                      </c:pt>
                      <c:pt idx="497">
                        <c:v>460.24799999999999</c:v>
                      </c:pt>
                      <c:pt idx="498">
                        <c:v>421.23360000000002</c:v>
                      </c:pt>
                      <c:pt idx="499">
                        <c:v>377.0376</c:v>
                      </c:pt>
                      <c:pt idx="500">
                        <c:v>363.62639999999999</c:v>
                      </c:pt>
                      <c:pt idx="501">
                        <c:v>344.72879999999998</c:v>
                      </c:pt>
                      <c:pt idx="502">
                        <c:v>309.67680000000001</c:v>
                      </c:pt>
                      <c:pt idx="503">
                        <c:v>270.35759999999999</c:v>
                      </c:pt>
                      <c:pt idx="504">
                        <c:v>227.68559999999999</c:v>
                      </c:pt>
                      <c:pt idx="505">
                        <c:v>194.7672</c:v>
                      </c:pt>
                      <c:pt idx="506">
                        <c:v>169.16399999999999</c:v>
                      </c:pt>
                      <c:pt idx="507">
                        <c:v>155.44800000000001</c:v>
                      </c:pt>
                      <c:pt idx="508">
                        <c:v>146.9136</c:v>
                      </c:pt>
                      <c:pt idx="509">
                        <c:v>134.11199999999999</c:v>
                      </c:pt>
                      <c:pt idx="510">
                        <c:v>128.93039999999999</c:v>
                      </c:pt>
                      <c:pt idx="511">
                        <c:v>102.7176</c:v>
                      </c:pt>
                      <c:pt idx="512">
                        <c:v>88.696799999999996</c:v>
                      </c:pt>
                      <c:pt idx="513">
                        <c:v>42.976799999999997</c:v>
                      </c:pt>
                      <c:pt idx="514">
                        <c:v>36.576000000000001</c:v>
                      </c:pt>
                      <c:pt idx="515">
                        <c:v>9.4488000000000003</c:v>
                      </c:pt>
                      <c:pt idx="516">
                        <c:v>9.4488000000000003</c:v>
                      </c:pt>
                      <c:pt idx="517">
                        <c:v>1.8288</c:v>
                      </c:pt>
                      <c:pt idx="518">
                        <c:v>141.1224</c:v>
                      </c:pt>
                      <c:pt idx="519">
                        <c:v>6.0960000000000001</c:v>
                      </c:pt>
                      <c:pt idx="520">
                        <c:v>17.9832</c:v>
                      </c:pt>
                      <c:pt idx="521">
                        <c:v>28.041599999999999</c:v>
                      </c:pt>
                      <c:pt idx="522">
                        <c:v>469.6968</c:v>
                      </c:pt>
                      <c:pt idx="523">
                        <c:v>468.1728</c:v>
                      </c:pt>
                      <c:pt idx="524">
                        <c:v>466.64879999999999</c:v>
                      </c:pt>
                      <c:pt idx="525">
                        <c:v>466.03919999999999</c:v>
                      </c:pt>
                      <c:pt idx="526">
                        <c:v>484.3272</c:v>
                      </c:pt>
                      <c:pt idx="527">
                        <c:v>462.38159999999999</c:v>
                      </c:pt>
                      <c:pt idx="528">
                        <c:v>470.0016</c:v>
                      </c:pt>
                      <c:pt idx="529">
                        <c:v>471.2208</c:v>
                      </c:pt>
                      <c:pt idx="530">
                        <c:v>488.89920000000001</c:v>
                      </c:pt>
                      <c:pt idx="531">
                        <c:v>475.7928</c:v>
                      </c:pt>
                      <c:pt idx="532">
                        <c:v>488.28960000000001</c:v>
                      </c:pt>
                      <c:pt idx="533">
                        <c:v>490.72800000000001</c:v>
                      </c:pt>
                      <c:pt idx="534">
                        <c:v>512.67359999999996</c:v>
                      </c:pt>
                      <c:pt idx="535">
                        <c:v>499.56720000000001</c:v>
                      </c:pt>
                      <c:pt idx="536">
                        <c:v>546.81119999999999</c:v>
                      </c:pt>
                      <c:pt idx="537">
                        <c:v>536.14319999999998</c:v>
                      </c:pt>
                      <c:pt idx="538">
                        <c:v>518.76959999999997</c:v>
                      </c:pt>
                      <c:pt idx="539">
                        <c:v>540.71519999999998</c:v>
                      </c:pt>
                      <c:pt idx="540">
                        <c:v>568.452</c:v>
                      </c:pt>
                      <c:pt idx="541">
                        <c:v>550.77359999999999</c:v>
                      </c:pt>
                      <c:pt idx="542">
                        <c:v>578.8152</c:v>
                      </c:pt>
                      <c:pt idx="543">
                        <c:v>594.66480000000001</c:v>
                      </c:pt>
                      <c:pt idx="544">
                        <c:v>603.19920000000002</c:v>
                      </c:pt>
                      <c:pt idx="545">
                        <c:v>587.34960000000001</c:v>
                      </c:pt>
                      <c:pt idx="546">
                        <c:v>599.84640000000002</c:v>
                      </c:pt>
                      <c:pt idx="547">
                        <c:v>594.66480000000001</c:v>
                      </c:pt>
                      <c:pt idx="548">
                        <c:v>607.46640000000002</c:v>
                      </c:pt>
                      <c:pt idx="549">
                        <c:v>606.24720000000002</c:v>
                      </c:pt>
                      <c:pt idx="550">
                        <c:v>606.85680000000002</c:v>
                      </c:pt>
                      <c:pt idx="551">
                        <c:v>605.94240000000002</c:v>
                      </c:pt>
                      <c:pt idx="552">
                        <c:v>606.55200000000002</c:v>
                      </c:pt>
                      <c:pt idx="553">
                        <c:v>607.16160000000002</c:v>
                      </c:pt>
                      <c:pt idx="554">
                        <c:v>606.85680000000002</c:v>
                      </c:pt>
                      <c:pt idx="555">
                        <c:v>606.85680000000002</c:v>
                      </c:pt>
                      <c:pt idx="556">
                        <c:v>606.85680000000002</c:v>
                      </c:pt>
                      <c:pt idx="557">
                        <c:v>607.16160000000002</c:v>
                      </c:pt>
                      <c:pt idx="558">
                        <c:v>607.16160000000002</c:v>
                      </c:pt>
                      <c:pt idx="559">
                        <c:v>606.55200000000002</c:v>
                      </c:pt>
                      <c:pt idx="560">
                        <c:v>606.24720000000002</c:v>
                      </c:pt>
                      <c:pt idx="561">
                        <c:v>607.46640000000002</c:v>
                      </c:pt>
                      <c:pt idx="562">
                        <c:v>607.16160000000002</c:v>
                      </c:pt>
                      <c:pt idx="563">
                        <c:v>606.24720000000002</c:v>
                      </c:pt>
                      <c:pt idx="564">
                        <c:v>606.85680000000002</c:v>
                      </c:pt>
                      <c:pt idx="565">
                        <c:v>607.16160000000002</c:v>
                      </c:pt>
                      <c:pt idx="566">
                        <c:v>606.24720000000002</c:v>
                      </c:pt>
                      <c:pt idx="567">
                        <c:v>606.55200000000002</c:v>
                      </c:pt>
                      <c:pt idx="568">
                        <c:v>606.55200000000002</c:v>
                      </c:pt>
                      <c:pt idx="569">
                        <c:v>608.99040000000002</c:v>
                      </c:pt>
                      <c:pt idx="570">
                        <c:v>622.09680000000003</c:v>
                      </c:pt>
                      <c:pt idx="571">
                        <c:v>615.08640000000003</c:v>
                      </c:pt>
                      <c:pt idx="572">
                        <c:v>635.20320000000004</c:v>
                      </c:pt>
                      <c:pt idx="573">
                        <c:v>625.44960000000003</c:v>
                      </c:pt>
                      <c:pt idx="574">
                        <c:v>612.03840000000002</c:v>
                      </c:pt>
                      <c:pt idx="575">
                        <c:v>636.42240000000004</c:v>
                      </c:pt>
                      <c:pt idx="576">
                        <c:v>627.27840000000003</c:v>
                      </c:pt>
                      <c:pt idx="577">
                        <c:v>617.82960000000003</c:v>
                      </c:pt>
                      <c:pt idx="578">
                        <c:v>632.15520000000004</c:v>
                      </c:pt>
                      <c:pt idx="579">
                        <c:v>619.65840000000003</c:v>
                      </c:pt>
                      <c:pt idx="580">
                        <c:v>630.02160000000003</c:v>
                      </c:pt>
                      <c:pt idx="581">
                        <c:v>613.25760000000002</c:v>
                      </c:pt>
                      <c:pt idx="582">
                        <c:v>604.11360000000002</c:v>
                      </c:pt>
                      <c:pt idx="583">
                        <c:v>583.99680000000001</c:v>
                      </c:pt>
                      <c:pt idx="584">
                        <c:v>576.3768</c:v>
                      </c:pt>
                      <c:pt idx="585">
                        <c:v>557.17439999999999</c:v>
                      </c:pt>
                      <c:pt idx="586">
                        <c:v>538.58159999999998</c:v>
                      </c:pt>
                      <c:pt idx="587">
                        <c:v>519.07439999999997</c:v>
                      </c:pt>
                      <c:pt idx="588">
                        <c:v>499.56720000000001</c:v>
                      </c:pt>
                      <c:pt idx="589">
                        <c:v>476.4024</c:v>
                      </c:pt>
                      <c:pt idx="590">
                        <c:v>466.95359999999999</c:v>
                      </c:pt>
                      <c:pt idx="591">
                        <c:v>467.86799999999999</c:v>
                      </c:pt>
                      <c:pt idx="592">
                        <c:v>448.97039999999998</c:v>
                      </c:pt>
                      <c:pt idx="593">
                        <c:v>374.2944</c:v>
                      </c:pt>
                      <c:pt idx="594">
                        <c:v>349.91039999999998</c:v>
                      </c:pt>
                      <c:pt idx="595">
                        <c:v>324.00240000000002</c:v>
                      </c:pt>
                      <c:pt idx="596">
                        <c:v>294.74160000000001</c:v>
                      </c:pt>
                      <c:pt idx="597">
                        <c:v>281.0256</c:v>
                      </c:pt>
                      <c:pt idx="598">
                        <c:v>242.6208</c:v>
                      </c:pt>
                      <c:pt idx="599">
                        <c:v>219.15119999999999</c:v>
                      </c:pt>
                      <c:pt idx="600">
                        <c:v>190.5</c:v>
                      </c:pt>
                      <c:pt idx="601">
                        <c:v>168.55439999999999</c:v>
                      </c:pt>
                      <c:pt idx="602">
                        <c:v>135.0264</c:v>
                      </c:pt>
                      <c:pt idx="603">
                        <c:v>97.231200000000001</c:v>
                      </c:pt>
                      <c:pt idx="604">
                        <c:v>74.980800000000002</c:v>
                      </c:pt>
                      <c:pt idx="605">
                        <c:v>65.836799999999997</c:v>
                      </c:pt>
                      <c:pt idx="606">
                        <c:v>634.28880000000004</c:v>
                      </c:pt>
                      <c:pt idx="607">
                        <c:v>635.20320000000004</c:v>
                      </c:pt>
                      <c:pt idx="608">
                        <c:v>637.33680000000004</c:v>
                      </c:pt>
                      <c:pt idx="609">
                        <c:v>640.68960000000004</c:v>
                      </c:pt>
                      <c:pt idx="610">
                        <c:v>640.08000000000004</c:v>
                      </c:pt>
                      <c:pt idx="611">
                        <c:v>656.53920000000005</c:v>
                      </c:pt>
                      <c:pt idx="612">
                        <c:v>654.71040000000005</c:v>
                      </c:pt>
                      <c:pt idx="613">
                        <c:v>644.65200000000004</c:v>
                      </c:pt>
                      <c:pt idx="614">
                        <c:v>652.57680000000005</c:v>
                      </c:pt>
                      <c:pt idx="615">
                        <c:v>635.81280000000004</c:v>
                      </c:pt>
                      <c:pt idx="616">
                        <c:v>663.54960000000005</c:v>
                      </c:pt>
                      <c:pt idx="617">
                        <c:v>669.03599999999994</c:v>
                      </c:pt>
                      <c:pt idx="618">
                        <c:v>672.99839999999995</c:v>
                      </c:pt>
                      <c:pt idx="619">
                        <c:v>681.53279999999995</c:v>
                      </c:pt>
                      <c:pt idx="620">
                        <c:v>689.76239999999996</c:v>
                      </c:pt>
                      <c:pt idx="621">
                        <c:v>674.82719999999995</c:v>
                      </c:pt>
                      <c:pt idx="622">
                        <c:v>683.66639999999995</c:v>
                      </c:pt>
                      <c:pt idx="623">
                        <c:v>671.16959999999995</c:v>
                      </c:pt>
                      <c:pt idx="624">
                        <c:v>716.28</c:v>
                      </c:pt>
                      <c:pt idx="625">
                        <c:v>705.30719999999997</c:v>
                      </c:pt>
                      <c:pt idx="626">
                        <c:v>692.50559999999996</c:v>
                      </c:pt>
                      <c:pt idx="627">
                        <c:v>740.05439999999999</c:v>
                      </c:pt>
                      <c:pt idx="628">
                        <c:v>730.60559999999998</c:v>
                      </c:pt>
                      <c:pt idx="629">
                        <c:v>754.9896</c:v>
                      </c:pt>
                      <c:pt idx="630">
                        <c:v>777.24</c:v>
                      </c:pt>
                      <c:pt idx="631">
                        <c:v>760.7808</c:v>
                      </c:pt>
                      <c:pt idx="632">
                        <c:v>774.49680000000001</c:v>
                      </c:pt>
                      <c:pt idx="633">
                        <c:v>751.63679999999999</c:v>
                      </c:pt>
                      <c:pt idx="634">
                        <c:v>781.81200000000001</c:v>
                      </c:pt>
                      <c:pt idx="635">
                        <c:v>760.1712</c:v>
                      </c:pt>
                      <c:pt idx="636">
                        <c:v>748.28399999999999</c:v>
                      </c:pt>
                      <c:pt idx="637">
                        <c:v>738.22559999999999</c:v>
                      </c:pt>
                      <c:pt idx="638">
                        <c:v>738.83519999999999</c:v>
                      </c:pt>
                      <c:pt idx="639">
                        <c:v>738.22559999999999</c:v>
                      </c:pt>
                      <c:pt idx="640">
                        <c:v>736.09199999999998</c:v>
                      </c:pt>
                      <c:pt idx="641">
                        <c:v>736.70159999999998</c:v>
                      </c:pt>
                      <c:pt idx="642">
                        <c:v>735.78719999999998</c:v>
                      </c:pt>
                      <c:pt idx="643">
                        <c:v>726.64319999999998</c:v>
                      </c:pt>
                      <c:pt idx="644">
                        <c:v>711.70799999999997</c:v>
                      </c:pt>
                      <c:pt idx="645">
                        <c:v>692.20079999999996</c:v>
                      </c:pt>
                      <c:pt idx="646">
                        <c:v>684.88559999999995</c:v>
                      </c:pt>
                      <c:pt idx="647">
                        <c:v>665.37840000000006</c:v>
                      </c:pt>
                      <c:pt idx="648">
                        <c:v>659.28240000000005</c:v>
                      </c:pt>
                      <c:pt idx="649">
                        <c:v>642.82320000000004</c:v>
                      </c:pt>
                      <c:pt idx="650">
                        <c:v>630.02160000000003</c:v>
                      </c:pt>
                      <c:pt idx="651">
                        <c:v>590.09280000000001</c:v>
                      </c:pt>
                      <c:pt idx="652">
                        <c:v>572.7192</c:v>
                      </c:pt>
                      <c:pt idx="653">
                        <c:v>547.42079999999999</c:v>
                      </c:pt>
                      <c:pt idx="654">
                        <c:v>530.65679999999998</c:v>
                      </c:pt>
                      <c:pt idx="655">
                        <c:v>518.16</c:v>
                      </c:pt>
                      <c:pt idx="656">
                        <c:v>494.99520000000001</c:v>
                      </c:pt>
                      <c:pt idx="657">
                        <c:v>483.7176</c:v>
                      </c:pt>
                      <c:pt idx="658">
                        <c:v>481.2792</c:v>
                      </c:pt>
                      <c:pt idx="659">
                        <c:v>481.2792</c:v>
                      </c:pt>
                      <c:pt idx="660">
                        <c:v>481.2792</c:v>
                      </c:pt>
                      <c:pt idx="661">
                        <c:v>481.2792</c:v>
                      </c:pt>
                      <c:pt idx="662">
                        <c:v>481.2792</c:v>
                      </c:pt>
                      <c:pt idx="663">
                        <c:v>481.2792</c:v>
                      </c:pt>
                      <c:pt idx="664">
                        <c:v>481.2792</c:v>
                      </c:pt>
                      <c:pt idx="665">
                        <c:v>481.2792</c:v>
                      </c:pt>
                      <c:pt idx="666">
                        <c:v>480.9744</c:v>
                      </c:pt>
                      <c:pt idx="667">
                        <c:v>473.964</c:v>
                      </c:pt>
                      <c:pt idx="668">
                        <c:v>465.12479999999999</c:v>
                      </c:pt>
                      <c:pt idx="669">
                        <c:v>459.02879999999999</c:v>
                      </c:pt>
                      <c:pt idx="670">
                        <c:v>436.47359999999998</c:v>
                      </c:pt>
                      <c:pt idx="671">
                        <c:v>404.77440000000001</c:v>
                      </c:pt>
                      <c:pt idx="672">
                        <c:v>346.55759999999998</c:v>
                      </c:pt>
                      <c:pt idx="673">
                        <c:v>326.13600000000002</c:v>
                      </c:pt>
                      <c:pt idx="674">
                        <c:v>306.01920000000001</c:v>
                      </c:pt>
                      <c:pt idx="675">
                        <c:v>295.65600000000001</c:v>
                      </c:pt>
                      <c:pt idx="676">
                        <c:v>289.56</c:v>
                      </c:pt>
                      <c:pt idx="677">
                        <c:v>265.17599999999999</c:v>
                      </c:pt>
                      <c:pt idx="678">
                        <c:v>250.24080000000001</c:v>
                      </c:pt>
                      <c:pt idx="679">
                        <c:v>223.11359999999999</c:v>
                      </c:pt>
                      <c:pt idx="680">
                        <c:v>194.4624</c:v>
                      </c:pt>
                      <c:pt idx="681">
                        <c:v>173.73599999999999</c:v>
                      </c:pt>
                      <c:pt idx="682">
                        <c:v>148.7424</c:v>
                      </c:pt>
                      <c:pt idx="683">
                        <c:v>119.4816</c:v>
                      </c:pt>
                      <c:pt idx="684">
                        <c:v>101.8032</c:v>
                      </c:pt>
                      <c:pt idx="685">
                        <c:v>86.867999999999995</c:v>
                      </c:pt>
                      <c:pt idx="686">
                        <c:v>46.329599999999999</c:v>
                      </c:pt>
                      <c:pt idx="687">
                        <c:v>3.9624000000000001</c:v>
                      </c:pt>
                      <c:pt idx="688">
                        <c:v>548.03039999999999</c:v>
                      </c:pt>
                      <c:pt idx="689">
                        <c:v>786.38400000000001</c:v>
                      </c:pt>
                      <c:pt idx="690">
                        <c:v>778.76400000000001</c:v>
                      </c:pt>
                      <c:pt idx="691">
                        <c:v>699.51599999999996</c:v>
                      </c:pt>
                      <c:pt idx="692">
                        <c:v>680.92319999999995</c:v>
                      </c:pt>
                      <c:pt idx="693">
                        <c:v>667.20719999999994</c:v>
                      </c:pt>
                      <c:pt idx="694">
                        <c:v>650.13840000000005</c:v>
                      </c:pt>
                      <c:pt idx="695">
                        <c:v>615.69600000000003</c:v>
                      </c:pt>
                      <c:pt idx="696">
                        <c:v>564.4896</c:v>
                      </c:pt>
                      <c:pt idx="697">
                        <c:v>502.61520000000002</c:v>
                      </c:pt>
                      <c:pt idx="698">
                        <c:v>778.76400000000001</c:v>
                      </c:pt>
                      <c:pt idx="699">
                        <c:v>778.76400000000001</c:v>
                      </c:pt>
                      <c:pt idx="700">
                        <c:v>761.6952</c:v>
                      </c:pt>
                      <c:pt idx="701">
                        <c:v>748.89359999999999</c:v>
                      </c:pt>
                      <c:pt idx="702">
                        <c:v>719.32799999999997</c:v>
                      </c:pt>
                      <c:pt idx="703">
                        <c:v>711.70799999999997</c:v>
                      </c:pt>
                      <c:pt idx="704">
                        <c:v>661.11120000000005</c:v>
                      </c:pt>
                      <c:pt idx="705">
                        <c:v>620.57280000000003</c:v>
                      </c:pt>
                      <c:pt idx="706">
                        <c:v>581.25360000000001</c:v>
                      </c:pt>
                      <c:pt idx="707">
                        <c:v>545.59199999999998</c:v>
                      </c:pt>
                      <c:pt idx="708">
                        <c:v>535.83839999999998</c:v>
                      </c:pt>
                      <c:pt idx="709">
                        <c:v>500.17680000000001</c:v>
                      </c:pt>
                      <c:pt idx="710">
                        <c:v>785.46960000000001</c:v>
                      </c:pt>
                      <c:pt idx="711">
                        <c:v>788.21280000000002</c:v>
                      </c:pt>
                      <c:pt idx="712">
                        <c:v>788.82240000000002</c:v>
                      </c:pt>
                      <c:pt idx="713">
                        <c:v>783.03120000000001</c:v>
                      </c:pt>
                      <c:pt idx="714">
                        <c:v>790.34640000000002</c:v>
                      </c:pt>
                      <c:pt idx="715">
                        <c:v>785.16480000000001</c:v>
                      </c:pt>
                      <c:pt idx="716">
                        <c:v>775.10640000000001</c:v>
                      </c:pt>
                      <c:pt idx="717">
                        <c:v>733.04399999999998</c:v>
                      </c:pt>
                      <c:pt idx="718">
                        <c:v>748.58879999999999</c:v>
                      </c:pt>
                      <c:pt idx="719">
                        <c:v>729.08159999999998</c:v>
                      </c:pt>
                      <c:pt idx="720">
                        <c:v>673.30319999999995</c:v>
                      </c:pt>
                      <c:pt idx="721">
                        <c:v>658.67280000000005</c:v>
                      </c:pt>
                      <c:pt idx="722">
                        <c:v>583.69200000000001</c:v>
                      </c:pt>
                      <c:pt idx="723">
                        <c:v>561.74639999999999</c:v>
                      </c:pt>
                      <c:pt idx="724">
                        <c:v>529.43759999999997</c:v>
                      </c:pt>
                      <c:pt idx="725">
                        <c:v>517.55039999999997</c:v>
                      </c:pt>
                      <c:pt idx="726">
                        <c:v>463.29599999999999</c:v>
                      </c:pt>
                      <c:pt idx="727">
                        <c:v>455.37119999999999</c:v>
                      </c:pt>
                      <c:pt idx="728">
                        <c:v>394.41120000000001</c:v>
                      </c:pt>
                      <c:pt idx="729">
                        <c:v>350.21519999999998</c:v>
                      </c:pt>
                      <c:pt idx="730">
                        <c:v>471.8304</c:v>
                      </c:pt>
                      <c:pt idx="731">
                        <c:v>455.67599999999999</c:v>
                      </c:pt>
                      <c:pt idx="732">
                        <c:v>423.67200000000003</c:v>
                      </c:pt>
                      <c:pt idx="733">
                        <c:v>390.44880000000001</c:v>
                      </c:pt>
                      <c:pt idx="734">
                        <c:v>360.88319999999999</c:v>
                      </c:pt>
                      <c:pt idx="735">
                        <c:v>322.47840000000002</c:v>
                      </c:pt>
                      <c:pt idx="736">
                        <c:v>296.57040000000001</c:v>
                      </c:pt>
                      <c:pt idx="737">
                        <c:v>270.96719999999999</c:v>
                      </c:pt>
                      <c:pt idx="738">
                        <c:v>246.58320000000001</c:v>
                      </c:pt>
                      <c:pt idx="739">
                        <c:v>220.37039999999999</c:v>
                      </c:pt>
                      <c:pt idx="740">
                        <c:v>192.9384</c:v>
                      </c:pt>
                      <c:pt idx="741">
                        <c:v>162.45840000000001</c:v>
                      </c:pt>
                      <c:pt idx="742">
                        <c:v>129.54</c:v>
                      </c:pt>
                      <c:pt idx="743">
                        <c:v>104.24160000000001</c:v>
                      </c:pt>
                      <c:pt idx="744">
                        <c:v>77.724000000000004</c:v>
                      </c:pt>
                      <c:pt idx="745">
                        <c:v>53.644799999999996</c:v>
                      </c:pt>
                      <c:pt idx="746">
                        <c:v>26.212800000000001</c:v>
                      </c:pt>
                      <c:pt idx="747">
                        <c:v>182.5752</c:v>
                      </c:pt>
                      <c:pt idx="748">
                        <c:v>239.5728</c:v>
                      </c:pt>
                      <c:pt idx="749">
                        <c:v>326.44080000000002</c:v>
                      </c:pt>
                      <c:pt idx="750">
                        <c:v>661.41600000000005</c:v>
                      </c:pt>
                      <c:pt idx="751">
                        <c:v>786.68880000000001</c:v>
                      </c:pt>
                      <c:pt idx="752">
                        <c:v>731.52</c:v>
                      </c:pt>
                      <c:pt idx="753">
                        <c:v>707.74559999999997</c:v>
                      </c:pt>
                      <c:pt idx="754">
                        <c:v>790.34640000000002</c:v>
                      </c:pt>
                      <c:pt idx="755">
                        <c:v>751.33199999999999</c:v>
                      </c:pt>
                      <c:pt idx="756">
                        <c:v>742.49279999999999</c:v>
                      </c:pt>
                      <c:pt idx="757">
                        <c:v>706.22159999999997</c:v>
                      </c:pt>
                      <c:pt idx="758">
                        <c:v>633.98400000000004</c:v>
                      </c:pt>
                      <c:pt idx="759">
                        <c:v>624.53520000000003</c:v>
                      </c:pt>
                      <c:pt idx="760">
                        <c:v>789.43200000000002</c:v>
                      </c:pt>
                      <c:pt idx="761">
                        <c:v>773.88720000000001</c:v>
                      </c:pt>
                      <c:pt idx="762">
                        <c:v>731.82479999999998</c:v>
                      </c:pt>
                      <c:pt idx="763">
                        <c:v>718.10879999999997</c:v>
                      </c:pt>
                      <c:pt idx="764">
                        <c:v>674.52239999999995</c:v>
                      </c:pt>
                      <c:pt idx="765">
                        <c:v>639.16560000000004</c:v>
                      </c:pt>
                      <c:pt idx="766">
                        <c:v>590.09280000000001</c:v>
                      </c:pt>
                      <c:pt idx="767">
                        <c:v>574.8528</c:v>
                      </c:pt>
                      <c:pt idx="768">
                        <c:v>532.79039999999998</c:v>
                      </c:pt>
                      <c:pt idx="769">
                        <c:v>652.57680000000005</c:v>
                      </c:pt>
                      <c:pt idx="770">
                        <c:v>642.21360000000004</c:v>
                      </c:pt>
                      <c:pt idx="771">
                        <c:v>616.00080000000003</c:v>
                      </c:pt>
                      <c:pt idx="772">
                        <c:v>611.42880000000002</c:v>
                      </c:pt>
                      <c:pt idx="773">
                        <c:v>496.82400000000001</c:v>
                      </c:pt>
                      <c:pt idx="774">
                        <c:v>469.6968</c:v>
                      </c:pt>
                      <c:pt idx="775">
                        <c:v>400.81200000000001</c:v>
                      </c:pt>
                      <c:pt idx="776">
                        <c:v>381.6096</c:v>
                      </c:pt>
                      <c:pt idx="777">
                        <c:v>350.52</c:v>
                      </c:pt>
                      <c:pt idx="778">
                        <c:v>177.69839999999999</c:v>
                      </c:pt>
                      <c:pt idx="779">
                        <c:v>135.0264</c:v>
                      </c:pt>
                      <c:pt idx="780">
                        <c:v>102.108</c:v>
                      </c:pt>
                      <c:pt idx="781">
                        <c:v>81.076800000000006</c:v>
                      </c:pt>
                      <c:pt idx="782">
                        <c:v>54.559199999999997</c:v>
                      </c:pt>
                      <c:pt idx="783">
                        <c:v>21.945599999999999</c:v>
                      </c:pt>
                      <c:pt idx="784">
                        <c:v>7.3151999999999999</c:v>
                      </c:pt>
                      <c:pt idx="785">
                        <c:v>289.8648</c:v>
                      </c:pt>
                      <c:pt idx="786">
                        <c:v>487.07040000000001</c:v>
                      </c:pt>
                      <c:pt idx="787">
                        <c:v>489.50880000000001</c:v>
                      </c:pt>
                      <c:pt idx="788">
                        <c:v>489.20400000000001</c:v>
                      </c:pt>
                      <c:pt idx="789">
                        <c:v>487.07040000000001</c:v>
                      </c:pt>
                      <c:pt idx="790">
                        <c:v>489.81360000000001</c:v>
                      </c:pt>
                      <c:pt idx="791">
                        <c:v>487.68</c:v>
                      </c:pt>
                      <c:pt idx="792">
                        <c:v>487.98480000000001</c:v>
                      </c:pt>
                      <c:pt idx="793">
                        <c:v>486.15600000000001</c:v>
                      </c:pt>
                      <c:pt idx="794">
                        <c:v>489.81360000000001</c:v>
                      </c:pt>
                      <c:pt idx="795">
                        <c:v>487.07040000000001</c:v>
                      </c:pt>
                      <c:pt idx="796">
                        <c:v>490.11840000000001</c:v>
                      </c:pt>
                      <c:pt idx="797">
                        <c:v>489.20400000000001</c:v>
                      </c:pt>
                      <c:pt idx="798">
                        <c:v>655.62480000000005</c:v>
                      </c:pt>
                      <c:pt idx="799">
                        <c:v>644.04240000000004</c:v>
                      </c:pt>
                      <c:pt idx="800">
                        <c:v>690.67679999999996</c:v>
                      </c:pt>
                      <c:pt idx="801">
                        <c:v>682.75199999999995</c:v>
                      </c:pt>
                      <c:pt idx="802">
                        <c:v>690.37199999999996</c:v>
                      </c:pt>
                      <c:pt idx="803">
                        <c:v>665.37840000000006</c:v>
                      </c:pt>
                      <c:pt idx="804">
                        <c:v>693.11519999999996</c:v>
                      </c:pt>
                      <c:pt idx="805">
                        <c:v>694.94399999999996</c:v>
                      </c:pt>
                      <c:pt idx="806">
                        <c:v>693.11519999999996</c:v>
                      </c:pt>
                      <c:pt idx="807">
                        <c:v>694.94399999999996</c:v>
                      </c:pt>
                      <c:pt idx="808">
                        <c:v>701.95439999999996</c:v>
                      </c:pt>
                      <c:pt idx="809">
                        <c:v>695.85839999999996</c:v>
                      </c:pt>
                      <c:pt idx="810">
                        <c:v>713.23199999999997</c:v>
                      </c:pt>
                      <c:pt idx="811">
                        <c:v>700.12559999999996</c:v>
                      </c:pt>
                      <c:pt idx="812">
                        <c:v>708.66</c:v>
                      </c:pt>
                      <c:pt idx="813">
                        <c:v>744.01679999999999</c:v>
                      </c:pt>
                      <c:pt idx="814">
                        <c:v>734.87279999999998</c:v>
                      </c:pt>
                      <c:pt idx="815">
                        <c:v>725.11919999999998</c:v>
                      </c:pt>
                      <c:pt idx="816">
                        <c:v>749.50319999999999</c:v>
                      </c:pt>
                      <c:pt idx="817">
                        <c:v>737.92079999999999</c:v>
                      </c:pt>
                      <c:pt idx="818">
                        <c:v>770.2296</c:v>
                      </c:pt>
                      <c:pt idx="819">
                        <c:v>783.64080000000001</c:v>
                      </c:pt>
                      <c:pt idx="820">
                        <c:v>787.60320000000002</c:v>
                      </c:pt>
                      <c:pt idx="821">
                        <c:v>780.59280000000001</c:v>
                      </c:pt>
                      <c:pt idx="822">
                        <c:v>783.64080000000001</c:v>
                      </c:pt>
                      <c:pt idx="823">
                        <c:v>787.29840000000002</c:v>
                      </c:pt>
                      <c:pt idx="824">
                        <c:v>789.43200000000002</c:v>
                      </c:pt>
                      <c:pt idx="825">
                        <c:v>798.88080000000002</c:v>
                      </c:pt>
                      <c:pt idx="826">
                        <c:v>784.86</c:v>
                      </c:pt>
                      <c:pt idx="827">
                        <c:v>786.07920000000001</c:v>
                      </c:pt>
                      <c:pt idx="828">
                        <c:v>810.15840000000003</c:v>
                      </c:pt>
                      <c:pt idx="829">
                        <c:v>823.87440000000004</c:v>
                      </c:pt>
                      <c:pt idx="830">
                        <c:v>827.22720000000004</c:v>
                      </c:pt>
                      <c:pt idx="831">
                        <c:v>857.09760000000006</c:v>
                      </c:pt>
                      <c:pt idx="832">
                        <c:v>841.55280000000005</c:v>
                      </c:pt>
                      <c:pt idx="833">
                        <c:v>856.18320000000006</c:v>
                      </c:pt>
                      <c:pt idx="834">
                        <c:v>885.74879999999996</c:v>
                      </c:pt>
                      <c:pt idx="835">
                        <c:v>878.43359999999996</c:v>
                      </c:pt>
                      <c:pt idx="836">
                        <c:v>868.37519999999995</c:v>
                      </c:pt>
                      <c:pt idx="837">
                        <c:v>879.34799999999996</c:v>
                      </c:pt>
                      <c:pt idx="838">
                        <c:v>869.28959999999995</c:v>
                      </c:pt>
                      <c:pt idx="839">
                        <c:v>880.87199999999996</c:v>
                      </c:pt>
                      <c:pt idx="840">
                        <c:v>890.32079999999996</c:v>
                      </c:pt>
                      <c:pt idx="841">
                        <c:v>876.90959999999995</c:v>
                      </c:pt>
                      <c:pt idx="842">
                        <c:v>913.18079999999998</c:v>
                      </c:pt>
                      <c:pt idx="843">
                        <c:v>922.93439999999998</c:v>
                      </c:pt>
                      <c:pt idx="844">
                        <c:v>910.13279999999997</c:v>
                      </c:pt>
                      <c:pt idx="845">
                        <c:v>896.11199999999997</c:v>
                      </c:pt>
                      <c:pt idx="846">
                        <c:v>916.22879999999998</c:v>
                      </c:pt>
                      <c:pt idx="847">
                        <c:v>902.81759999999997</c:v>
                      </c:pt>
                      <c:pt idx="848">
                        <c:v>920.80079999999998</c:v>
                      </c:pt>
                      <c:pt idx="849">
                        <c:v>903.42719999999997</c:v>
                      </c:pt>
                      <c:pt idx="850">
                        <c:v>908.91359999999997</c:v>
                      </c:pt>
                      <c:pt idx="851">
                        <c:v>915.00959999999998</c:v>
                      </c:pt>
                      <c:pt idx="852">
                        <c:v>918.66719999999998</c:v>
                      </c:pt>
                      <c:pt idx="853">
                        <c:v>896.41679999999997</c:v>
                      </c:pt>
                      <c:pt idx="854">
                        <c:v>888.49199999999996</c:v>
                      </c:pt>
                      <c:pt idx="855">
                        <c:v>864.41279999999995</c:v>
                      </c:pt>
                      <c:pt idx="856">
                        <c:v>858.31679999999994</c:v>
                      </c:pt>
                      <c:pt idx="857">
                        <c:v>815.03520000000003</c:v>
                      </c:pt>
                      <c:pt idx="858">
                        <c:v>802.23360000000002</c:v>
                      </c:pt>
                      <c:pt idx="859">
                        <c:v>779.37360000000001</c:v>
                      </c:pt>
                      <c:pt idx="860">
                        <c:v>769.3152</c:v>
                      </c:pt>
                      <c:pt idx="861">
                        <c:v>754.9896</c:v>
                      </c:pt>
                      <c:pt idx="862">
                        <c:v>770.53440000000001</c:v>
                      </c:pt>
                      <c:pt idx="863">
                        <c:v>757.1232</c:v>
                      </c:pt>
                      <c:pt idx="864">
                        <c:v>774.19200000000001</c:v>
                      </c:pt>
                      <c:pt idx="865">
                        <c:v>761.0856</c:v>
                      </c:pt>
                      <c:pt idx="866">
                        <c:v>774.49680000000001</c:v>
                      </c:pt>
                      <c:pt idx="867">
                        <c:v>751.33199999999999</c:v>
                      </c:pt>
                      <c:pt idx="868">
                        <c:v>746.45519999999999</c:v>
                      </c:pt>
                      <c:pt idx="869">
                        <c:v>727.55759999999998</c:v>
                      </c:pt>
                      <c:pt idx="870">
                        <c:v>733.34879999999998</c:v>
                      </c:pt>
                      <c:pt idx="871">
                        <c:v>744.62639999999999</c:v>
                      </c:pt>
                      <c:pt idx="872">
                        <c:v>749.50319999999999</c:v>
                      </c:pt>
                      <c:pt idx="873">
                        <c:v>734.87279999999998</c:v>
                      </c:pt>
                      <c:pt idx="874">
                        <c:v>723.29039999999998</c:v>
                      </c:pt>
                      <c:pt idx="875">
                        <c:v>911.65679999999998</c:v>
                      </c:pt>
                      <c:pt idx="876">
                        <c:v>900.68399999999997</c:v>
                      </c:pt>
                      <c:pt idx="877">
                        <c:v>921.41039999999998</c:v>
                      </c:pt>
                      <c:pt idx="878">
                        <c:v>910.43759999999997</c:v>
                      </c:pt>
                      <c:pt idx="879">
                        <c:v>898.85519999999997</c:v>
                      </c:pt>
                      <c:pt idx="880">
                        <c:v>912.87599999999998</c:v>
                      </c:pt>
                      <c:pt idx="881">
                        <c:v>900.68399999999997</c:v>
                      </c:pt>
                      <c:pt idx="882">
                        <c:v>918.36239999999998</c:v>
                      </c:pt>
                      <c:pt idx="883">
                        <c:v>894.89279999999997</c:v>
                      </c:pt>
                      <c:pt idx="884">
                        <c:v>911.04719999999998</c:v>
                      </c:pt>
                      <c:pt idx="885">
                        <c:v>885.74879999999996</c:v>
                      </c:pt>
                      <c:pt idx="886">
                        <c:v>868.68</c:v>
                      </c:pt>
                      <c:pt idx="887">
                        <c:v>860.45039999999995</c:v>
                      </c:pt>
                      <c:pt idx="888">
                        <c:v>818.08320000000003</c:v>
                      </c:pt>
                      <c:pt idx="889">
                        <c:v>801.92880000000002</c:v>
                      </c:pt>
                      <c:pt idx="890">
                        <c:v>778.15440000000001</c:v>
                      </c:pt>
                      <c:pt idx="891">
                        <c:v>751.94159999999999</c:v>
                      </c:pt>
                      <c:pt idx="892">
                        <c:v>729.08159999999998</c:v>
                      </c:pt>
                      <c:pt idx="893">
                        <c:v>718.10879999999997</c:v>
                      </c:pt>
                      <c:pt idx="894">
                        <c:v>680.31359999999995</c:v>
                      </c:pt>
                      <c:pt idx="895">
                        <c:v>660.80640000000005</c:v>
                      </c:pt>
                      <c:pt idx="896">
                        <c:v>634.28880000000004</c:v>
                      </c:pt>
                      <c:pt idx="897">
                        <c:v>622.70640000000003</c:v>
                      </c:pt>
                      <c:pt idx="898">
                        <c:v>606.24720000000002</c:v>
                      </c:pt>
                      <c:pt idx="899">
                        <c:v>578.5104</c:v>
                      </c:pt>
                      <c:pt idx="900">
                        <c:v>569.0616</c:v>
                      </c:pt>
                      <c:pt idx="901">
                        <c:v>526.08479999999997</c:v>
                      </c:pt>
                      <c:pt idx="902">
                        <c:v>506.57760000000002</c:v>
                      </c:pt>
                      <c:pt idx="903">
                        <c:v>487.68</c:v>
                      </c:pt>
                      <c:pt idx="904">
                        <c:v>483.7176</c:v>
                      </c:pt>
                      <c:pt idx="905">
                        <c:v>484.3272</c:v>
                      </c:pt>
                      <c:pt idx="906">
                        <c:v>486.46080000000001</c:v>
                      </c:pt>
                      <c:pt idx="907">
                        <c:v>482.8032</c:v>
                      </c:pt>
                      <c:pt idx="908">
                        <c:v>474.2688</c:v>
                      </c:pt>
                      <c:pt idx="909">
                        <c:v>465.73439999999999</c:v>
                      </c:pt>
                      <c:pt idx="910">
                        <c:v>485.85120000000001</c:v>
                      </c:pt>
                      <c:pt idx="911">
                        <c:v>477.9264</c:v>
                      </c:pt>
                      <c:pt idx="912">
                        <c:v>452.01839999999999</c:v>
                      </c:pt>
                      <c:pt idx="913">
                        <c:v>423.67200000000003</c:v>
                      </c:pt>
                      <c:pt idx="914">
                        <c:v>395.02080000000001</c:v>
                      </c:pt>
                      <c:pt idx="915">
                        <c:v>369.11279999999999</c:v>
                      </c:pt>
                      <c:pt idx="916">
                        <c:v>319.43040000000002</c:v>
                      </c:pt>
                      <c:pt idx="917">
                        <c:v>289.56</c:v>
                      </c:pt>
                      <c:pt idx="918">
                        <c:v>263.34719999999999</c:v>
                      </c:pt>
                      <c:pt idx="919">
                        <c:v>241.0968</c:v>
                      </c:pt>
                      <c:pt idx="920">
                        <c:v>213.05520000000001</c:v>
                      </c:pt>
                      <c:pt idx="921">
                        <c:v>199.64400000000001</c:v>
                      </c:pt>
                      <c:pt idx="922">
                        <c:v>169.77359999999999</c:v>
                      </c:pt>
                      <c:pt idx="923">
                        <c:v>122.2248</c:v>
                      </c:pt>
                      <c:pt idx="924">
                        <c:v>29.5656</c:v>
                      </c:pt>
                      <c:pt idx="925">
                        <c:v>11.5824</c:v>
                      </c:pt>
                      <c:pt idx="926">
                        <c:v>184.7088</c:v>
                      </c:pt>
                      <c:pt idx="927">
                        <c:v>510.54</c:v>
                      </c:pt>
                      <c:pt idx="928">
                        <c:v>10.363200000000001</c:v>
                      </c:pt>
                      <c:pt idx="929">
                        <c:v>912.26639999999998</c:v>
                      </c:pt>
                      <c:pt idx="930">
                        <c:v>897.02639999999997</c:v>
                      </c:pt>
                      <c:pt idx="931">
                        <c:v>897.33119999999997</c:v>
                      </c:pt>
                      <c:pt idx="932">
                        <c:v>918.36239999999998</c:v>
                      </c:pt>
                      <c:pt idx="933">
                        <c:v>921.41039999999998</c:v>
                      </c:pt>
                      <c:pt idx="934">
                        <c:v>924.76319999999998</c:v>
                      </c:pt>
                      <c:pt idx="935">
                        <c:v>917.14319999999998</c:v>
                      </c:pt>
                      <c:pt idx="936">
                        <c:v>912.57119999999998</c:v>
                      </c:pt>
                      <c:pt idx="937">
                        <c:v>900.37919999999997</c:v>
                      </c:pt>
                      <c:pt idx="938">
                        <c:v>887.88239999999996</c:v>
                      </c:pt>
                      <c:pt idx="939">
                        <c:v>914.09519999999998</c:v>
                      </c:pt>
                      <c:pt idx="940">
                        <c:v>906.78</c:v>
                      </c:pt>
                      <c:pt idx="941">
                        <c:v>930.55439999999999</c:v>
                      </c:pt>
                      <c:pt idx="942">
                        <c:v>935.73599999999999</c:v>
                      </c:pt>
                      <c:pt idx="943">
                        <c:v>921.10559999999998</c:v>
                      </c:pt>
                      <c:pt idx="944">
                        <c:v>955.548</c:v>
                      </c:pt>
                      <c:pt idx="945">
                        <c:v>961.33920000000001</c:v>
                      </c:pt>
                      <c:pt idx="946">
                        <c:v>965.60640000000001</c:v>
                      </c:pt>
                      <c:pt idx="947">
                        <c:v>972.92160000000001</c:v>
                      </c:pt>
                      <c:pt idx="948">
                        <c:v>959.5104</c:v>
                      </c:pt>
                      <c:pt idx="949">
                        <c:v>974.14080000000001</c:v>
                      </c:pt>
                      <c:pt idx="950">
                        <c:v>982.06560000000002</c:v>
                      </c:pt>
                      <c:pt idx="951">
                        <c:v>987.85680000000002</c:v>
                      </c:pt>
                      <c:pt idx="952">
                        <c:v>986.63760000000002</c:v>
                      </c:pt>
                      <c:pt idx="953">
                        <c:v>990.6</c:v>
                      </c:pt>
                      <c:pt idx="954">
                        <c:v>1012.5456</c:v>
                      </c:pt>
                      <c:pt idx="955">
                        <c:v>1015.2888</c:v>
                      </c:pt>
                      <c:pt idx="956">
                        <c:v>1028.0904</c:v>
                      </c:pt>
                      <c:pt idx="957">
                        <c:v>1015.2888</c:v>
                      </c:pt>
                      <c:pt idx="958">
                        <c:v>1027.4808</c:v>
                      </c:pt>
                      <c:pt idx="959">
                        <c:v>1033.2719999999999</c:v>
                      </c:pt>
                      <c:pt idx="960">
                        <c:v>1042.4159999999999</c:v>
                      </c:pt>
                      <c:pt idx="961">
                        <c:v>1042.1112000000001</c:v>
                      </c:pt>
                      <c:pt idx="962">
                        <c:v>1023.5184</c:v>
                      </c:pt>
                      <c:pt idx="963">
                        <c:v>1041.1967999999999</c:v>
                      </c:pt>
                      <c:pt idx="964">
                        <c:v>1070.7624000000001</c:v>
                      </c:pt>
                      <c:pt idx="965">
                        <c:v>1053.6936000000001</c:v>
                      </c:pt>
                      <c:pt idx="966">
                        <c:v>1068.0192</c:v>
                      </c:pt>
                      <c:pt idx="967">
                        <c:v>1089.3552</c:v>
                      </c:pt>
                      <c:pt idx="968">
                        <c:v>1076.8584000000001</c:v>
                      </c:pt>
                      <c:pt idx="969">
                        <c:v>1062.8376000000001</c:v>
                      </c:pt>
                      <c:pt idx="970">
                        <c:v>1088.136</c:v>
                      </c:pt>
                      <c:pt idx="971">
                        <c:v>1106.424</c:v>
                      </c:pt>
                      <c:pt idx="972">
                        <c:v>1110.0816</c:v>
                      </c:pt>
                      <c:pt idx="973">
                        <c:v>1117.3968</c:v>
                      </c:pt>
                      <c:pt idx="974">
                        <c:v>1103.376</c:v>
                      </c:pt>
                      <c:pt idx="975">
                        <c:v>1131.4176</c:v>
                      </c:pt>
                      <c:pt idx="976">
                        <c:v>1123.7976000000001</c:v>
                      </c:pt>
                      <c:pt idx="977">
                        <c:v>1152.144</c:v>
                      </c:pt>
                      <c:pt idx="978">
                        <c:v>1162.8119999999999</c:v>
                      </c:pt>
                      <c:pt idx="979">
                        <c:v>1171.3463999999999</c:v>
                      </c:pt>
                      <c:pt idx="980">
                        <c:v>1182.0144</c:v>
                      </c:pt>
                      <c:pt idx="981">
                        <c:v>1160.0688</c:v>
                      </c:pt>
                      <c:pt idx="982">
                        <c:v>1164.0311999999999</c:v>
                      </c:pt>
                      <c:pt idx="983">
                        <c:v>1178.0519999999999</c:v>
                      </c:pt>
                      <c:pt idx="984">
                        <c:v>1184.1479999999999</c:v>
                      </c:pt>
                      <c:pt idx="985">
                        <c:v>1187.8055999999999</c:v>
                      </c:pt>
                      <c:pt idx="986">
                        <c:v>1197.5591999999999</c:v>
                      </c:pt>
                      <c:pt idx="987">
                        <c:v>1179.8807999999999</c:v>
                      </c:pt>
                      <c:pt idx="988">
                        <c:v>1198.4736</c:v>
                      </c:pt>
                      <c:pt idx="989">
                        <c:v>1213.104</c:v>
                      </c:pt>
                      <c:pt idx="990">
                        <c:v>1202.4359999999999</c:v>
                      </c:pt>
                      <c:pt idx="991">
                        <c:v>1182.3191999999999</c:v>
                      </c:pt>
                      <c:pt idx="992">
                        <c:v>1159.7639999999999</c:v>
                      </c:pt>
                      <c:pt idx="993">
                        <c:v>1082.6496</c:v>
                      </c:pt>
                      <c:pt idx="994">
                        <c:v>1058.2655999999999</c:v>
                      </c:pt>
                      <c:pt idx="995">
                        <c:v>1024.4328</c:v>
                      </c:pt>
                      <c:pt idx="996">
                        <c:v>991.81920000000002</c:v>
                      </c:pt>
                      <c:pt idx="997">
                        <c:v>949.7568</c:v>
                      </c:pt>
                      <c:pt idx="998">
                        <c:v>925.98239999999998</c:v>
                      </c:pt>
                      <c:pt idx="999">
                        <c:v>1228.6487999999999</c:v>
                      </c:pt>
                      <c:pt idx="1000">
                        <c:v>1250.2896000000001</c:v>
                      </c:pt>
                      <c:pt idx="1001">
                        <c:v>1261.2624000000001</c:v>
                      </c:pt>
                      <c:pt idx="1002">
                        <c:v>1242.06</c:v>
                      </c:pt>
                      <c:pt idx="1003">
                        <c:v>1257.3</c:v>
                      </c:pt>
                      <c:pt idx="1004">
                        <c:v>1252.7280000000001</c:v>
                      </c:pt>
                      <c:pt idx="1005">
                        <c:v>1266.7488000000001</c:v>
                      </c:pt>
                      <c:pt idx="1006">
                        <c:v>1271.6256000000001</c:v>
                      </c:pt>
                      <c:pt idx="1007">
                        <c:v>1274.0640000000001</c:v>
                      </c:pt>
                      <c:pt idx="1008">
                        <c:v>1261.5672</c:v>
                      </c:pt>
                      <c:pt idx="1009">
                        <c:v>1281.0744</c:v>
                      </c:pt>
                      <c:pt idx="1010">
                        <c:v>1262.4816000000001</c:v>
                      </c:pt>
                      <c:pt idx="1011">
                        <c:v>1272.8448000000001</c:v>
                      </c:pt>
                      <c:pt idx="1012">
                        <c:v>1289.9136000000001</c:v>
                      </c:pt>
                      <c:pt idx="1013">
                        <c:v>1299.6672000000001</c:v>
                      </c:pt>
                      <c:pt idx="1014">
                        <c:v>1280.1600000000001</c:v>
                      </c:pt>
                      <c:pt idx="1015">
                        <c:v>1280.4648</c:v>
                      </c:pt>
                      <c:pt idx="1016">
                        <c:v>1296.3144</c:v>
                      </c:pt>
                      <c:pt idx="1017">
                        <c:v>1300.2768000000001</c:v>
                      </c:pt>
                      <c:pt idx="1018">
                        <c:v>1299.972</c:v>
                      </c:pt>
                      <c:pt idx="1019">
                        <c:v>1330.452</c:v>
                      </c:pt>
                      <c:pt idx="1020">
                        <c:v>1329.2328</c:v>
                      </c:pt>
                      <c:pt idx="1021">
                        <c:v>1333.8047999999999</c:v>
                      </c:pt>
                      <c:pt idx="1022">
                        <c:v>1340.2056</c:v>
                      </c:pt>
                      <c:pt idx="1023">
                        <c:v>1338.6815999999999</c:v>
                      </c:pt>
                      <c:pt idx="1024">
                        <c:v>1351.788</c:v>
                      </c:pt>
                      <c:pt idx="1025">
                        <c:v>1359.1032</c:v>
                      </c:pt>
                      <c:pt idx="1026">
                        <c:v>1371.6</c:v>
                      </c:pt>
                      <c:pt idx="1027">
                        <c:v>1356.6648</c:v>
                      </c:pt>
                      <c:pt idx="1028">
                        <c:v>1372.5144</c:v>
                      </c:pt>
                      <c:pt idx="1029">
                        <c:v>1385.6207999999999</c:v>
                      </c:pt>
                      <c:pt idx="1030">
                        <c:v>1392.6312</c:v>
                      </c:pt>
                      <c:pt idx="1031">
                        <c:v>1379.22</c:v>
                      </c:pt>
                      <c:pt idx="1032">
                        <c:v>1395.0696</c:v>
                      </c:pt>
                      <c:pt idx="1033">
                        <c:v>1397.8127999999999</c:v>
                      </c:pt>
                      <c:pt idx="1034">
                        <c:v>1406.3471999999999</c:v>
                      </c:pt>
                      <c:pt idx="1035">
                        <c:v>1393.2408</c:v>
                      </c:pt>
                      <c:pt idx="1036">
                        <c:v>1410.6143999999999</c:v>
                      </c:pt>
                      <c:pt idx="1037">
                        <c:v>1425.2447999999999</c:v>
                      </c:pt>
                      <c:pt idx="1038">
                        <c:v>1428.2927999999999</c:v>
                      </c:pt>
                      <c:pt idx="1039">
                        <c:v>1418.5391999999999</c:v>
                      </c:pt>
                      <c:pt idx="1040">
                        <c:v>1408.4808</c:v>
                      </c:pt>
                      <c:pt idx="1041">
                        <c:v>1428.2927999999999</c:v>
                      </c:pt>
                      <c:pt idx="1042">
                        <c:v>1436.8271999999999</c:v>
                      </c:pt>
                      <c:pt idx="1043">
                        <c:v>1452.0672</c:v>
                      </c:pt>
                      <c:pt idx="1044">
                        <c:v>1445.3616</c:v>
                      </c:pt>
                      <c:pt idx="1045">
                        <c:v>1436.8271999999999</c:v>
                      </c:pt>
                      <c:pt idx="1046">
                        <c:v>1426.7688000000001</c:v>
                      </c:pt>
                      <c:pt idx="1047">
                        <c:v>1449.0192</c:v>
                      </c:pt>
                      <c:pt idx="1048">
                        <c:v>1455.42</c:v>
                      </c:pt>
                      <c:pt idx="1049">
                        <c:v>1466.088</c:v>
                      </c:pt>
                      <c:pt idx="1050">
                        <c:v>1456.944</c:v>
                      </c:pt>
                      <c:pt idx="1051">
                        <c:v>1460.2968000000001</c:v>
                      </c:pt>
                      <c:pt idx="1052">
                        <c:v>1463.9544000000001</c:v>
                      </c:pt>
                      <c:pt idx="1053">
                        <c:v>1477.3656000000001</c:v>
                      </c:pt>
                      <c:pt idx="1054">
                        <c:v>1467.6120000000001</c:v>
                      </c:pt>
                      <c:pt idx="1055">
                        <c:v>1477.6704</c:v>
                      </c:pt>
                      <c:pt idx="1056">
                        <c:v>1489.8624</c:v>
                      </c:pt>
                      <c:pt idx="1057">
                        <c:v>1495.0440000000001</c:v>
                      </c:pt>
                      <c:pt idx="1058">
                        <c:v>1507.5408</c:v>
                      </c:pt>
                      <c:pt idx="1059">
                        <c:v>1490.7768000000001</c:v>
                      </c:pt>
                      <c:pt idx="1060">
                        <c:v>1506.6264000000001</c:v>
                      </c:pt>
                      <c:pt idx="1061">
                        <c:v>1483.1568</c:v>
                      </c:pt>
                      <c:pt idx="1062">
                        <c:v>1503.8832</c:v>
                      </c:pt>
                      <c:pt idx="1063">
                        <c:v>1521.5616</c:v>
                      </c:pt>
                      <c:pt idx="1064">
                        <c:v>1527.048</c:v>
                      </c:pt>
                      <c:pt idx="1065">
                        <c:v>1502.664</c:v>
                      </c:pt>
                      <c:pt idx="1066">
                        <c:v>1529.4864</c:v>
                      </c:pt>
                      <c:pt idx="1067">
                        <c:v>1505.1024</c:v>
                      </c:pt>
                      <c:pt idx="1068">
                        <c:v>1524.9143999999999</c:v>
                      </c:pt>
                      <c:pt idx="1069">
                        <c:v>1516.9896000000001</c:v>
                      </c:pt>
                      <c:pt idx="1070">
                        <c:v>1486.5096000000001</c:v>
                      </c:pt>
                      <c:pt idx="1071">
                        <c:v>1473.7080000000001</c:v>
                      </c:pt>
                      <c:pt idx="1072">
                        <c:v>1450.5432000000001</c:v>
                      </c:pt>
                      <c:pt idx="1073">
                        <c:v>1434.0840000000001</c:v>
                      </c:pt>
                      <c:pt idx="1074">
                        <c:v>1416.1007999999999</c:v>
                      </c:pt>
                      <c:pt idx="1075">
                        <c:v>1394.46</c:v>
                      </c:pt>
                      <c:pt idx="1076">
                        <c:v>1383.7919999999999</c:v>
                      </c:pt>
                      <c:pt idx="1077">
                        <c:v>1356.0552</c:v>
                      </c:pt>
                      <c:pt idx="1078">
                        <c:v>1311.2496000000001</c:v>
                      </c:pt>
                      <c:pt idx="1079">
                        <c:v>1290.828</c:v>
                      </c:pt>
                      <c:pt idx="1080">
                        <c:v>1256.3856000000001</c:v>
                      </c:pt>
                      <c:pt idx="1081">
                        <c:v>1235.3543999999999</c:v>
                      </c:pt>
                      <c:pt idx="1082">
                        <c:v>1543.5072</c:v>
                      </c:pt>
                      <c:pt idx="1083">
                        <c:v>1550.5175999999999</c:v>
                      </c:pt>
                      <c:pt idx="1084">
                        <c:v>1539.8496</c:v>
                      </c:pt>
                      <c:pt idx="1085">
                        <c:v>1528.5719999999999</c:v>
                      </c:pt>
                      <c:pt idx="1086">
                        <c:v>1549.2983999999999</c:v>
                      </c:pt>
                      <c:pt idx="1087">
                        <c:v>1562.4048</c:v>
                      </c:pt>
                      <c:pt idx="1088">
                        <c:v>1552.0416</c:v>
                      </c:pt>
                      <c:pt idx="1089">
                        <c:v>1566.672</c:v>
                      </c:pt>
                      <c:pt idx="1090">
                        <c:v>1578.864</c:v>
                      </c:pt>
                      <c:pt idx="1091">
                        <c:v>1584.6551999999999</c:v>
                      </c:pt>
                      <c:pt idx="1092">
                        <c:v>1575.2064</c:v>
                      </c:pt>
                      <c:pt idx="1093">
                        <c:v>1565.4528</c:v>
                      </c:pt>
                      <c:pt idx="1094">
                        <c:v>1602.0288</c:v>
                      </c:pt>
                      <c:pt idx="1095">
                        <c:v>1591.9703999999999</c:v>
                      </c:pt>
                      <c:pt idx="1096">
                        <c:v>1581.3024</c:v>
                      </c:pt>
                      <c:pt idx="1097">
                        <c:v>1608.1248000000001</c:v>
                      </c:pt>
                      <c:pt idx="1098">
                        <c:v>1609.6487999999999</c:v>
                      </c:pt>
                      <c:pt idx="1099">
                        <c:v>1613.6112000000001</c:v>
                      </c:pt>
                      <c:pt idx="1100">
                        <c:v>1602.6384</c:v>
                      </c:pt>
                      <c:pt idx="1101">
                        <c:v>1607.5152</c:v>
                      </c:pt>
                      <c:pt idx="1102">
                        <c:v>1606.9056</c:v>
                      </c:pt>
                      <c:pt idx="1103">
                        <c:v>1591.3607999999999</c:v>
                      </c:pt>
                      <c:pt idx="1104">
                        <c:v>1554.1751999999999</c:v>
                      </c:pt>
                      <c:pt idx="1105">
                        <c:v>1538.9351999999999</c:v>
                      </c:pt>
                      <c:pt idx="1106">
                        <c:v>1604.1623999999999</c:v>
                      </c:pt>
                      <c:pt idx="1107">
                        <c:v>1605.6864</c:v>
                      </c:pt>
                      <c:pt idx="1108">
                        <c:v>1607.2103999999999</c:v>
                      </c:pt>
                      <c:pt idx="1109">
                        <c:v>1604.7719999999999</c:v>
                      </c:pt>
                      <c:pt idx="1110">
                        <c:v>1597.4567999999999</c:v>
                      </c:pt>
                      <c:pt idx="1111">
                        <c:v>1576.4256</c:v>
                      </c:pt>
                      <c:pt idx="1112">
                        <c:v>1560.2711999999999</c:v>
                      </c:pt>
                      <c:pt idx="1113">
                        <c:v>1519.4280000000001</c:v>
                      </c:pt>
                      <c:pt idx="1114">
                        <c:v>1503.2736</c:v>
                      </c:pt>
                      <c:pt idx="1115">
                        <c:v>1456.944</c:v>
                      </c:pt>
                      <c:pt idx="1116">
                        <c:v>1442.9232</c:v>
                      </c:pt>
                      <c:pt idx="1117">
                        <c:v>1401.1656</c:v>
                      </c:pt>
                      <c:pt idx="1118">
                        <c:v>1386.84</c:v>
                      </c:pt>
                      <c:pt idx="1119">
                        <c:v>1350.8735999999999</c:v>
                      </c:pt>
                      <c:pt idx="1120">
                        <c:v>1321.0032000000001</c:v>
                      </c:pt>
                      <c:pt idx="1121">
                        <c:v>1292.0472</c:v>
                      </c:pt>
                      <c:pt idx="1122">
                        <c:v>1275.2832000000001</c:v>
                      </c:pt>
                      <c:pt idx="1123">
                        <c:v>1236.8784000000001</c:v>
                      </c:pt>
                      <c:pt idx="1124">
                        <c:v>1224.3815999999999</c:v>
                      </c:pt>
                      <c:pt idx="1125">
                        <c:v>1198.4736</c:v>
                      </c:pt>
                      <c:pt idx="1126">
                        <c:v>1182.624</c:v>
                      </c:pt>
                      <c:pt idx="1127">
                        <c:v>1164.336</c:v>
                      </c:pt>
                      <c:pt idx="1128">
                        <c:v>1139.0376000000001</c:v>
                      </c:pt>
                      <c:pt idx="1129">
                        <c:v>1121.664</c:v>
                      </c:pt>
                      <c:pt idx="1130">
                        <c:v>1107.9480000000001</c:v>
                      </c:pt>
                      <c:pt idx="1131">
                        <c:v>1082.9544000000001</c:v>
                      </c:pt>
                      <c:pt idx="1132">
                        <c:v>1063.752</c:v>
                      </c:pt>
                      <c:pt idx="1133">
                        <c:v>1046.0735999999999</c:v>
                      </c:pt>
                      <c:pt idx="1134">
                        <c:v>1023.2136</c:v>
                      </c:pt>
                      <c:pt idx="1135">
                        <c:v>1028.0904</c:v>
                      </c:pt>
                      <c:pt idx="1136">
                        <c:v>975.96960000000001</c:v>
                      </c:pt>
                      <c:pt idx="1137">
                        <c:v>956.4624</c:v>
                      </c:pt>
                      <c:pt idx="1138">
                        <c:v>940.30799999999999</c:v>
                      </c:pt>
                      <c:pt idx="1139">
                        <c:v>926.28719999999998</c:v>
                      </c:pt>
                      <c:pt idx="1140">
                        <c:v>914.09519999999998</c:v>
                      </c:pt>
                      <c:pt idx="1141">
                        <c:v>889.71119999999996</c:v>
                      </c:pt>
                      <c:pt idx="1142">
                        <c:v>853.44</c:v>
                      </c:pt>
                      <c:pt idx="1143">
                        <c:v>845.82</c:v>
                      </c:pt>
                      <c:pt idx="1144">
                        <c:v>808.63440000000003</c:v>
                      </c:pt>
                      <c:pt idx="1145">
                        <c:v>783.94560000000001</c:v>
                      </c:pt>
                      <c:pt idx="1146">
                        <c:v>720.24239999999998</c:v>
                      </c:pt>
                      <c:pt idx="1147">
                        <c:v>657.45360000000005</c:v>
                      </c:pt>
                      <c:pt idx="1148">
                        <c:v>642.82320000000004</c:v>
                      </c:pt>
                      <c:pt idx="1149">
                        <c:v>560.83199999999999</c:v>
                      </c:pt>
                      <c:pt idx="1150">
                        <c:v>546.20159999999998</c:v>
                      </c:pt>
                      <c:pt idx="1151">
                        <c:v>532.18079999999998</c:v>
                      </c:pt>
                      <c:pt idx="1152">
                        <c:v>477.012</c:v>
                      </c:pt>
                      <c:pt idx="1153">
                        <c:v>464.82</c:v>
                      </c:pt>
                      <c:pt idx="1154">
                        <c:v>410.56560000000002</c:v>
                      </c:pt>
                      <c:pt idx="1155">
                        <c:v>379.7808</c:v>
                      </c:pt>
                      <c:pt idx="1156">
                        <c:v>353.26319999999998</c:v>
                      </c:pt>
                      <c:pt idx="1157">
                        <c:v>328.87920000000003</c:v>
                      </c:pt>
                      <c:pt idx="1158">
                        <c:v>295.04640000000001</c:v>
                      </c:pt>
                      <c:pt idx="1159">
                        <c:v>257.86079999999998</c:v>
                      </c:pt>
                      <c:pt idx="1160">
                        <c:v>242.0112</c:v>
                      </c:pt>
                      <c:pt idx="1161">
                        <c:v>206.34960000000001</c:v>
                      </c:pt>
                      <c:pt idx="1162">
                        <c:v>157.27680000000001</c:v>
                      </c:pt>
                      <c:pt idx="1163">
                        <c:v>113.9952</c:v>
                      </c:pt>
                      <c:pt idx="1164">
                        <c:v>63.093600000000002</c:v>
                      </c:pt>
                      <c:pt idx="1165">
                        <c:v>35.9664</c:v>
                      </c:pt>
                      <c:pt idx="1166">
                        <c:v>20.726400000000002</c:v>
                      </c:pt>
                      <c:pt idx="1167">
                        <c:v>14.6304</c:v>
                      </c:pt>
                      <c:pt idx="1168">
                        <c:v>1.2192000000000001</c:v>
                      </c:pt>
                      <c:pt idx="1169">
                        <c:v>1179.2711999999999</c:v>
                      </c:pt>
                      <c:pt idx="1170">
                        <c:v>1209.4464</c:v>
                      </c:pt>
                      <c:pt idx="1171">
                        <c:v>1615.44</c:v>
                      </c:pt>
                      <c:pt idx="1172">
                        <c:v>1614.5255999999999</c:v>
                      </c:pt>
                      <c:pt idx="1173">
                        <c:v>1614.8304000000001</c:v>
                      </c:pt>
                      <c:pt idx="1174">
                        <c:v>1605.9911999999999</c:v>
                      </c:pt>
                      <c:pt idx="1175">
                        <c:v>1607.82</c:v>
                      </c:pt>
                      <c:pt idx="1176">
                        <c:v>1610.8679999999999</c:v>
                      </c:pt>
                      <c:pt idx="1177">
                        <c:v>1611.1728000000001</c:v>
                      </c:pt>
                      <c:pt idx="1178">
                        <c:v>1613.0016000000001</c:v>
                      </c:pt>
                      <c:pt idx="1179">
                        <c:v>1612.0871999999999</c:v>
                      </c:pt>
                      <c:pt idx="1180">
                        <c:v>1605.6864</c:v>
                      </c:pt>
                      <c:pt idx="1181">
                        <c:v>1588.3127999999999</c:v>
                      </c:pt>
                      <c:pt idx="1182">
                        <c:v>1568.5008</c:v>
                      </c:pt>
                      <c:pt idx="1183">
                        <c:v>1543.5072</c:v>
                      </c:pt>
                      <c:pt idx="1184">
                        <c:v>1518.2088000000001</c:v>
                      </c:pt>
                      <c:pt idx="1185">
                        <c:v>1503.8832</c:v>
                      </c:pt>
                      <c:pt idx="1186">
                        <c:v>1488.6432</c:v>
                      </c:pt>
                      <c:pt idx="1187">
                        <c:v>1476.7560000000001</c:v>
                      </c:pt>
                      <c:pt idx="1188">
                        <c:v>1461.2112</c:v>
                      </c:pt>
                      <c:pt idx="1189">
                        <c:v>1455.7248</c:v>
                      </c:pt>
                      <c:pt idx="1190">
                        <c:v>1440.7896000000001</c:v>
                      </c:pt>
                      <c:pt idx="1191">
                        <c:v>1427.0735999999999</c:v>
                      </c:pt>
                      <c:pt idx="1192">
                        <c:v>1415.4911999999999</c:v>
                      </c:pt>
                      <c:pt idx="1193">
                        <c:v>1400.2511999999999</c:v>
                      </c:pt>
                      <c:pt idx="1194">
                        <c:v>1389.5832</c:v>
                      </c:pt>
                      <c:pt idx="1195">
                        <c:v>1374.3432</c:v>
                      </c:pt>
                      <c:pt idx="1196">
                        <c:v>1365.8088</c:v>
                      </c:pt>
                      <c:pt idx="1197">
                        <c:v>1350.8735999999999</c:v>
                      </c:pt>
                      <c:pt idx="1198">
                        <c:v>1334.1096</c:v>
                      </c:pt>
                      <c:pt idx="1199">
                        <c:v>1321.9176</c:v>
                      </c:pt>
                      <c:pt idx="1200">
                        <c:v>1303.3248000000001</c:v>
                      </c:pt>
                      <c:pt idx="1201">
                        <c:v>1287.78</c:v>
                      </c:pt>
                      <c:pt idx="1202">
                        <c:v>1275.2832000000001</c:v>
                      </c:pt>
                      <c:pt idx="1203">
                        <c:v>1259.7384</c:v>
                      </c:pt>
                      <c:pt idx="1204">
                        <c:v>1243.2791999999999</c:v>
                      </c:pt>
                      <c:pt idx="1205">
                        <c:v>1228.9536000000001</c:v>
                      </c:pt>
                      <c:pt idx="1206">
                        <c:v>1217.3712</c:v>
                      </c:pt>
                      <c:pt idx="1207">
                        <c:v>1201.8263999999999</c:v>
                      </c:pt>
                      <c:pt idx="1208">
                        <c:v>1191.1584</c:v>
                      </c:pt>
                      <c:pt idx="1209">
                        <c:v>1175.9184</c:v>
                      </c:pt>
                      <c:pt idx="1210">
                        <c:v>1164.6407999999999</c:v>
                      </c:pt>
                      <c:pt idx="1211">
                        <c:v>1149.7056</c:v>
                      </c:pt>
                      <c:pt idx="1212">
                        <c:v>1134.7704000000001</c:v>
                      </c:pt>
                      <c:pt idx="1213">
                        <c:v>1119.8352</c:v>
                      </c:pt>
                      <c:pt idx="1214">
                        <c:v>1103.9856</c:v>
                      </c:pt>
                      <c:pt idx="1215">
                        <c:v>1088.7456</c:v>
                      </c:pt>
                      <c:pt idx="1216">
                        <c:v>1071.0672</c:v>
                      </c:pt>
                      <c:pt idx="1217">
                        <c:v>1061.3136</c:v>
                      </c:pt>
                      <c:pt idx="1218">
                        <c:v>1044.8543999999999</c:v>
                      </c:pt>
                      <c:pt idx="1219">
                        <c:v>1022.604</c:v>
                      </c:pt>
                      <c:pt idx="1220">
                        <c:v>997.61040000000003</c:v>
                      </c:pt>
                      <c:pt idx="1221">
                        <c:v>996.69600000000003</c:v>
                      </c:pt>
                      <c:pt idx="1222">
                        <c:v>982.06560000000002</c:v>
                      </c:pt>
                      <c:pt idx="1223">
                        <c:v>973.83600000000001</c:v>
                      </c:pt>
                      <c:pt idx="1224">
                        <c:v>959.8152</c:v>
                      </c:pt>
                      <c:pt idx="1225">
                        <c:v>950.6712</c:v>
                      </c:pt>
                      <c:pt idx="1226">
                        <c:v>944.2704</c:v>
                      </c:pt>
                      <c:pt idx="1227">
                        <c:v>925.06799999999998</c:v>
                      </c:pt>
                      <c:pt idx="1228">
                        <c:v>913.79039999999998</c:v>
                      </c:pt>
                      <c:pt idx="1229">
                        <c:v>890.32079999999996</c:v>
                      </c:pt>
                      <c:pt idx="1230">
                        <c:v>889.10159999999996</c:v>
                      </c:pt>
                      <c:pt idx="1231">
                        <c:v>839.72400000000005</c:v>
                      </c:pt>
                      <c:pt idx="1232">
                        <c:v>830.58</c:v>
                      </c:pt>
                      <c:pt idx="1233">
                        <c:v>791.26080000000002</c:v>
                      </c:pt>
                      <c:pt idx="1234">
                        <c:v>721.46159999999998</c:v>
                      </c:pt>
                      <c:pt idx="1235">
                        <c:v>709.26959999999997</c:v>
                      </c:pt>
                      <c:pt idx="1236">
                        <c:v>660.50160000000005</c:v>
                      </c:pt>
                      <c:pt idx="1237">
                        <c:v>637.03200000000004</c:v>
                      </c:pt>
                      <c:pt idx="1238">
                        <c:v>626.36400000000003</c:v>
                      </c:pt>
                      <c:pt idx="1239">
                        <c:v>594.96960000000001</c:v>
                      </c:pt>
                      <c:pt idx="1240">
                        <c:v>487.98480000000001</c:v>
                      </c:pt>
                      <c:pt idx="1241">
                        <c:v>467.56319999999999</c:v>
                      </c:pt>
                      <c:pt idx="1242">
                        <c:v>441.65519999999998</c:v>
                      </c:pt>
                      <c:pt idx="1243">
                        <c:v>414.83280000000002</c:v>
                      </c:pt>
                      <c:pt idx="1244">
                        <c:v>397.45920000000001</c:v>
                      </c:pt>
                      <c:pt idx="1245">
                        <c:v>316.68720000000002</c:v>
                      </c:pt>
                      <c:pt idx="1246">
                        <c:v>301.75200000000001</c:v>
                      </c:pt>
                      <c:pt idx="1247">
                        <c:v>231.648</c:v>
                      </c:pt>
                      <c:pt idx="1248">
                        <c:v>222.80879999999999</c:v>
                      </c:pt>
                      <c:pt idx="1249">
                        <c:v>159.71520000000001</c:v>
                      </c:pt>
                      <c:pt idx="1250">
                        <c:v>137.7696</c:v>
                      </c:pt>
                      <c:pt idx="1251">
                        <c:v>80.162400000000005</c:v>
                      </c:pt>
                      <c:pt idx="1252">
                        <c:v>44.500799999999998</c:v>
                      </c:pt>
                      <c:pt idx="1253">
                        <c:v>28.346399999999999</c:v>
                      </c:pt>
                      <c:pt idx="1254">
                        <c:v>13.715999999999999</c:v>
                      </c:pt>
                      <c:pt idx="1255">
                        <c:v>144.1704</c:v>
                      </c:pt>
                      <c:pt idx="1256">
                        <c:v>866.24159999999995</c:v>
                      </c:pt>
                      <c:pt idx="1257">
                        <c:v>832.40880000000004</c:v>
                      </c:pt>
                      <c:pt idx="1258">
                        <c:v>832.10400000000004</c:v>
                      </c:pt>
                      <c:pt idx="1259">
                        <c:v>602.28480000000002</c:v>
                      </c:pt>
                      <c:pt idx="1260">
                        <c:v>556.86959999999999</c:v>
                      </c:pt>
                      <c:pt idx="1261">
                        <c:v>523.03679999999997</c:v>
                      </c:pt>
                      <c:pt idx="1262">
                        <c:v>488.28960000000001</c:v>
                      </c:pt>
                      <c:pt idx="1263">
                        <c:v>465.42959999999999</c:v>
                      </c:pt>
                      <c:pt idx="1264">
                        <c:v>437.08319999999998</c:v>
                      </c:pt>
                      <c:pt idx="1265">
                        <c:v>375.8184</c:v>
                      </c:pt>
                      <c:pt idx="1266">
                        <c:v>360.57839999999999</c:v>
                      </c:pt>
                      <c:pt idx="1267">
                        <c:v>340.15679999999998</c:v>
                      </c:pt>
                      <c:pt idx="1268">
                        <c:v>216.10319999999999</c:v>
                      </c:pt>
                      <c:pt idx="1269">
                        <c:v>151.48560000000001</c:v>
                      </c:pt>
                      <c:pt idx="1270">
                        <c:v>97.231200000000001</c:v>
                      </c:pt>
                      <c:pt idx="1271">
                        <c:v>95.7072</c:v>
                      </c:pt>
                      <c:pt idx="1272">
                        <c:v>6.4008000000000003</c:v>
                      </c:pt>
                      <c:pt idx="1273">
                        <c:v>3.6576</c:v>
                      </c:pt>
                      <c:pt idx="1274">
                        <c:v>6.4008000000000003</c:v>
                      </c:pt>
                      <c:pt idx="1275">
                        <c:v>4.8768000000000002</c:v>
                      </c:pt>
                      <c:pt idx="1276">
                        <c:v>116.4336</c:v>
                      </c:pt>
                      <c:pt idx="1277">
                        <c:v>1614.8304000000001</c:v>
                      </c:pt>
                      <c:pt idx="1278">
                        <c:v>1615.1351999999999</c:v>
                      </c:pt>
                      <c:pt idx="1279">
                        <c:v>1622.1456000000001</c:v>
                      </c:pt>
                      <c:pt idx="1280">
                        <c:v>1616.0496000000001</c:v>
                      </c:pt>
                      <c:pt idx="1281">
                        <c:v>1637.6904</c:v>
                      </c:pt>
                      <c:pt idx="1282">
                        <c:v>1629.4608000000001</c:v>
                      </c:pt>
                      <c:pt idx="1283">
                        <c:v>1636.7760000000001</c:v>
                      </c:pt>
                      <c:pt idx="1284">
                        <c:v>1640.7384</c:v>
                      </c:pt>
                      <c:pt idx="1285">
                        <c:v>1650.1872000000001</c:v>
                      </c:pt>
                      <c:pt idx="1286">
                        <c:v>1640.1288</c:v>
                      </c:pt>
                      <c:pt idx="1287">
                        <c:v>1652.3208</c:v>
                      </c:pt>
                      <c:pt idx="1288">
                        <c:v>1660.8552</c:v>
                      </c:pt>
                      <c:pt idx="1289">
                        <c:v>1673.3520000000001</c:v>
                      </c:pt>
                      <c:pt idx="1290">
                        <c:v>1663.5984000000001</c:v>
                      </c:pt>
                      <c:pt idx="1291">
                        <c:v>1653.2352000000001</c:v>
                      </c:pt>
                      <c:pt idx="1292">
                        <c:v>1676.0952</c:v>
                      </c:pt>
                      <c:pt idx="1293">
                        <c:v>1668.78</c:v>
                      </c:pt>
                      <c:pt idx="1294">
                        <c:v>1678.2288000000001</c:v>
                      </c:pt>
                      <c:pt idx="1295">
                        <c:v>1689.5064</c:v>
                      </c:pt>
                      <c:pt idx="1296">
                        <c:v>1679.7528</c:v>
                      </c:pt>
                      <c:pt idx="1297">
                        <c:v>1669.9992</c:v>
                      </c:pt>
                      <c:pt idx="1298">
                        <c:v>1693.164</c:v>
                      </c:pt>
                      <c:pt idx="1299">
                        <c:v>1701.6984</c:v>
                      </c:pt>
                      <c:pt idx="1300">
                        <c:v>1713.8904</c:v>
                      </c:pt>
                      <c:pt idx="1301">
                        <c:v>1702.0032000000001</c:v>
                      </c:pt>
                      <c:pt idx="1302">
                        <c:v>1689.5064</c:v>
                      </c:pt>
                      <c:pt idx="1303">
                        <c:v>1711.452</c:v>
                      </c:pt>
                      <c:pt idx="1304">
                        <c:v>1722.7295999999999</c:v>
                      </c:pt>
                      <c:pt idx="1305">
                        <c:v>1734.9215999999999</c:v>
                      </c:pt>
                      <c:pt idx="1306">
                        <c:v>1721.2056</c:v>
                      </c:pt>
                      <c:pt idx="1307">
                        <c:v>1706.2704000000001</c:v>
                      </c:pt>
                      <c:pt idx="1308">
                        <c:v>1734.0072</c:v>
                      </c:pt>
                      <c:pt idx="1309">
                        <c:v>1740.1032</c:v>
                      </c:pt>
                      <c:pt idx="1310">
                        <c:v>1724.8632</c:v>
                      </c:pt>
                      <c:pt idx="1311">
                        <c:v>1752.2952</c:v>
                      </c:pt>
                      <c:pt idx="1312">
                        <c:v>1756.5624</c:v>
                      </c:pt>
                      <c:pt idx="1313">
                        <c:v>1763.8776</c:v>
                      </c:pt>
                      <c:pt idx="1314">
                        <c:v>1752.2952</c:v>
                      </c:pt>
                      <c:pt idx="1315">
                        <c:v>1761.7439999999999</c:v>
                      </c:pt>
                      <c:pt idx="1316">
                        <c:v>1739.7983999999999</c:v>
                      </c:pt>
                      <c:pt idx="1317">
                        <c:v>1718.1576</c:v>
                      </c:pt>
                      <c:pt idx="1318">
                        <c:v>1714.8047999999999</c:v>
                      </c:pt>
                      <c:pt idx="1319">
                        <c:v>1691.3352</c:v>
                      </c:pt>
                      <c:pt idx="1320">
                        <c:v>1679.4480000000001</c:v>
                      </c:pt>
                      <c:pt idx="1321">
                        <c:v>1641.0432000000001</c:v>
                      </c:pt>
                      <c:pt idx="1322">
                        <c:v>1622.1456000000001</c:v>
                      </c:pt>
                      <c:pt idx="1323">
                        <c:v>1687.3728000000001</c:v>
                      </c:pt>
                      <c:pt idx="1324">
                        <c:v>1716.3288</c:v>
                      </c:pt>
                      <c:pt idx="1325">
                        <c:v>1779.4223999999999</c:v>
                      </c:pt>
                      <c:pt idx="1326">
                        <c:v>1782.1656</c:v>
                      </c:pt>
                      <c:pt idx="1327">
                        <c:v>1764.4872</c:v>
                      </c:pt>
                      <c:pt idx="1328">
                        <c:v>1801.9775999999999</c:v>
                      </c:pt>
                      <c:pt idx="1329">
                        <c:v>1787.3471999999999</c:v>
                      </c:pt>
                      <c:pt idx="1330">
                        <c:v>1802.5871999999999</c:v>
                      </c:pt>
                      <c:pt idx="1331">
                        <c:v>1801.6728000000001</c:v>
                      </c:pt>
                      <c:pt idx="1332">
                        <c:v>1821.4848</c:v>
                      </c:pt>
                      <c:pt idx="1333">
                        <c:v>1819.6559999999999</c:v>
                      </c:pt>
                      <c:pt idx="1334">
                        <c:v>1805.6351999999999</c:v>
                      </c:pt>
                      <c:pt idx="1335">
                        <c:v>1846.7832000000001</c:v>
                      </c:pt>
                      <c:pt idx="1336">
                        <c:v>1832.4576</c:v>
                      </c:pt>
                      <c:pt idx="1337">
                        <c:v>1843.7352000000001</c:v>
                      </c:pt>
                      <c:pt idx="1338">
                        <c:v>1850.7456</c:v>
                      </c:pt>
                      <c:pt idx="1339">
                        <c:v>1865.6808000000001</c:v>
                      </c:pt>
                      <c:pt idx="1340">
                        <c:v>1855.6224</c:v>
                      </c:pt>
                      <c:pt idx="1341">
                        <c:v>1844.9544000000001</c:v>
                      </c:pt>
                      <c:pt idx="1342">
                        <c:v>1860.8040000000001</c:v>
                      </c:pt>
                      <c:pt idx="1343">
                        <c:v>1871.7768000000001</c:v>
                      </c:pt>
                      <c:pt idx="1344">
                        <c:v>1885.4928</c:v>
                      </c:pt>
                      <c:pt idx="1345">
                        <c:v>1863.2424000000001</c:v>
                      </c:pt>
                      <c:pt idx="1346">
                        <c:v>1883.0544</c:v>
                      </c:pt>
                      <c:pt idx="1347">
                        <c:v>1879.3968</c:v>
                      </c:pt>
                      <c:pt idx="1348">
                        <c:v>1890.6744000000001</c:v>
                      </c:pt>
                      <c:pt idx="1349">
                        <c:v>1894.3320000000001</c:v>
                      </c:pt>
                      <c:pt idx="1350">
                        <c:v>1879.3968</c:v>
                      </c:pt>
                      <c:pt idx="1351">
                        <c:v>1902.5616</c:v>
                      </c:pt>
                      <c:pt idx="1352">
                        <c:v>1913.8391999999999</c:v>
                      </c:pt>
                      <c:pt idx="1353">
                        <c:v>1923.288</c:v>
                      </c:pt>
                      <c:pt idx="1354">
                        <c:v>1904.6952000000001</c:v>
                      </c:pt>
                      <c:pt idx="1355">
                        <c:v>1922.0688</c:v>
                      </c:pt>
                      <c:pt idx="1356">
                        <c:v>1936.6992</c:v>
                      </c:pt>
                      <c:pt idx="1357">
                        <c:v>1928.7744</c:v>
                      </c:pt>
                      <c:pt idx="1358">
                        <c:v>1892.808</c:v>
                      </c:pt>
                      <c:pt idx="1359">
                        <c:v>1864.1568</c:v>
                      </c:pt>
                      <c:pt idx="1360">
                        <c:v>1819.3512000000001</c:v>
                      </c:pt>
                      <c:pt idx="1361">
                        <c:v>1779.4223999999999</c:v>
                      </c:pt>
                      <c:pt idx="1362">
                        <c:v>1733.3976</c:v>
                      </c:pt>
                      <c:pt idx="1363">
                        <c:v>1682.8008</c:v>
                      </c:pt>
                      <c:pt idx="1364">
                        <c:v>1627.3271999999999</c:v>
                      </c:pt>
                      <c:pt idx="1365">
                        <c:v>1532.8391999999999</c:v>
                      </c:pt>
                      <c:pt idx="1366">
                        <c:v>1512.7224000000001</c:v>
                      </c:pt>
                      <c:pt idx="1367">
                        <c:v>1350.8735999999999</c:v>
                      </c:pt>
                      <c:pt idx="1368">
                        <c:v>1330.7568000000001</c:v>
                      </c:pt>
                      <c:pt idx="1369">
                        <c:v>1306.9824000000001</c:v>
                      </c:pt>
                      <c:pt idx="1370">
                        <c:v>1279.2456</c:v>
                      </c:pt>
                      <c:pt idx="1371">
                        <c:v>1119.5304000000001</c:v>
                      </c:pt>
                      <c:pt idx="1372">
                        <c:v>1105.2048</c:v>
                      </c:pt>
                      <c:pt idx="1373">
                        <c:v>1022.604</c:v>
                      </c:pt>
                      <c:pt idx="1374">
                        <c:v>970.78800000000001</c:v>
                      </c:pt>
                      <c:pt idx="1375">
                        <c:v>898.55039999999997</c:v>
                      </c:pt>
                      <c:pt idx="1376">
                        <c:v>829.66560000000004</c:v>
                      </c:pt>
                      <c:pt idx="1377">
                        <c:v>793.69920000000002</c:v>
                      </c:pt>
                      <c:pt idx="1378">
                        <c:v>685.49519999999995</c:v>
                      </c:pt>
                      <c:pt idx="1379">
                        <c:v>619.04880000000003</c:v>
                      </c:pt>
                      <c:pt idx="1380">
                        <c:v>560.83199999999999</c:v>
                      </c:pt>
                      <c:pt idx="1381">
                        <c:v>523.03679999999997</c:v>
                      </c:pt>
                      <c:pt idx="1382">
                        <c:v>492.55680000000001</c:v>
                      </c:pt>
                      <c:pt idx="1383">
                        <c:v>426.72</c:v>
                      </c:pt>
                      <c:pt idx="1384">
                        <c:v>362.10239999999999</c:v>
                      </c:pt>
                      <c:pt idx="1385">
                        <c:v>309.67680000000001</c:v>
                      </c:pt>
                      <c:pt idx="1386">
                        <c:v>254.50800000000001</c:v>
                      </c:pt>
                      <c:pt idx="1387">
                        <c:v>220.06559999999999</c:v>
                      </c:pt>
                      <c:pt idx="1388">
                        <c:v>163.06800000000001</c:v>
                      </c:pt>
                      <c:pt idx="1389">
                        <c:v>70.408799999999999</c:v>
                      </c:pt>
                      <c:pt idx="1390">
                        <c:v>44.195999999999998</c:v>
                      </c:pt>
                      <c:pt idx="1391">
                        <c:v>70.7136</c:v>
                      </c:pt>
                      <c:pt idx="1392">
                        <c:v>1058.2655999999999</c:v>
                      </c:pt>
                      <c:pt idx="1393">
                        <c:v>1052.4744000000001</c:v>
                      </c:pt>
                      <c:pt idx="1394">
                        <c:v>1039.9775999999999</c:v>
                      </c:pt>
                      <c:pt idx="1395">
                        <c:v>1048.8168000000001</c:v>
                      </c:pt>
                      <c:pt idx="1396">
                        <c:v>1948.2816</c:v>
                      </c:pt>
                      <c:pt idx="1397">
                        <c:v>1937.6135999999999</c:v>
                      </c:pt>
                      <c:pt idx="1398">
                        <c:v>1926.9456</c:v>
                      </c:pt>
                      <c:pt idx="1399">
                        <c:v>1947.9767999999999</c:v>
                      </c:pt>
                      <c:pt idx="1400">
                        <c:v>1967.1792</c:v>
                      </c:pt>
                      <c:pt idx="1401">
                        <c:v>1978.4567999999999</c:v>
                      </c:pt>
                      <c:pt idx="1402">
                        <c:v>1986.0768</c:v>
                      </c:pt>
                      <c:pt idx="1403">
                        <c:v>1991.2583999999999</c:v>
                      </c:pt>
                      <c:pt idx="1404">
                        <c:v>1949.8055999999999</c:v>
                      </c:pt>
                      <c:pt idx="1405">
                        <c:v>1922.0688</c:v>
                      </c:pt>
                      <c:pt idx="1406">
                        <c:v>1891.8936000000001</c:v>
                      </c:pt>
                      <c:pt idx="1407">
                        <c:v>1877.2632000000001</c:v>
                      </c:pt>
                      <c:pt idx="1408">
                        <c:v>1848.6120000000001</c:v>
                      </c:pt>
                      <c:pt idx="1409">
                        <c:v>1814.4744000000001</c:v>
                      </c:pt>
                      <c:pt idx="1410">
                        <c:v>1781.556</c:v>
                      </c:pt>
                      <c:pt idx="1411">
                        <c:v>1738.2744</c:v>
                      </c:pt>
                      <c:pt idx="1412">
                        <c:v>1734.6168</c:v>
                      </c:pt>
                      <c:pt idx="1413">
                        <c:v>1698.3456000000001</c:v>
                      </c:pt>
                      <c:pt idx="1414">
                        <c:v>1657.1976</c:v>
                      </c:pt>
                      <c:pt idx="1415">
                        <c:v>1630.0704000000001</c:v>
                      </c:pt>
                      <c:pt idx="1416">
                        <c:v>1561.7952</c:v>
                      </c:pt>
                      <c:pt idx="1417">
                        <c:v>1532.2295999999999</c:v>
                      </c:pt>
                      <c:pt idx="1418">
                        <c:v>1482.5472</c:v>
                      </c:pt>
                      <c:pt idx="1419">
                        <c:v>1420.0632000000001</c:v>
                      </c:pt>
                      <c:pt idx="1420">
                        <c:v>1416.4056</c:v>
                      </c:pt>
                      <c:pt idx="1421">
                        <c:v>1362.4559999999999</c:v>
                      </c:pt>
                      <c:pt idx="1422">
                        <c:v>1360.0175999999999</c:v>
                      </c:pt>
                      <c:pt idx="1423">
                        <c:v>1301.4960000000001</c:v>
                      </c:pt>
                      <c:pt idx="1424">
                        <c:v>1159.4592</c:v>
                      </c:pt>
                      <c:pt idx="1425">
                        <c:v>1109.472</c:v>
                      </c:pt>
                      <c:pt idx="1426">
                        <c:v>1043.94</c:v>
                      </c:pt>
                      <c:pt idx="1427">
                        <c:v>1042.1112000000001</c:v>
                      </c:pt>
                      <c:pt idx="1428">
                        <c:v>983.58960000000002</c:v>
                      </c:pt>
                      <c:pt idx="1429">
                        <c:v>920.49599999999998</c:v>
                      </c:pt>
                      <c:pt idx="1430">
                        <c:v>845.21040000000005</c:v>
                      </c:pt>
                      <c:pt idx="1431">
                        <c:v>818.99760000000003</c:v>
                      </c:pt>
                      <c:pt idx="1432">
                        <c:v>793.08960000000002</c:v>
                      </c:pt>
                      <c:pt idx="1433">
                        <c:v>772.66800000000001</c:v>
                      </c:pt>
                      <c:pt idx="1434">
                        <c:v>726.03359999999998</c:v>
                      </c:pt>
                      <c:pt idx="1435">
                        <c:v>638.25120000000004</c:v>
                      </c:pt>
                      <c:pt idx="1436">
                        <c:v>607.77120000000002</c:v>
                      </c:pt>
                      <c:pt idx="1437">
                        <c:v>388.0104</c:v>
                      </c:pt>
                      <c:pt idx="1438">
                        <c:v>1138.7328</c:v>
                      </c:pt>
                      <c:pt idx="1439">
                        <c:v>1120.7496000000001</c:v>
                      </c:pt>
                      <c:pt idx="1440">
                        <c:v>1035.7103999999999</c:v>
                      </c:pt>
                      <c:pt idx="1441">
                        <c:v>1012.8504</c:v>
                      </c:pt>
                      <c:pt idx="1442">
                        <c:v>1006.1448</c:v>
                      </c:pt>
                      <c:pt idx="1443">
                        <c:v>955.548</c:v>
                      </c:pt>
                      <c:pt idx="1444">
                        <c:v>940.91759999999999</c:v>
                      </c:pt>
                      <c:pt idx="1445">
                        <c:v>915.92399999999998</c:v>
                      </c:pt>
                      <c:pt idx="1446">
                        <c:v>834.54240000000004</c:v>
                      </c:pt>
                      <c:pt idx="1447">
                        <c:v>1996.7447999999999</c:v>
                      </c:pt>
                      <c:pt idx="1448">
                        <c:v>2024.1768</c:v>
                      </c:pt>
                      <c:pt idx="1449">
                        <c:v>2012.8992000000001</c:v>
                      </c:pt>
                      <c:pt idx="1450">
                        <c:v>2042.4648</c:v>
                      </c:pt>
                      <c:pt idx="1451">
                        <c:v>2030.5776000000001</c:v>
                      </c:pt>
                      <c:pt idx="1452">
                        <c:v>2067.4584</c:v>
                      </c:pt>
                      <c:pt idx="1453">
                        <c:v>2089.7087999999999</c:v>
                      </c:pt>
                      <c:pt idx="1454">
                        <c:v>2090.0136000000002</c:v>
                      </c:pt>
                      <c:pt idx="1455">
                        <c:v>2098.2431999999999</c:v>
                      </c:pt>
                      <c:pt idx="1456">
                        <c:v>2106.7775999999999</c:v>
                      </c:pt>
                      <c:pt idx="1457">
                        <c:v>2090.0136000000002</c:v>
                      </c:pt>
                      <c:pt idx="1458">
                        <c:v>2127.5039999999999</c:v>
                      </c:pt>
                      <c:pt idx="1459">
                        <c:v>2115.0072</c:v>
                      </c:pt>
                      <c:pt idx="1460">
                        <c:v>2120.7984000000001</c:v>
                      </c:pt>
                      <c:pt idx="1461">
                        <c:v>2132.6855999999998</c:v>
                      </c:pt>
                      <c:pt idx="1462">
                        <c:v>2145.7919999999999</c:v>
                      </c:pt>
                      <c:pt idx="1463">
                        <c:v>2131.1615999999999</c:v>
                      </c:pt>
                      <c:pt idx="1464">
                        <c:v>2149.1448</c:v>
                      </c:pt>
                      <c:pt idx="1465">
                        <c:v>2153.4119999999998</c:v>
                      </c:pt>
                      <c:pt idx="1466">
                        <c:v>2169.5664000000002</c:v>
                      </c:pt>
                      <c:pt idx="1467">
                        <c:v>2155.5455999999999</c:v>
                      </c:pt>
                      <c:pt idx="1468">
                        <c:v>2168.9567999999999</c:v>
                      </c:pt>
                      <c:pt idx="1469">
                        <c:v>2193.9504000000002</c:v>
                      </c:pt>
                      <c:pt idx="1470">
                        <c:v>2191.5120000000002</c:v>
                      </c:pt>
                      <c:pt idx="1471">
                        <c:v>2175.3575999999998</c:v>
                      </c:pt>
                      <c:pt idx="1472">
                        <c:v>2188.4639999999999</c:v>
                      </c:pt>
                      <c:pt idx="1473">
                        <c:v>2175.3575999999998</c:v>
                      </c:pt>
                      <c:pt idx="1474">
                        <c:v>2190.9023999999999</c:v>
                      </c:pt>
                      <c:pt idx="1475">
                        <c:v>2171.0904</c:v>
                      </c:pt>
                      <c:pt idx="1476">
                        <c:v>2151.5832</c:v>
                      </c:pt>
                      <c:pt idx="1477">
                        <c:v>2125.6752000000001</c:v>
                      </c:pt>
                      <c:pt idx="1478">
                        <c:v>2101.2912000000001</c:v>
                      </c:pt>
                      <c:pt idx="1479">
                        <c:v>2071.7256000000002</c:v>
                      </c:pt>
                      <c:pt idx="1480">
                        <c:v>2040.636</c:v>
                      </c:pt>
                      <c:pt idx="1481">
                        <c:v>2024.4816000000001</c:v>
                      </c:pt>
                      <c:pt idx="1482">
                        <c:v>1993.6967999999999</c:v>
                      </c:pt>
                      <c:pt idx="1483">
                        <c:v>2194.56</c:v>
                      </c:pt>
                      <c:pt idx="1484">
                        <c:v>2172.9191999999998</c:v>
                      </c:pt>
                      <c:pt idx="1485">
                        <c:v>2189.3784000000001</c:v>
                      </c:pt>
                      <c:pt idx="1486">
                        <c:v>2187.5495999999998</c:v>
                      </c:pt>
                      <c:pt idx="1487">
                        <c:v>2185.4160000000002</c:v>
                      </c:pt>
                      <c:pt idx="1488">
                        <c:v>2145.4872</c:v>
                      </c:pt>
                      <c:pt idx="1489">
                        <c:v>2134.5144</c:v>
                      </c:pt>
                      <c:pt idx="1490">
                        <c:v>2110.1304</c:v>
                      </c:pt>
                      <c:pt idx="1491">
                        <c:v>2054.3519999999999</c:v>
                      </c:pt>
                      <c:pt idx="1492">
                        <c:v>2023.8720000000001</c:v>
                      </c:pt>
                      <c:pt idx="1493">
                        <c:v>2006.4983999999999</c:v>
                      </c:pt>
                      <c:pt idx="1494">
                        <c:v>1987.296</c:v>
                      </c:pt>
                      <c:pt idx="1495">
                        <c:v>1966.2647999999999</c:v>
                      </c:pt>
                      <c:pt idx="1496">
                        <c:v>1920.8496</c:v>
                      </c:pt>
                      <c:pt idx="1497">
                        <c:v>1903.1712</c:v>
                      </c:pt>
                      <c:pt idx="1498">
                        <c:v>1874.52</c:v>
                      </c:pt>
                      <c:pt idx="1499">
                        <c:v>1844.9544000000001</c:v>
                      </c:pt>
                      <c:pt idx="1500">
                        <c:v>1815.0840000000001</c:v>
                      </c:pt>
                      <c:pt idx="1501">
                        <c:v>1779.1176</c:v>
                      </c:pt>
                      <c:pt idx="1502">
                        <c:v>1736.1407999999999</c:v>
                      </c:pt>
                      <c:pt idx="1503">
                        <c:v>1711.7568000000001</c:v>
                      </c:pt>
                      <c:pt idx="1504">
                        <c:v>1674.5712000000001</c:v>
                      </c:pt>
                      <c:pt idx="1505">
                        <c:v>1638.9096</c:v>
                      </c:pt>
                      <c:pt idx="1506">
                        <c:v>1593.1895999999999</c:v>
                      </c:pt>
                      <c:pt idx="1507">
                        <c:v>1577.0352</c:v>
                      </c:pt>
                      <c:pt idx="1508">
                        <c:v>1504.4928</c:v>
                      </c:pt>
                      <c:pt idx="1509">
                        <c:v>1475.8416</c:v>
                      </c:pt>
                      <c:pt idx="1510">
                        <c:v>1471.5744</c:v>
                      </c:pt>
                      <c:pt idx="1511">
                        <c:v>1441.0944</c:v>
                      </c:pt>
                      <c:pt idx="1512">
                        <c:v>1381.6584</c:v>
                      </c:pt>
                      <c:pt idx="1513">
                        <c:v>1342.3391999999999</c:v>
                      </c:pt>
                      <c:pt idx="1514">
                        <c:v>1288.3896</c:v>
                      </c:pt>
                      <c:pt idx="1515">
                        <c:v>1254.5568000000001</c:v>
                      </c:pt>
                      <c:pt idx="1516">
                        <c:v>1218.5904</c:v>
                      </c:pt>
                      <c:pt idx="1517">
                        <c:v>1182.624</c:v>
                      </c:pt>
                      <c:pt idx="1518">
                        <c:v>1148.4864</c:v>
                      </c:pt>
                      <c:pt idx="1519">
                        <c:v>1106.1192000000001</c:v>
                      </c:pt>
                      <c:pt idx="1520">
                        <c:v>1126.2360000000001</c:v>
                      </c:pt>
                      <c:pt idx="1521">
                        <c:v>1072.5912000000001</c:v>
                      </c:pt>
                      <c:pt idx="1522">
                        <c:v>993.64800000000002</c:v>
                      </c:pt>
                      <c:pt idx="1523">
                        <c:v>969.56880000000001</c:v>
                      </c:pt>
                      <c:pt idx="1524">
                        <c:v>925.37279999999998</c:v>
                      </c:pt>
                      <c:pt idx="1525">
                        <c:v>863.49839999999995</c:v>
                      </c:pt>
                      <c:pt idx="1526">
                        <c:v>794.30880000000002</c:v>
                      </c:pt>
                      <c:pt idx="1527">
                        <c:v>769.0104</c:v>
                      </c:pt>
                      <c:pt idx="1528">
                        <c:v>750.72239999999999</c:v>
                      </c:pt>
                      <c:pt idx="1529">
                        <c:v>697.07759999999996</c:v>
                      </c:pt>
                      <c:pt idx="1530">
                        <c:v>689.15279999999996</c:v>
                      </c:pt>
                      <c:pt idx="1531">
                        <c:v>576.6816</c:v>
                      </c:pt>
                      <c:pt idx="1532">
                        <c:v>549.24959999999999</c:v>
                      </c:pt>
                      <c:pt idx="1533">
                        <c:v>516.02639999999997</c:v>
                      </c:pt>
                      <c:pt idx="1534">
                        <c:v>463.60079999999999</c:v>
                      </c:pt>
                      <c:pt idx="1535">
                        <c:v>377.3424</c:v>
                      </c:pt>
                      <c:pt idx="1536">
                        <c:v>279.8064</c:v>
                      </c:pt>
                      <c:pt idx="1537">
                        <c:v>226.77119999999999</c:v>
                      </c:pt>
                      <c:pt idx="1538">
                        <c:v>222.50399999999999</c:v>
                      </c:pt>
                      <c:pt idx="1539">
                        <c:v>145.9992</c:v>
                      </c:pt>
                      <c:pt idx="1540">
                        <c:v>140.5128</c:v>
                      </c:pt>
                      <c:pt idx="1541">
                        <c:v>123.7488</c:v>
                      </c:pt>
                      <c:pt idx="1542">
                        <c:v>96.316800000000001</c:v>
                      </c:pt>
                      <c:pt idx="1543">
                        <c:v>11.5824</c:v>
                      </c:pt>
                      <c:pt idx="1544">
                        <c:v>521.81759999999997</c:v>
                      </c:pt>
                      <c:pt idx="1545">
                        <c:v>1418.8440000000001</c:v>
                      </c:pt>
                      <c:pt idx="1546">
                        <c:v>2192.7312000000002</c:v>
                      </c:pt>
                      <c:pt idx="1547">
                        <c:v>2173.2240000000002</c:v>
                      </c:pt>
                      <c:pt idx="1548">
                        <c:v>1543.8119999999999</c:v>
                      </c:pt>
                      <c:pt idx="1549">
                        <c:v>1503.2736</c:v>
                      </c:pt>
                      <c:pt idx="1550">
                        <c:v>1451.7624000000001</c:v>
                      </c:pt>
                      <c:pt idx="1551">
                        <c:v>1395.6792</c:v>
                      </c:pt>
                      <c:pt idx="1552">
                        <c:v>1380.7439999999999</c:v>
                      </c:pt>
                      <c:pt idx="1553">
                        <c:v>1298.1432</c:v>
                      </c:pt>
                      <c:pt idx="1554">
                        <c:v>1293.876</c:v>
                      </c:pt>
                      <c:pt idx="1555">
                        <c:v>1109.1672000000001</c:v>
                      </c:pt>
                      <c:pt idx="1556">
                        <c:v>1090.2696000000001</c:v>
                      </c:pt>
                      <c:pt idx="1557">
                        <c:v>1000.6584</c:v>
                      </c:pt>
                      <c:pt idx="1558">
                        <c:v>933.29759999999999</c:v>
                      </c:pt>
                      <c:pt idx="1559">
                        <c:v>918.05759999999998</c:v>
                      </c:pt>
                      <c:pt idx="1560">
                        <c:v>841.24800000000005</c:v>
                      </c:pt>
                      <c:pt idx="1561">
                        <c:v>824.17920000000004</c:v>
                      </c:pt>
                      <c:pt idx="1562">
                        <c:v>691.59119999999996</c:v>
                      </c:pt>
                      <c:pt idx="1563">
                        <c:v>605.63760000000002</c:v>
                      </c:pt>
                      <c:pt idx="1564">
                        <c:v>580.94880000000001</c:v>
                      </c:pt>
                      <c:pt idx="1565">
                        <c:v>562.05119999999999</c:v>
                      </c:pt>
                      <c:pt idx="1566">
                        <c:v>543.45839999999998</c:v>
                      </c:pt>
                      <c:pt idx="1567">
                        <c:v>373.38</c:v>
                      </c:pt>
                      <c:pt idx="1568">
                        <c:v>353.56799999999998</c:v>
                      </c:pt>
                      <c:pt idx="1569">
                        <c:v>335.58479999999997</c:v>
                      </c:pt>
                      <c:pt idx="1570">
                        <c:v>312.11520000000002</c:v>
                      </c:pt>
                      <c:pt idx="1571">
                        <c:v>187.1472</c:v>
                      </c:pt>
                      <c:pt idx="1572">
                        <c:v>151.1808</c:v>
                      </c:pt>
                      <c:pt idx="1573">
                        <c:v>88.391999999999996</c:v>
                      </c:pt>
                      <c:pt idx="1574">
                        <c:v>47.5488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1-FC34-48D9-8526-7D91489CDD44}"/>
                  </c:ext>
                </c:extLst>
              </c15:ser>
            </c15:filteredScatterSeries>
          </c:ext>
        </c:extLst>
      </c:scatterChart>
      <c:valAx>
        <c:axId val="1975001712"/>
        <c:scaling>
          <c:orientation val="minMax"/>
          <c:max val="3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Surface Torque</a:t>
                </a:r>
                <a:r>
                  <a:rPr lang="en-ID" baseline="0"/>
                  <a:t> (klb.ft)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004112"/>
        <c:crosses val="autoZero"/>
        <c:crossBetween val="midCat"/>
      </c:valAx>
      <c:valAx>
        <c:axId val="1975004112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Depth</a:t>
                </a:r>
                <a:r>
                  <a:rPr lang="en-ID" baseline="0"/>
                  <a:t> (mMD)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001712"/>
        <c:crosses val="autoZero"/>
        <c:crossBetween val="midCat"/>
        <c:majorUnit val="100"/>
      </c:valAx>
      <c:spPr>
        <a:noFill/>
        <a:ln>
          <a:noFill/>
        </a:ln>
        <a:effectLst>
          <a:glow rad="63500">
            <a:srgbClr val="53548A">
              <a:satMod val="175000"/>
              <a:alpha val="40000"/>
            </a:srgbClr>
          </a:glow>
        </a:effectLst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Text" lastClr="000000"/>
      </a:solidFill>
    </a:ln>
    <a:effectLst>
      <a:glow rad="63500">
        <a:srgbClr val="53548A">
          <a:satMod val="175000"/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2BC98-9067-49AA-8823-DFBF1F421F3A}" type="datetimeFigureOut">
              <a:rPr lang="id-ID" smtClean="0"/>
              <a:pPr/>
              <a:t>12/12/2024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9428584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83588-1C2E-4E04-8266-97354CE0C641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60625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83588-1C2E-4E04-8266-97354CE0C641}" type="slidenum">
              <a:rPr lang="id-ID" smtClean="0"/>
              <a:pPr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6325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2D15-0071-4A15-8657-F49DC0072E75}" type="datetime1">
              <a:rPr lang="id-ID" smtClean="0"/>
              <a:t>12/12/2024</a:t>
            </a:fld>
            <a:endParaRPr lang="id-ID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748464" y="6572200"/>
            <a:ext cx="457200" cy="457200"/>
          </a:xfrm>
          <a:noFill/>
        </p:spPr>
        <p:txBody>
          <a:bodyPr lIns="0" tIns="0" rIns="0" bIns="0"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23F3-A6E3-4D52-8CEF-A8655891BAD5}" type="datetime1">
              <a:rPr lang="id-ID" smtClean="0"/>
              <a:t>12/12/2024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8464" y="6572200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27384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C0016-3AAA-4967-8A49-22D6E7CC11DB}" type="datetime1">
              <a:rPr lang="id-ID" smtClean="0"/>
              <a:t>12/12/2024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id-ID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3312" y="6572200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3EC4-E6B1-4BE2-BB25-5B47506668D4}" type="datetime1">
              <a:rPr lang="id-ID" smtClean="0"/>
              <a:t>12/12/2024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48464" y="6572200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B375-4924-42E9-9CEE-E1149A243B6A}" type="datetime1">
              <a:rPr lang="id-ID" smtClean="0"/>
              <a:t>12/12/2024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48464" y="6572200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9E5CF-998E-427E-9401-19DD5745FF95}" type="datetime1">
              <a:rPr lang="id-ID" smtClean="0"/>
              <a:t>12/12/2024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48700" y="6367657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DAA69-453E-4E95-AD04-22D5BC7C705E}" type="datetime1">
              <a:rPr lang="id-ID" smtClean="0"/>
              <a:t>12/12/2024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48464" y="6572200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C212C-4E3D-4EE4-A92B-1010F59A799D}" type="datetime1">
              <a:rPr lang="id-ID" smtClean="0"/>
              <a:t>12/12/2024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B9FA8-0404-4F0D-8E37-F99B70D2EE7D}" type="datetime1">
              <a:rPr lang="id-ID" smtClean="0"/>
              <a:t>12/12/2024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48464" y="6572200"/>
            <a:ext cx="457200" cy="457200"/>
          </a:xfrm>
        </p:spPr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2B3C-F137-415D-B920-F8D37785A008}" type="datetime1">
              <a:rPr lang="id-ID" smtClean="0"/>
              <a:t>12/12/2024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3E4A2-AE39-48EB-AEBD-48D36AF09EC5}" type="datetime1">
              <a:rPr lang="id-ID" smtClean="0"/>
              <a:t>12/12/2024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-27384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5DBBB90-8C18-42B5-9E75-C34ECDFD86C2}" type="datetime1">
              <a:rPr lang="id-ID" smtClean="0"/>
              <a:t>12/12/2024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id-ID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592047" y="6305963"/>
            <a:ext cx="457200" cy="457200"/>
          </a:xfrm>
          <a:prstGeom prst="ellipse">
            <a:avLst/>
          </a:prstGeom>
          <a:noFill/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25AA2FA-30FB-41DA-9C9C-6EADE2740A9B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59852"/>
              </p:ext>
            </p:extLst>
          </p:nvPr>
        </p:nvGraphicFramePr>
        <p:xfrm>
          <a:off x="631371" y="3140968"/>
          <a:ext cx="8405125" cy="288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84576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8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Land Drilling Rig Overview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8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Drawwork Horse Power of Offset Wells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8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Rated Drilling Depth by Rig Manufacturer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8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Rig Sizing Study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800" b="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Rig Procurement Method</a:t>
                      </a:r>
                    </a:p>
                  </a:txBody>
                  <a:tcPr marL="128016" marR="128016" marT="64008" marB="6400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43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800" b="0" kern="120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8016" marR="128016" marT="64008" marB="6400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0572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1844823"/>
            <a:ext cx="8928992" cy="936105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</a:pP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RIG HORSE POWER FOR DRILLING NIL WELLS</a:t>
            </a:r>
          </a:p>
        </p:txBody>
      </p:sp>
      <p:pic>
        <p:nvPicPr>
          <p:cNvPr id="4" name="Picture 0" descr="SOL 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404664"/>
            <a:ext cx="2130282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9"/>
          <p:cNvSpPr txBox="1"/>
          <p:nvPr/>
        </p:nvSpPr>
        <p:spPr>
          <a:xfrm>
            <a:off x="251520" y="8367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Revision 00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DB877591-5E3A-4501-943F-27A886C9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29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55CB1A-0178-0CF9-6AD7-CEAE34EF01B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7589" y="1068278"/>
            <a:ext cx="5968821" cy="4046971"/>
          </a:xfrm>
          <a:prstGeom prst="rect">
            <a:avLst/>
          </a:prstGeom>
        </p:spPr>
      </p:pic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10237B8D-F990-4F95-A21E-1BC82B412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A436F2C-226F-4FBD-9594-6A494155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279393-D92C-8865-3468-3449DDECBA5E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1. Rig Cost vs Well 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4CC18-6F70-CB15-FBE8-E6336DB1BD74}"/>
              </a:ext>
            </a:extLst>
          </p:cNvPr>
          <p:cNvSpPr txBox="1"/>
          <p:nvPr/>
        </p:nvSpPr>
        <p:spPr>
          <a:xfrm>
            <a:off x="1587589" y="5115249"/>
            <a:ext cx="6498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2060"/>
                </a:solidFill>
              </a:rPr>
              <a:t>Rig Services cost is the highest drilling cost component </a:t>
            </a:r>
            <a:r>
              <a:rPr lang="en-US" sz="2800" b="1">
                <a:solidFill>
                  <a:srgbClr val="C00000"/>
                </a:solidFill>
                <a:highlight>
                  <a:srgbClr val="FFFF00"/>
                </a:highlight>
              </a:rPr>
              <a:t>(</a:t>
            </a:r>
            <a:r>
              <a:rPr lang="en-US" sz="2800" b="1" u="sng">
                <a:solidFill>
                  <a:srgbClr val="C00000"/>
                </a:solidFill>
                <a:highlight>
                  <a:srgbClr val="FFFF00"/>
                </a:highlight>
              </a:rPr>
              <a:t>+</a:t>
            </a:r>
            <a:r>
              <a:rPr lang="en-US" sz="2800" b="1">
                <a:solidFill>
                  <a:srgbClr val="C00000"/>
                </a:solidFill>
                <a:highlight>
                  <a:srgbClr val="FFFF00"/>
                </a:highlight>
              </a:rPr>
              <a:t>42%)</a:t>
            </a:r>
            <a:endParaRPr lang="en-ID" sz="2800" b="1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2035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8D28-F683-1DF8-2093-06AF2E27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5689CEF9-7774-D335-D00B-741BF38B4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8D58C0B4-F794-7ACB-FB48-52AA829C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F210A8-A22A-ABA9-E63B-7EA66E4483D4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1. Rig Inventory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094658-F96D-D0A6-6CC4-8218F71137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734"/>
          <a:stretch/>
        </p:blipFill>
        <p:spPr>
          <a:xfrm>
            <a:off x="4711748" y="1277387"/>
            <a:ext cx="2265480" cy="43032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72F6E-2ACC-5E07-19FC-B70F2F9B1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411" y="1277387"/>
            <a:ext cx="3117394" cy="43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4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A8B4-0E02-7E27-06F8-B05B24C74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B59A8AC0-C4F0-29B9-A451-E4240A701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CF80E5E-AEB1-44E5-C76B-8CDEDA74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B0CADB-835F-AAB3-793B-1680518BBC23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1. Geothermal Drilling Rig in Indonesia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D89F3C-B150-BC17-2BE5-3D7F58C9B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4" y="1049013"/>
            <a:ext cx="5088851" cy="54512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B5B42B-CD31-64D9-F886-0E78F55FE106}"/>
              </a:ext>
            </a:extLst>
          </p:cNvPr>
          <p:cNvSpPr txBox="1"/>
          <p:nvPr/>
        </p:nvSpPr>
        <p:spPr>
          <a:xfrm>
            <a:off x="5617028" y="1142999"/>
            <a:ext cx="3217491" cy="1480458"/>
          </a:xfrm>
          <a:prstGeom prst="rect">
            <a:avLst/>
          </a:prstGeom>
        </p:spPr>
        <p:txBody>
          <a:bodyPr wrap="square" bIns="91440" rtlCol="0" anchor="b" anchorCtr="0">
            <a:noAutofit/>
          </a:bodyPr>
          <a:lstStyle/>
          <a:p>
            <a:r>
              <a:rPr lang="en-US" sz="1600"/>
              <a:t>There two companies have been using Drilling Rig 1000 HP to drill Geothermal Wells: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SMGP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SOL</a:t>
            </a: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355400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0C81-CE0C-5ADD-3246-532454F8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7CF52EBA-26D6-4679-54AD-F658852EA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0BD3938-BEFC-2A75-75A1-440154A8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24241D0-62AB-A99D-34F9-27FD7A909BDD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1. Drilling Rig 1000 HP, SMGP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A7EEEA-B93F-F70E-8632-6709CAF81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24" y="1383608"/>
            <a:ext cx="1468734" cy="261108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CEB93A-D3EC-CF89-9612-3360F6D197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142" r="25249" b="13200"/>
          <a:stretch/>
        </p:blipFill>
        <p:spPr>
          <a:xfrm>
            <a:off x="1749251" y="1367730"/>
            <a:ext cx="1857490" cy="473779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35613-C9E2-ED7F-826F-B5C0DF09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131" y="1367730"/>
            <a:ext cx="5065824" cy="47298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BF83EC-188E-C246-F5AA-561069AEA973}"/>
              </a:ext>
            </a:extLst>
          </p:cNvPr>
          <p:cNvSpPr/>
          <p:nvPr/>
        </p:nvSpPr>
        <p:spPr>
          <a:xfrm>
            <a:off x="5846477" y="966853"/>
            <a:ext cx="2880098" cy="15630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Deepest TD 2700 m-MD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TDS 350 T, 800 HP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5” DP, 19.5 </a:t>
            </a:r>
            <a:r>
              <a:rPr lang="en-US" b="1" err="1">
                <a:solidFill>
                  <a:schemeClr val="accent5">
                    <a:lumMod val="50000"/>
                  </a:schemeClr>
                </a:solidFill>
              </a:rPr>
              <a:t>ppf</a:t>
            </a:r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, G-105, 4½ IF, R2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4 Mud Pumps, 1000 HP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E395C-2D5B-CCB8-9768-5F443AD94823}"/>
              </a:ext>
            </a:extLst>
          </p:cNvPr>
          <p:cNvSpPr txBox="1"/>
          <p:nvPr/>
        </p:nvSpPr>
        <p:spPr>
          <a:xfrm flipH="1">
            <a:off x="426612" y="6187235"/>
            <a:ext cx="10388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highlight>
                  <a:srgbClr val="FFFFCC"/>
                </a:highlight>
              </a:rPr>
              <a:t>KS ORKA was successful to use 1000 HP Kaishan-1 Rig which the deepest TD of 2700 m-MD</a:t>
            </a:r>
          </a:p>
        </p:txBody>
      </p:sp>
    </p:spTree>
    <p:extLst>
      <p:ext uri="{BB962C8B-B14F-4D97-AF65-F5344CB8AC3E}">
        <p14:creationId xmlns:p14="http://schemas.microsoft.com/office/powerpoint/2010/main" val="364507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E4BF-EB4D-E0FF-B390-05FFD4A2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F8476A7F-56B2-79EB-47FE-41B669478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5000DE3-459B-12A6-DAC5-87EFFB7D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CBB93B-90B2-A3E2-67EA-A47922C45010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1. Drilling Rig 1000 HP, Turkey Geothermal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B6C913-0ECB-E62D-5A7A-4ABA8F251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1278819"/>
            <a:ext cx="1473843" cy="19651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23F0E7-C07F-54D7-B036-766EDCC63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487" y="1204680"/>
            <a:ext cx="4679549" cy="505004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7DF267-4C7B-155E-D7CF-6E0717BAE5F6}"/>
              </a:ext>
            </a:extLst>
          </p:cNvPr>
          <p:cNvSpPr txBox="1"/>
          <p:nvPr/>
        </p:nvSpPr>
        <p:spPr>
          <a:xfrm>
            <a:off x="179511" y="5105814"/>
            <a:ext cx="36308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2060"/>
                </a:solidFill>
              </a:rPr>
              <a:t>2 Joints Rig Mast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2060"/>
                </a:solidFill>
              </a:rPr>
              <a:t>Drilling Geothermal in Turkey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</a:rPr>
              <a:t>TD at 3200 m-MD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2060"/>
                </a:solidFill>
              </a:rPr>
              <a:t>4 ½  16.6 </a:t>
            </a:r>
            <a:r>
              <a:rPr lang="en-US" b="1" err="1">
                <a:solidFill>
                  <a:srgbClr val="002060"/>
                </a:solidFill>
              </a:rPr>
              <a:t>lb</a:t>
            </a:r>
            <a:r>
              <a:rPr lang="en-US" b="1">
                <a:solidFill>
                  <a:srgbClr val="002060"/>
                </a:solidFill>
              </a:rPr>
              <a:t>/ft G105 DP , 4’’ IF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2060"/>
                </a:solidFill>
              </a:rPr>
              <a:t>Rig Daily rate: </a:t>
            </a:r>
            <a:r>
              <a:rPr lang="en-US" b="1" u="sng">
                <a:solidFill>
                  <a:srgbClr val="C00000"/>
                </a:solidFill>
              </a:rPr>
              <a:t>+</a:t>
            </a:r>
            <a:r>
              <a:rPr lang="en-US" b="1">
                <a:solidFill>
                  <a:srgbClr val="C00000"/>
                </a:solidFill>
              </a:rPr>
              <a:t> USD 11.500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CDC29-D314-6DB7-BB6D-7BCC49A3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509" y="1204680"/>
            <a:ext cx="1943519" cy="384629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93673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0E96A-F276-68FC-AA8C-93F5CB5A6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FC55B2BF-6F1C-D559-E20C-621943174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B545B599-A431-1D45-F62E-1B817F96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E622D00-6E94-B965-6093-0D61D1890827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ID" b="1" err="1">
                <a:latin typeface="Arial" panose="020B0604020202020204" pitchFamily="34" charset="0"/>
                <a:cs typeface="Arial" panose="020B0604020202020204" pitchFamily="34" charset="0"/>
              </a:rPr>
              <a:t>Drawwork</a:t>
            </a: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 Horse Power – Offset Wells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A58146-CC86-22D6-C265-229FC79C3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84632"/>
            <a:ext cx="5846121" cy="520851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902B42-F09F-96BE-6EA0-F3A288747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576" y="1422688"/>
            <a:ext cx="2788374" cy="656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84C441-201A-FC1B-07B2-FFC3C6AAE121}"/>
              </a:ext>
            </a:extLst>
          </p:cNvPr>
          <p:cNvSpPr txBox="1"/>
          <p:nvPr/>
        </p:nvSpPr>
        <p:spPr>
          <a:xfrm>
            <a:off x="6087367" y="2154038"/>
            <a:ext cx="28532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 = Actual Hook load, </a:t>
            </a:r>
            <a:r>
              <a:rPr lang="en-US" sz="1400" err="1"/>
              <a:t>lbs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/>
              <a:t>Vh</a:t>
            </a:r>
            <a:r>
              <a:rPr lang="en-US" sz="1400"/>
              <a:t> = Actual Pick Up speed, fpm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η  = </a:t>
            </a:r>
            <a:r>
              <a:rPr lang="en-US" sz="1400" err="1"/>
              <a:t>Drawwork</a:t>
            </a:r>
            <a:r>
              <a:rPr lang="en-US" sz="1400"/>
              <a:t> Efficiency, use 0.8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82DA3-55E6-A557-5DD8-BA03DBE05284}"/>
              </a:ext>
            </a:extLst>
          </p:cNvPr>
          <p:cNvSpPr txBox="1"/>
          <p:nvPr/>
        </p:nvSpPr>
        <p:spPr>
          <a:xfrm>
            <a:off x="5052295" y="3069029"/>
            <a:ext cx="3888354" cy="1469575"/>
          </a:xfrm>
          <a:prstGeom prst="rect">
            <a:avLst/>
          </a:prstGeom>
          <a:solidFill>
            <a:srgbClr val="99FF33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Dieng-2 Drilling Campaign use PRA-09, 1500 HP rig.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deepest TD at 3009 m-MD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Most likely, the rig </a:t>
            </a:r>
            <a:r>
              <a:rPr lang="en-US" err="1"/>
              <a:t>drawwork</a:t>
            </a:r>
            <a:r>
              <a:rPr lang="en-US"/>
              <a:t> was utilized less than 900 HP</a:t>
            </a:r>
          </a:p>
        </p:txBody>
      </p:sp>
    </p:spTree>
    <p:extLst>
      <p:ext uri="{BB962C8B-B14F-4D97-AF65-F5344CB8AC3E}">
        <p14:creationId xmlns:p14="http://schemas.microsoft.com/office/powerpoint/2010/main" val="321067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D887-099E-B4C8-1C96-FCDF363D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573E6525-2491-2EA0-3D18-F9F24B8D0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C261CC2-297D-87D7-84AE-7CEE0780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5C26A8-AC80-0090-0073-5DCCCFAA404E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2. WJR1-2 and NIL2N-2ST </a:t>
            </a:r>
            <a:r>
              <a:rPr lang="en-ID" b="1" err="1">
                <a:latin typeface="Arial" panose="020B0604020202020204" pitchFamily="34" charset="0"/>
                <a:cs typeface="Arial" panose="020B0604020202020204" pitchFamily="34" charset="0"/>
              </a:rPr>
              <a:t>Drawwork</a:t>
            </a: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 Horse Power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B0A6C-2ABC-8940-BCD0-575AC833E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6" y="1422688"/>
            <a:ext cx="2788374" cy="656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5424B7-914F-5520-1CFA-D9A63C2F8805}"/>
              </a:ext>
            </a:extLst>
          </p:cNvPr>
          <p:cNvSpPr txBox="1"/>
          <p:nvPr/>
        </p:nvSpPr>
        <p:spPr>
          <a:xfrm>
            <a:off x="6087367" y="2154038"/>
            <a:ext cx="28532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 = Actual Hook load, </a:t>
            </a:r>
            <a:r>
              <a:rPr lang="en-US" sz="1400" err="1"/>
              <a:t>lbs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/>
              <a:t>Vh</a:t>
            </a:r>
            <a:r>
              <a:rPr lang="en-US" sz="1400"/>
              <a:t> = Actual Pick Up speed, fpm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η  = </a:t>
            </a:r>
            <a:r>
              <a:rPr lang="en-US" sz="1400" err="1"/>
              <a:t>Drawwork</a:t>
            </a:r>
            <a:r>
              <a:rPr lang="en-US" sz="1400"/>
              <a:t> Efficiency, use 0.8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6CC5CCB-0A52-2514-BC10-E5C64B187D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8741353"/>
              </p:ext>
            </p:extLst>
          </p:nvPr>
        </p:nvGraphicFramePr>
        <p:xfrm>
          <a:off x="407387" y="485312"/>
          <a:ext cx="5298493" cy="6018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1BDBA6-379F-5004-3EF6-897CBC4FB946}"/>
              </a:ext>
            </a:extLst>
          </p:cNvPr>
          <p:cNvSpPr txBox="1"/>
          <p:nvPr/>
        </p:nvSpPr>
        <p:spPr>
          <a:xfrm>
            <a:off x="5933755" y="3846106"/>
            <a:ext cx="29007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Max power used to pick up at </a:t>
            </a:r>
            <a:r>
              <a:rPr lang="en-US" sz="1600" b="1">
                <a:highlight>
                  <a:srgbClr val="00FFFF"/>
                </a:highlight>
              </a:rPr>
              <a:t>WJR1-2</a:t>
            </a:r>
            <a:r>
              <a:rPr lang="en-US" sz="1600"/>
              <a:t> is 514 HP (with a </a:t>
            </a:r>
            <a:br>
              <a:rPr lang="en-US" sz="1600"/>
            </a:br>
            <a:r>
              <a:rPr lang="en-US" sz="1600"/>
              <a:t>2000 HP rig)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Max power used to pick up at </a:t>
            </a:r>
            <a:r>
              <a:rPr lang="en-US" sz="1600" b="1">
                <a:highlight>
                  <a:srgbClr val="ED7D31"/>
                </a:highlight>
              </a:rPr>
              <a:t>NIL2N-2 ST </a:t>
            </a:r>
            <a:r>
              <a:rPr lang="en-US" sz="1600"/>
              <a:t>is 715 HP (with a 1000 HP rig – PRA-05)</a:t>
            </a:r>
          </a:p>
        </p:txBody>
      </p:sp>
    </p:spTree>
    <p:extLst>
      <p:ext uri="{BB962C8B-B14F-4D97-AF65-F5344CB8AC3E}">
        <p14:creationId xmlns:p14="http://schemas.microsoft.com/office/powerpoint/2010/main" val="68605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5CE71-64A4-6C33-25C8-2E4C2601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2BB4DE11-46EA-65A9-0A7D-857A1F601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8146C090-7B54-0659-2490-0351D004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E85A2E-EDA6-1307-BC0B-B424740E2955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3. Drilling Rig Specification Summary – Rig Manufacturer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426D2E7-DA1B-19ED-56E1-AF2FEB907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72927"/>
              </p:ext>
            </p:extLst>
          </p:nvPr>
        </p:nvGraphicFramePr>
        <p:xfrm>
          <a:off x="179512" y="1615440"/>
          <a:ext cx="8761137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374">
                  <a:extLst>
                    <a:ext uri="{9D8B030D-6E8A-4147-A177-3AD203B41FA5}">
                      <a16:colId xmlns:a16="http://schemas.microsoft.com/office/drawing/2014/main" val="2211605907"/>
                    </a:ext>
                  </a:extLst>
                </a:gridCol>
                <a:gridCol w="707571">
                  <a:extLst>
                    <a:ext uri="{9D8B030D-6E8A-4147-A177-3AD203B41FA5}">
                      <a16:colId xmlns:a16="http://schemas.microsoft.com/office/drawing/2014/main" val="242998592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3675118158"/>
                    </a:ext>
                  </a:extLst>
                </a:gridCol>
                <a:gridCol w="772885">
                  <a:extLst>
                    <a:ext uri="{9D8B030D-6E8A-4147-A177-3AD203B41FA5}">
                      <a16:colId xmlns:a16="http://schemas.microsoft.com/office/drawing/2014/main" val="344412866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765255499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272951487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231650212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897535363"/>
                    </a:ext>
                  </a:extLst>
                </a:gridCol>
                <a:gridCol w="1081163">
                  <a:extLst>
                    <a:ext uri="{9D8B030D-6E8A-4147-A177-3AD203B41FA5}">
                      <a16:colId xmlns:a16="http://schemas.microsoft.com/office/drawing/2014/main" val="457956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Capacity (Min-Max)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650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700-850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1000-1150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1200-1340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1500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1700-1800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2000 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7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Rated Drilling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2500</a:t>
                      </a:r>
                    </a:p>
                    <a:p>
                      <a:r>
                        <a:rPr lang="en-US" sz="1400"/>
                        <a:t>3993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3000</a:t>
                      </a:r>
                    </a:p>
                    <a:p>
                      <a:r>
                        <a:rPr lang="en-US" sz="1400"/>
                        <a:t>3800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3700</a:t>
                      </a:r>
                    </a:p>
                    <a:p>
                      <a:r>
                        <a:rPr lang="en-US" sz="140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3500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6095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5100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9144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3500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6700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221649"/>
                  </a:ext>
                </a:extLst>
              </a:tr>
              <a:tr h="479003">
                <a:tc>
                  <a:txBody>
                    <a:bodyPr/>
                    <a:lstStyle/>
                    <a:p>
                      <a:r>
                        <a:rPr lang="en-US" sz="1400"/>
                        <a:t>Mast Capacity (Hook Load)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K-</a:t>
                      </a:r>
                      <a:r>
                        <a:rPr lang="en-US" sz="1400" err="1"/>
                        <a:t>Lbs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350</a:t>
                      </a:r>
                    </a:p>
                    <a:p>
                      <a:r>
                        <a:rPr lang="en-US" sz="14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400</a:t>
                      </a:r>
                    </a:p>
                    <a:p>
                      <a:r>
                        <a:rPr lang="en-US" sz="140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440</a:t>
                      </a:r>
                    </a:p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650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441</a:t>
                      </a:r>
                    </a:p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672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675</a:t>
                      </a:r>
                    </a:p>
                    <a:p>
                      <a:r>
                        <a:rPr lang="en-US" sz="14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850</a:t>
                      </a:r>
                    </a:p>
                    <a:p>
                      <a:r>
                        <a:rPr lang="en-US" sz="14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975</a:t>
                      </a:r>
                    </a:p>
                    <a:p>
                      <a:r>
                        <a:rPr lang="en-US" sz="1400"/>
                        <a:t>1250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82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Rotary Table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17.5</a:t>
                      </a:r>
                    </a:p>
                    <a:p>
                      <a:r>
                        <a:rPr lang="en-US" sz="1400"/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20.5</a:t>
                      </a:r>
                    </a:p>
                    <a:p>
                      <a:r>
                        <a:rPr lang="en-US" sz="1400"/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27.5</a:t>
                      </a:r>
                    </a:p>
                    <a:p>
                      <a:r>
                        <a:rPr lang="en-US" sz="1400"/>
                        <a:t>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27.5</a:t>
                      </a:r>
                    </a:p>
                    <a:p>
                      <a:r>
                        <a:rPr lang="en-US" sz="1400"/>
                        <a:t>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01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Rotary Table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4.9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5.5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4.9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7.6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5.7</a:t>
                      </a:r>
                    </a:p>
                    <a:p>
                      <a:r>
                        <a:rPr lang="en-US" sz="1400" b="1"/>
                        <a:t>10.25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6.1</a:t>
                      </a:r>
                    </a:p>
                    <a:p>
                      <a:r>
                        <a:rPr lang="en-US" sz="1400"/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8.2</a:t>
                      </a:r>
                    </a:p>
                    <a:p>
                      <a:r>
                        <a:rPr lang="en-US" sz="1400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8.2</a:t>
                      </a:r>
                    </a:p>
                    <a:p>
                      <a:r>
                        <a:rPr lang="en-US" sz="1400"/>
                        <a:t>9.1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3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Mud Pumps</a:t>
                      </a:r>
                    </a:p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1000</a:t>
                      </a:r>
                    </a:p>
                    <a:p>
                      <a:r>
                        <a:rPr lang="en-US" sz="140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900</a:t>
                      </a:r>
                    </a:p>
                    <a:p>
                      <a:r>
                        <a:rPr lang="en-US" sz="140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1000</a:t>
                      </a:r>
                    </a:p>
                    <a:p>
                      <a:r>
                        <a:rPr lang="en-US" sz="140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1000</a:t>
                      </a:r>
                    </a:p>
                    <a:p>
                      <a:r>
                        <a:rPr lang="en-US" sz="140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1300</a:t>
                      </a:r>
                    </a:p>
                    <a:p>
                      <a:r>
                        <a:rPr lang="en-US" sz="140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1300</a:t>
                      </a:r>
                    </a:p>
                    <a:p>
                      <a:r>
                        <a:rPr lang="en-US" sz="140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1300</a:t>
                      </a:r>
                    </a:p>
                    <a:p>
                      <a:r>
                        <a:rPr lang="en-US" sz="140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02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Mud Tanks</a:t>
                      </a:r>
                    </a:p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/>
                        <a:t>Bbls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500</a:t>
                      </a:r>
                    </a:p>
                    <a:p>
                      <a:r>
                        <a:rPr lang="en-US" sz="14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750</a:t>
                      </a:r>
                    </a:p>
                    <a:p>
                      <a:r>
                        <a:rPr lang="en-US" sz="1400"/>
                        <a:t>1230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1050</a:t>
                      </a:r>
                    </a:p>
                    <a:p>
                      <a:r>
                        <a:rPr lang="en-US" sz="1400"/>
                        <a:t>1547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1383</a:t>
                      </a:r>
                    </a:p>
                    <a:p>
                      <a:r>
                        <a:rPr lang="en-US" sz="140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1000</a:t>
                      </a:r>
                    </a:p>
                    <a:p>
                      <a:r>
                        <a:rPr lang="en-US" sz="140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1080</a:t>
                      </a:r>
                    </a:p>
                    <a:p>
                      <a:r>
                        <a:rPr lang="en-US" sz="1400"/>
                        <a:t>1960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1476</a:t>
                      </a:r>
                    </a:p>
                    <a:p>
                      <a:r>
                        <a:rPr lang="en-US" sz="1400"/>
                        <a:t>1812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70523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BD57647-55D8-24B2-A3F9-8F781E2515B6}"/>
              </a:ext>
            </a:extLst>
          </p:cNvPr>
          <p:cNvSpPr/>
          <p:nvPr/>
        </p:nvSpPr>
        <p:spPr>
          <a:xfrm>
            <a:off x="4065712" y="1598022"/>
            <a:ext cx="1954088" cy="3644537"/>
          </a:xfrm>
          <a:prstGeom prst="rect">
            <a:avLst/>
          </a:prstGeom>
          <a:noFill/>
          <a:ln w="38100">
            <a:solidFill>
              <a:srgbClr val="FF505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98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92C73-878C-9E47-310A-9A8E41D9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E5E1281E-2C21-BA51-484C-9901169A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E6C684B9-3105-B94E-F92C-9428EE27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338037-0D3E-1C68-7065-FC290929AFF4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3. Land Rig Rated Drilling Depth by Rig Manufacturer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C0ACA-19EE-7856-4E4D-4A92FCA2C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0" y="1217792"/>
            <a:ext cx="9097800" cy="4636433"/>
          </a:xfrm>
          <a:prstGeom prst="rect">
            <a:avLst/>
          </a:prstGeom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305A86F8-42AE-ED12-2902-B21364729A33}"/>
              </a:ext>
            </a:extLst>
          </p:cNvPr>
          <p:cNvSpPr/>
          <p:nvPr/>
        </p:nvSpPr>
        <p:spPr>
          <a:xfrm>
            <a:off x="521207" y="3596678"/>
            <a:ext cx="4281905" cy="728505"/>
          </a:xfrm>
          <a:prstGeom prst="left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Work Over, Shallow Drilling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D32375CD-3EE6-D469-3E4F-9DC0A3B2A663}"/>
              </a:ext>
            </a:extLst>
          </p:cNvPr>
          <p:cNvSpPr/>
          <p:nvPr/>
        </p:nvSpPr>
        <p:spPr>
          <a:xfrm>
            <a:off x="6805263" y="5722499"/>
            <a:ext cx="2357147" cy="765390"/>
          </a:xfrm>
          <a:prstGeom prst="leftRightArrow">
            <a:avLst>
              <a:gd name="adj1" fmla="val 60220"/>
              <a:gd name="adj2" fmla="val 5000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Super Heated Well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8097F9A8-4704-88D2-C596-368BC0AD74C8}"/>
              </a:ext>
            </a:extLst>
          </p:cNvPr>
          <p:cNvSpPr/>
          <p:nvPr/>
        </p:nvSpPr>
        <p:spPr>
          <a:xfrm>
            <a:off x="4803112" y="4544971"/>
            <a:ext cx="2002151" cy="1065125"/>
          </a:xfrm>
          <a:prstGeom prst="left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/>
              <a:t>Typical Drilling Geothermal</a:t>
            </a:r>
          </a:p>
        </p:txBody>
      </p:sp>
    </p:spTree>
    <p:extLst>
      <p:ext uri="{BB962C8B-B14F-4D97-AF65-F5344CB8AC3E}">
        <p14:creationId xmlns:p14="http://schemas.microsoft.com/office/powerpoint/2010/main" val="2053532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DE1A-4B88-32CA-1041-E8B5A4CD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1D80B902-3295-763D-C74B-51C45D306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88E01C8-5C09-052B-3C72-96A0FA09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48A13A-B1B1-0916-670F-EAFE79179D49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Drilling Load Analysis Methodology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E932DC-CC01-E806-4AA1-A39DE1040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013427"/>
              </p:ext>
            </p:extLst>
          </p:nvPr>
        </p:nvGraphicFramePr>
        <p:xfrm>
          <a:off x="439356" y="1193202"/>
          <a:ext cx="8265288" cy="3571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92507">
                  <a:extLst>
                    <a:ext uri="{9D8B030D-6E8A-4147-A177-3AD203B41FA5}">
                      <a16:colId xmlns:a16="http://schemas.microsoft.com/office/drawing/2014/main" val="3733422253"/>
                    </a:ext>
                  </a:extLst>
                </a:gridCol>
                <a:gridCol w="2322945">
                  <a:extLst>
                    <a:ext uri="{9D8B030D-6E8A-4147-A177-3AD203B41FA5}">
                      <a16:colId xmlns:a16="http://schemas.microsoft.com/office/drawing/2014/main" val="2028965044"/>
                    </a:ext>
                  </a:extLst>
                </a:gridCol>
                <a:gridCol w="3649836">
                  <a:extLst>
                    <a:ext uri="{9D8B030D-6E8A-4147-A177-3AD203B41FA5}">
                      <a16:colId xmlns:a16="http://schemas.microsoft.com/office/drawing/2014/main" val="2611648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Rig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Specification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Drilling Loads To Be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88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Derrick Mast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Hoisting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Hook Load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38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Drawwork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Horse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Hook Load</a:t>
                      </a:r>
                    </a:p>
                    <a:p>
                      <a:r>
                        <a:rPr lang="en-US"/>
                        <a:t>Pick Up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7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Top Drive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Hoisting Capacity</a:t>
                      </a:r>
                    </a:p>
                    <a:p>
                      <a:r>
                        <a:rPr lang="en-US"/>
                        <a:t>Horse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Hook Load</a:t>
                      </a:r>
                    </a:p>
                    <a:p>
                      <a:r>
                        <a:rPr lang="en-US"/>
                        <a:t>Surface Torque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3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Mud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Flow Rate – GPM</a:t>
                      </a:r>
                    </a:p>
                    <a:p>
                      <a:r>
                        <a:rPr lang="en-US"/>
                        <a:t>Pump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Maximum Flow Rate</a:t>
                      </a:r>
                    </a:p>
                    <a:p>
                      <a:r>
                        <a:rPr lang="en-US"/>
                        <a:t>Maximum Pump Pressure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54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Drill 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Tensile</a:t>
                      </a:r>
                    </a:p>
                    <a:p>
                      <a:r>
                        <a:rPr lang="en-US"/>
                        <a:t>Make Up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Hook Load</a:t>
                      </a:r>
                    </a:p>
                    <a:p>
                      <a:r>
                        <a:rPr lang="en-US"/>
                        <a:t>Surface Torque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165111"/>
                  </a:ext>
                </a:extLst>
              </a:tr>
            </a:tbl>
          </a:graphicData>
        </a:graphic>
      </p:graphicFrame>
      <p:pic>
        <p:nvPicPr>
          <p:cNvPr id="4" name="Picture 2" descr="Land Drilling Rig - Maratej Trading and Contracting (MTC)">
            <a:extLst>
              <a:ext uri="{FF2B5EF4-FFF2-40B4-BE49-F238E27FC236}">
                <a16:creationId xmlns:a16="http://schemas.microsoft.com/office/drawing/2014/main" id="{92C5A786-9BC7-C360-9A77-A82DB8A75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46" y="4792983"/>
            <a:ext cx="1337492" cy="195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riplex Pump. A reciprocating pump design that… | by Communications Power  Zone | Medium">
            <a:extLst>
              <a:ext uri="{FF2B5EF4-FFF2-40B4-BE49-F238E27FC236}">
                <a16:creationId xmlns:a16="http://schemas.microsoft.com/office/drawing/2014/main" id="{7C695451-BDB8-3B34-6F6E-789A18D01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881" y="4792983"/>
            <a:ext cx="2330237" cy="135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F56734-728B-0CF6-291C-F0192A28B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058" y="4879686"/>
            <a:ext cx="2364701" cy="1185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16CB5C-A9B1-B6A5-A57F-E80AD9231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927" y="4861093"/>
            <a:ext cx="874009" cy="199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6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FD5C-C9BA-2699-96E3-A7F02EB6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F74EEA4C-9BC4-E48A-3087-A4FD0DC98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1E1D1629-58DD-2E66-0A7D-712C500A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5A1B221-E73F-78AC-D473-A2B265450508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Pick Load Dieng-2 vs WJR1-2 Offset Well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A004E8-D8F8-59AF-DF5A-9D6DC682E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44" y="1110088"/>
            <a:ext cx="3825168" cy="506087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C056E7-B513-8B1B-3D73-B3FB443EE565}"/>
              </a:ext>
            </a:extLst>
          </p:cNvPr>
          <p:cNvSpPr txBox="1"/>
          <p:nvPr/>
        </p:nvSpPr>
        <p:spPr>
          <a:xfrm>
            <a:off x="1686493" y="648423"/>
            <a:ext cx="1170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highlight>
                  <a:srgbClr val="FFFF00"/>
                </a:highlight>
              </a:rPr>
              <a:t>Dieng-2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C4C0F-CA45-3F31-0EB1-9F3CFBE944F7}"/>
              </a:ext>
            </a:extLst>
          </p:cNvPr>
          <p:cNvSpPr txBox="1"/>
          <p:nvPr/>
        </p:nvSpPr>
        <p:spPr>
          <a:xfrm>
            <a:off x="5186746" y="648423"/>
            <a:ext cx="1132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highlight>
                  <a:srgbClr val="FFFF00"/>
                </a:highlight>
              </a:rPr>
              <a:t>WJR1-2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E9AD5EB-7A39-4C79-B066-FF8EFD6EF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1702564"/>
              </p:ext>
            </p:extLst>
          </p:nvPr>
        </p:nvGraphicFramePr>
        <p:xfrm>
          <a:off x="4401177" y="1155085"/>
          <a:ext cx="4251772" cy="4970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D69F9E-4ED4-D7FF-FE1F-910A73BAB898}"/>
              </a:ext>
            </a:extLst>
          </p:cNvPr>
          <p:cNvSpPr txBox="1"/>
          <p:nvPr/>
        </p:nvSpPr>
        <p:spPr>
          <a:xfrm>
            <a:off x="4192965" y="5801626"/>
            <a:ext cx="4251772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400"/>
              <a:t>At WJR1-2, the actual maximum Pick up weight is 318 </a:t>
            </a:r>
            <a:r>
              <a:rPr lang="en-US" sz="1400" err="1"/>
              <a:t>klbs</a:t>
            </a:r>
            <a:r>
              <a:rPr lang="en-US" sz="1400"/>
              <a:t>. Assuming 100 </a:t>
            </a:r>
            <a:r>
              <a:rPr lang="en-US" sz="1400" err="1"/>
              <a:t>klbs</a:t>
            </a:r>
            <a:r>
              <a:rPr lang="en-US" sz="1400"/>
              <a:t> margin for jarring, a 1000 HP Drilling rig with 440+ </a:t>
            </a:r>
            <a:r>
              <a:rPr lang="en-US" sz="1400" err="1"/>
              <a:t>klbs</a:t>
            </a:r>
            <a:r>
              <a:rPr lang="en-US" sz="1400"/>
              <a:t> capacity Is sufficient</a:t>
            </a:r>
          </a:p>
        </p:txBody>
      </p:sp>
    </p:spTree>
    <p:extLst>
      <p:ext uri="{BB962C8B-B14F-4D97-AF65-F5344CB8AC3E}">
        <p14:creationId xmlns:p14="http://schemas.microsoft.com/office/powerpoint/2010/main" val="276402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9F44-84D2-D0DC-5D43-3CC2DB04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95F6FE67-7178-B04A-F289-A9A3534CA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1D78ACE-A510-6381-D37A-A0C7487E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0C5321-E764-69D2-7B57-551FC93A13B4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Rated Drilling Depth vs Biggest Actual Pick Up Load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58212A0-0078-240A-0B2D-4DF8D258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87" y="1966317"/>
            <a:ext cx="8834520" cy="358360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5662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E169-A616-07AC-A914-1D2F651E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10482D34-8E7A-E3C0-0831-A6EAC3B11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12B1014E-A1E2-52C9-59FE-DE935DFE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AFFB45-0FEF-E179-6E32-480FB243F478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Drilling Rig 1000 HP Technical Specification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335FEE-8CBD-3DD6-A179-7E7146F2CE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358" b="21320"/>
          <a:stretch/>
        </p:blipFill>
        <p:spPr>
          <a:xfrm>
            <a:off x="145369" y="1317071"/>
            <a:ext cx="8860596" cy="3638589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C5B23C-D120-021D-7C85-D523665469F7}"/>
              </a:ext>
            </a:extLst>
          </p:cNvPr>
          <p:cNvSpPr txBox="1"/>
          <p:nvPr/>
        </p:nvSpPr>
        <p:spPr>
          <a:xfrm>
            <a:off x="881743" y="5299915"/>
            <a:ext cx="7070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a typeface="ADLaM Display" panose="02010000000000000000" pitchFamily="2" charset="0"/>
                <a:cs typeface="ADLaM Display" panose="02010000000000000000" pitchFamily="2" charset="0"/>
              </a:rPr>
              <a:t>Drilling Rig 1000 HP Hook Load and Rated Drilling Depth: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>
                <a:ea typeface="ADLaM Display" panose="02010000000000000000" pitchFamily="2" charset="0"/>
                <a:cs typeface="ADLaM Display" panose="02010000000000000000" pitchFamily="2" charset="0"/>
              </a:rPr>
              <a:t>Minimum: 	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400 </a:t>
            </a:r>
            <a:r>
              <a:rPr lang="en-US" b="1" dirty="0" err="1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Klbs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 Rated drilling depth: 2200 m</a:t>
            </a:r>
            <a:endParaRPr lang="en-US" b="1" dirty="0">
              <a:solidFill>
                <a:srgbClr val="C0000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dirty="0">
                <a:ea typeface="ADLaM Display" panose="02010000000000000000" pitchFamily="2" charset="0"/>
                <a:cs typeface="ADLaM Display" panose="02010000000000000000" pitchFamily="2" charset="0"/>
              </a:rPr>
              <a:t>Average: 	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664 </a:t>
            </a:r>
            <a:r>
              <a:rPr lang="en-US" b="1" dirty="0" err="1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Klbs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 Rated drilling depth: 4800 m</a:t>
            </a:r>
            <a:endParaRPr lang="en-US" b="1" dirty="0">
              <a:solidFill>
                <a:srgbClr val="C0000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dirty="0">
                <a:ea typeface="ADLaM Display" panose="02010000000000000000" pitchFamily="2" charset="0"/>
                <a:cs typeface="ADLaM Display" panose="02010000000000000000" pitchFamily="2" charset="0"/>
              </a:rPr>
              <a:t>Maximum: 	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1000 </a:t>
            </a:r>
            <a:r>
              <a:rPr lang="en-US" b="1" dirty="0" err="1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Klbs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b="1" dirty="0">
                <a:solidFill>
                  <a:srgbClr val="C00000"/>
                </a:solidFill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 Rated drilling depth: Deep TD</a:t>
            </a:r>
            <a:endParaRPr lang="en-US" b="1" dirty="0">
              <a:solidFill>
                <a:srgbClr val="C0000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99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D2EF-F327-87EF-C9CB-5FC2D864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843A1A5F-139B-D8E4-638A-5889370BE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B61F700D-81A6-F35C-2E78-9D7BAEBD2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E5EC08-6438-F31B-7848-013A208E553B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ROB Surface Torque Dieng-2 vs WJR1-2 Offset Well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8024E-4CC1-0F5B-B0A9-F7259BC7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00125"/>
            <a:ext cx="4300540" cy="557746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3AB8DE-CE23-C3CE-74FB-FFEA800E3A13}"/>
              </a:ext>
            </a:extLst>
          </p:cNvPr>
          <p:cNvSpPr txBox="1"/>
          <p:nvPr/>
        </p:nvSpPr>
        <p:spPr>
          <a:xfrm>
            <a:off x="1686493" y="648423"/>
            <a:ext cx="1170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highlight>
                  <a:srgbClr val="FFFF00"/>
                </a:highlight>
              </a:rPr>
              <a:t>Dieng-2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E44C0-B3C8-461A-2073-58D4E5D146D7}"/>
              </a:ext>
            </a:extLst>
          </p:cNvPr>
          <p:cNvSpPr txBox="1"/>
          <p:nvPr/>
        </p:nvSpPr>
        <p:spPr>
          <a:xfrm>
            <a:off x="5186746" y="648423"/>
            <a:ext cx="1132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highlight>
                  <a:srgbClr val="FFFF00"/>
                </a:highlight>
              </a:rPr>
              <a:t>WJR1-2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8143B28-E1A1-4451-BBB7-B3C39A056D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336750"/>
              </p:ext>
            </p:extLst>
          </p:nvPr>
        </p:nvGraphicFramePr>
        <p:xfrm>
          <a:off x="4480052" y="1022949"/>
          <a:ext cx="4354468" cy="5491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FFB96F4-EA56-38DB-3B43-4D6911EDC1C0}"/>
              </a:ext>
            </a:extLst>
          </p:cNvPr>
          <p:cNvSpPr txBox="1"/>
          <p:nvPr/>
        </p:nvSpPr>
        <p:spPr>
          <a:xfrm>
            <a:off x="6836229" y="3096360"/>
            <a:ext cx="2104420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400"/>
              <a:t>At WJR1-2, the max actual</a:t>
            </a:r>
          </a:p>
          <a:p>
            <a:r>
              <a:rPr lang="en-US" sz="1400"/>
              <a:t>Surface torque is 16 </a:t>
            </a:r>
            <a:r>
              <a:rPr lang="en-US" sz="1400" err="1"/>
              <a:t>klbft</a:t>
            </a:r>
            <a:r>
              <a:rPr lang="en-US" sz="1400"/>
              <a:t> at 7200 ft (2194 m). </a:t>
            </a:r>
          </a:p>
          <a:p>
            <a:endParaRPr lang="en-US" sz="1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A05FE-41B2-6C67-15B2-B3A93694D767}"/>
              </a:ext>
            </a:extLst>
          </p:cNvPr>
          <p:cNvSpPr/>
          <p:nvPr/>
        </p:nvSpPr>
        <p:spPr>
          <a:xfrm>
            <a:off x="631371" y="4876800"/>
            <a:ext cx="3679372" cy="1332777"/>
          </a:xfrm>
          <a:prstGeom prst="rect">
            <a:avLst/>
          </a:prstGeom>
          <a:solidFill>
            <a:srgbClr val="FFC000">
              <a:alpha val="41000"/>
            </a:srgb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ID" sz="1400" u="sn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38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E525-53F7-2875-8200-E846F6B1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9640DCAB-5C2E-BD77-7307-7DF08F4D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0885001E-3692-573E-21F5-5113E8FF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7A918-F444-3EDC-6586-26198880FE09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Top Drive Selection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150FDA-9893-ECA8-6546-A7027C0BB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56608"/>
              </p:ext>
            </p:extLst>
          </p:nvPr>
        </p:nvGraphicFramePr>
        <p:xfrm>
          <a:off x="137016" y="1256043"/>
          <a:ext cx="6475088" cy="4622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91784">
                  <a:extLst>
                    <a:ext uri="{9D8B030D-6E8A-4147-A177-3AD203B41FA5}">
                      <a16:colId xmlns:a16="http://schemas.microsoft.com/office/drawing/2014/main" val="1497958711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848799135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620168398"/>
                    </a:ext>
                  </a:extLst>
                </a:gridCol>
                <a:gridCol w="1942133">
                  <a:extLst>
                    <a:ext uri="{9D8B030D-6E8A-4147-A177-3AD203B41FA5}">
                      <a16:colId xmlns:a16="http://schemas.microsoft.com/office/drawing/2014/main" val="3769294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TDS Hoisting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TDS Horse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Maximum Continuous Torque, </a:t>
                      </a:r>
                      <a:r>
                        <a:rPr lang="en-US" err="1"/>
                        <a:t>Lbs</a:t>
                      </a:r>
                      <a:r>
                        <a:rPr lang="en-US"/>
                        <a:t>-Ft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Rated Drilling 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42778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/>
                        <a:t>250 Ton</a:t>
                      </a:r>
                    </a:p>
                    <a:p>
                      <a:r>
                        <a:rPr lang="en-US"/>
                        <a:t>551 Klbs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1932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2300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81474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350 Ton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771 Klbs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3000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8026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3700 m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565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49809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500 Ton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1100 Klbs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7875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5250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5887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5250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6834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5750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1450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&gt; 6000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4799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C6D3B18-E37D-C9F9-27EC-D1EB02239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687" y="1201728"/>
            <a:ext cx="2076450" cy="5476272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50C8F7BE-7D4D-2058-F3F2-9453DFCFD10C}"/>
              </a:ext>
            </a:extLst>
          </p:cNvPr>
          <p:cNvSpPr/>
          <p:nvPr/>
        </p:nvSpPr>
        <p:spPr>
          <a:xfrm>
            <a:off x="6181023" y="1882976"/>
            <a:ext cx="862162" cy="1814454"/>
          </a:xfrm>
          <a:prstGeom prst="leftArrow">
            <a:avLst/>
          </a:prstGeom>
          <a:solidFill>
            <a:srgbClr val="ED7D31">
              <a:alpha val="46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1825E-D261-1DFB-5C20-AF64A1C225B5}"/>
              </a:ext>
            </a:extLst>
          </p:cNvPr>
          <p:cNvSpPr txBox="1"/>
          <p:nvPr/>
        </p:nvSpPr>
        <p:spPr>
          <a:xfrm>
            <a:off x="179512" y="5943600"/>
            <a:ext cx="2427515" cy="914400"/>
          </a:xfrm>
          <a:prstGeom prst="rect">
            <a:avLst/>
          </a:prstGeom>
        </p:spPr>
        <p:txBody>
          <a:bodyPr wrap="none" bIns="91440" rtlCol="0" anchor="b" anchorCtr="0">
            <a:noAutofit/>
          </a:bodyPr>
          <a:lstStyle/>
          <a:p>
            <a:endParaRPr lang="en-ID" sz="1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8888A-A939-EE07-747F-C57EB0353839}"/>
              </a:ext>
            </a:extLst>
          </p:cNvPr>
          <p:cNvSpPr txBox="1"/>
          <p:nvPr/>
        </p:nvSpPr>
        <p:spPr>
          <a:xfrm>
            <a:off x="642257" y="5814444"/>
            <a:ext cx="5638800" cy="745647"/>
          </a:xfrm>
          <a:prstGeom prst="rect">
            <a:avLst/>
          </a:prstGeom>
        </p:spPr>
        <p:txBody>
          <a:bodyPr wrap="none" bIns="91440" rtlCol="0" anchor="b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WJR1-2 maximum surface toque: 16 </a:t>
            </a:r>
            <a:r>
              <a:rPr lang="en-US" sz="1600" err="1"/>
              <a:t>Klbs.ft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TDS 250 Ton OR 350 Ton, with minimum 600 HP</a:t>
            </a: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852748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49BC-BB03-8F11-47BA-27BBD366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6D412BCC-7B53-D093-E74B-DA40F45B1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069D4392-961F-C0D2-C82C-E915C776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D07B20-D38E-9C09-048B-ACC9A28769FA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Flow Rate and Surface Pressure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FFA3B6-22BA-1AC5-3DDF-077BE6D52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850" y="1313166"/>
            <a:ext cx="2746705" cy="22215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B072A3-C9B1-7F86-6DBF-93850F68E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841" y="4286743"/>
            <a:ext cx="2727352" cy="2209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6D3F78-FF89-27DA-DCCA-D8131A637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159" y="1264849"/>
            <a:ext cx="2745968" cy="2162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29708-5E51-C346-8F6C-EE88F6C07E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740" y="4301243"/>
            <a:ext cx="2727352" cy="2141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3490D7-7812-381C-3906-D11F16CDCE93}"/>
              </a:ext>
            </a:extLst>
          </p:cNvPr>
          <p:cNvSpPr txBox="1"/>
          <p:nvPr/>
        </p:nvSpPr>
        <p:spPr>
          <a:xfrm>
            <a:off x="4359882" y="668406"/>
            <a:ext cx="93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  <a:highlight>
                  <a:srgbClr val="FFFF00"/>
                </a:highlight>
              </a:rPr>
              <a:t>DG-2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FDD6B-2ABD-2578-31AC-DE1643643A88}"/>
              </a:ext>
            </a:extLst>
          </p:cNvPr>
          <p:cNvSpPr txBox="1"/>
          <p:nvPr/>
        </p:nvSpPr>
        <p:spPr>
          <a:xfrm>
            <a:off x="4005706" y="1176287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50000"/>
                  </a:schemeClr>
                </a:solidFill>
                <a:highlight>
                  <a:srgbClr val="CCFF99"/>
                </a:highlight>
              </a:rPr>
              <a:t>GPM 17.5”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C0BCB-85F3-F45B-CE5E-4BA83D3525AB}"/>
              </a:ext>
            </a:extLst>
          </p:cNvPr>
          <p:cNvSpPr txBox="1"/>
          <p:nvPr/>
        </p:nvSpPr>
        <p:spPr>
          <a:xfrm>
            <a:off x="6795203" y="1128500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50000"/>
                  </a:schemeClr>
                </a:solidFill>
                <a:highlight>
                  <a:srgbClr val="CCFF99"/>
                </a:highlight>
              </a:rPr>
              <a:t>GPM 12.25”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23ECCC-D685-F3A9-3735-BE6BC9437A6A}"/>
              </a:ext>
            </a:extLst>
          </p:cNvPr>
          <p:cNvGrpSpPr/>
          <p:nvPr/>
        </p:nvGrpSpPr>
        <p:grpSpPr>
          <a:xfrm>
            <a:off x="0" y="1258722"/>
            <a:ext cx="3386294" cy="5457825"/>
            <a:chOff x="200968" y="1283181"/>
            <a:chExt cx="3386294" cy="54578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A99AF0-B1AE-1E6F-8E3A-C2D0702D6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0968" y="1289468"/>
              <a:ext cx="3386294" cy="271394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834366F-8A4C-C94E-13F3-139386D1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0968" y="4076862"/>
              <a:ext cx="3386294" cy="26641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73FC11-B2E0-1DD5-8857-9445A63D31CD}"/>
                </a:ext>
              </a:extLst>
            </p:cNvPr>
            <p:cNvSpPr txBox="1"/>
            <p:nvPr/>
          </p:nvSpPr>
          <p:spPr>
            <a:xfrm>
              <a:off x="2139843" y="3006429"/>
              <a:ext cx="14474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1200 GPM, 2600 PSI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FFFA7B-B6F0-93D1-586A-283BE0D692DB}"/>
                </a:ext>
              </a:extLst>
            </p:cNvPr>
            <p:cNvSpPr/>
            <p:nvPr/>
          </p:nvSpPr>
          <p:spPr>
            <a:xfrm>
              <a:off x="2525484" y="1491342"/>
              <a:ext cx="500745" cy="4996544"/>
            </a:xfrm>
            <a:prstGeom prst="rect">
              <a:avLst/>
            </a:prstGeom>
            <a:solidFill>
              <a:srgbClr val="FF0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D9053-9B70-A611-BA8E-BDCF47EC9459}"/>
                </a:ext>
              </a:extLst>
            </p:cNvPr>
            <p:cNvSpPr txBox="1"/>
            <p:nvPr/>
          </p:nvSpPr>
          <p:spPr>
            <a:xfrm>
              <a:off x="1018517" y="1283181"/>
              <a:ext cx="1726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5">
                      <a:lumMod val="50000"/>
                    </a:schemeClr>
                  </a:solidFill>
                  <a:highlight>
                    <a:srgbClr val="CCFF99"/>
                  </a:highlight>
                </a:rPr>
                <a:t>GPM 26” Hole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317343C-5014-BC48-7D36-F21CB9A609DB}"/>
                </a:ext>
              </a:extLst>
            </p:cNvPr>
            <p:cNvSpPr txBox="1"/>
            <p:nvPr/>
          </p:nvSpPr>
          <p:spPr>
            <a:xfrm>
              <a:off x="1314329" y="4126536"/>
              <a:ext cx="1612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5">
                      <a:lumMod val="50000"/>
                    </a:schemeClr>
                  </a:solidFill>
                  <a:highlight>
                    <a:srgbClr val="CCFF99"/>
                  </a:highlight>
                </a:rPr>
                <a:t>SPP 26” Hole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8F402F-CDA0-32AD-8367-6758DBC5E736}"/>
              </a:ext>
            </a:extLst>
          </p:cNvPr>
          <p:cNvSpPr txBox="1"/>
          <p:nvPr/>
        </p:nvSpPr>
        <p:spPr>
          <a:xfrm>
            <a:off x="4275143" y="4176122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50000"/>
                  </a:schemeClr>
                </a:solidFill>
                <a:highlight>
                  <a:srgbClr val="CCFF99"/>
                </a:highlight>
              </a:rPr>
              <a:t>SPP 17.5”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2126DF-1188-0D32-DD64-2DB100DC1ACD}"/>
              </a:ext>
            </a:extLst>
          </p:cNvPr>
          <p:cNvSpPr txBox="1"/>
          <p:nvPr/>
        </p:nvSpPr>
        <p:spPr>
          <a:xfrm>
            <a:off x="6911040" y="4139401"/>
            <a:ext cx="146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5">
                    <a:lumMod val="50000"/>
                  </a:schemeClr>
                </a:solidFill>
                <a:highlight>
                  <a:srgbClr val="CCFF99"/>
                </a:highlight>
              </a:rPr>
              <a:t>SPP 12.25”</a:t>
            </a:r>
          </a:p>
        </p:txBody>
      </p:sp>
    </p:spTree>
    <p:extLst>
      <p:ext uri="{BB962C8B-B14F-4D97-AF65-F5344CB8AC3E}">
        <p14:creationId xmlns:p14="http://schemas.microsoft.com/office/powerpoint/2010/main" val="1444404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E2B2-608B-CDDE-E178-FE25D7CC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18A7E4AA-172E-5492-FBE7-71F813D1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0CAB088A-C485-5C56-492B-84D3D57D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878062-BFC1-E9E2-0F5D-E09E207148AD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4. WJR1-2 Actual Flow Rate and Surface Pump Pressure</a:t>
            </a:r>
          </a:p>
        </p:txBody>
      </p:sp>
      <p:pic>
        <p:nvPicPr>
          <p:cNvPr id="4" name="Picture 3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B0BC03E3-A2FF-6F8C-961B-F8B65C64B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6"/>
          <a:stretch/>
        </p:blipFill>
        <p:spPr>
          <a:xfrm>
            <a:off x="546326" y="990600"/>
            <a:ext cx="4829175" cy="52578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EE92D1-A4E9-7FA1-B71F-2BA179F4882C}"/>
              </a:ext>
            </a:extLst>
          </p:cNvPr>
          <p:cNvSpPr txBox="1"/>
          <p:nvPr/>
        </p:nvSpPr>
        <p:spPr>
          <a:xfrm>
            <a:off x="5375501" y="2013857"/>
            <a:ext cx="3459019" cy="914400"/>
          </a:xfrm>
          <a:prstGeom prst="rect">
            <a:avLst/>
          </a:prstGeom>
        </p:spPr>
        <p:txBody>
          <a:bodyPr wrap="none" bIns="91440" rtlCol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Flow Rate: 1000 GPM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SPP: 2500 Psi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97266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81F4-079B-70EE-5704-93D7B30D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B02FC0D9-634A-80B6-23A9-DE2267DE4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3575305-0240-80BB-6AE3-344ACBEA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1A62E5-5560-1F2C-91BE-9A30ED1DB145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Mud Pump Sizing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D82737-9CD5-1AA9-8431-E83B4AA91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31586"/>
              </p:ext>
            </p:extLst>
          </p:nvPr>
        </p:nvGraphicFramePr>
        <p:xfrm>
          <a:off x="179513" y="1089911"/>
          <a:ext cx="4751717" cy="276352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804107">
                  <a:extLst>
                    <a:ext uri="{9D8B030D-6E8A-4147-A177-3AD203B41FA5}">
                      <a16:colId xmlns:a16="http://schemas.microsoft.com/office/drawing/2014/main" val="493085012"/>
                    </a:ext>
                  </a:extLst>
                </a:gridCol>
                <a:gridCol w="1456266">
                  <a:extLst>
                    <a:ext uri="{9D8B030D-6E8A-4147-A177-3AD203B41FA5}">
                      <a16:colId xmlns:a16="http://schemas.microsoft.com/office/drawing/2014/main" val="389494833"/>
                    </a:ext>
                  </a:extLst>
                </a:gridCol>
                <a:gridCol w="1491344">
                  <a:extLst>
                    <a:ext uri="{9D8B030D-6E8A-4147-A177-3AD203B41FA5}">
                      <a16:colId xmlns:a16="http://schemas.microsoft.com/office/drawing/2014/main" val="566818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Hole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Max. Flow Rate, GPM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Max. SPP</a:t>
                      </a:r>
                    </a:p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429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26”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4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17½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0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12¼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9⅞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5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Mud Pump Rated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1200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2600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090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21E9F6-4248-3C56-26E2-9416D0651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575399"/>
              </p:ext>
            </p:extLst>
          </p:nvPr>
        </p:nvGraphicFramePr>
        <p:xfrm>
          <a:off x="179512" y="3971845"/>
          <a:ext cx="7572847" cy="270659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2423905">
                  <a:extLst>
                    <a:ext uri="{9D8B030D-6E8A-4147-A177-3AD203B41FA5}">
                      <a16:colId xmlns:a16="http://schemas.microsoft.com/office/drawing/2014/main" val="49308501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89494833"/>
                    </a:ext>
                  </a:extLst>
                </a:gridCol>
                <a:gridCol w="1426029">
                  <a:extLst>
                    <a:ext uri="{9D8B030D-6E8A-4147-A177-3AD203B41FA5}">
                      <a16:colId xmlns:a16="http://schemas.microsoft.com/office/drawing/2014/main" val="566818866"/>
                    </a:ext>
                  </a:extLst>
                </a:gridCol>
                <a:gridCol w="1382486">
                  <a:extLst>
                    <a:ext uri="{9D8B030D-6E8A-4147-A177-3AD203B41FA5}">
                      <a16:colId xmlns:a16="http://schemas.microsoft.com/office/drawing/2014/main" val="1380383809"/>
                    </a:ext>
                  </a:extLst>
                </a:gridCol>
                <a:gridCol w="1349827">
                  <a:extLst>
                    <a:ext uri="{9D8B030D-6E8A-4147-A177-3AD203B41FA5}">
                      <a16:colId xmlns:a16="http://schemas.microsoft.com/office/drawing/2014/main" val="3243467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Mud Pump 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Liner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GPM </a:t>
                      </a:r>
                    </a:p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@100 </a:t>
                      </a:r>
                      <a:r>
                        <a:rPr lang="en-US" sz="1800" err="1">
                          <a:solidFill>
                            <a:srgbClr val="002060"/>
                          </a:solidFill>
                        </a:rPr>
                        <a:t>Spm</a:t>
                      </a:r>
                      <a:endParaRPr lang="en-US" sz="18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No Of Mud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Max. SPP</a:t>
                      </a:r>
                    </a:p>
                    <a:p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429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800 HP Mud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5½”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2915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9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1000 HP Mud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6½”</a:t>
                      </a:r>
                    </a:p>
                    <a:p>
                      <a:r>
                        <a:rPr lang="en-US" sz="1800" b="1"/>
                        <a:t>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430</a:t>
                      </a:r>
                    </a:p>
                    <a:p>
                      <a:r>
                        <a:rPr lang="en-US" sz="1800" b="1"/>
                        <a:t>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2550</a:t>
                      </a:r>
                    </a:p>
                    <a:p>
                      <a:r>
                        <a:rPr lang="en-US" sz="1800" b="1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0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1300 HP Mud Pump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7”</a:t>
                      </a:r>
                    </a:p>
                    <a:p>
                      <a:r>
                        <a:rPr lang="en-US" sz="1800" b="1"/>
                        <a:t>6¾”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603</a:t>
                      </a:r>
                    </a:p>
                    <a:p>
                      <a:r>
                        <a:rPr lang="en-US" sz="1800" b="1"/>
                        <a:t>561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2741</a:t>
                      </a:r>
                    </a:p>
                    <a:p>
                      <a:r>
                        <a:rPr lang="en-US" sz="1800" b="1"/>
                        <a:t>2957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829478"/>
                  </a:ext>
                </a:extLst>
              </a:tr>
              <a:tr h="415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1600 HP Mud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3434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816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3834428-C251-3EBF-4094-D330D51DB2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37" b="6190"/>
          <a:stretch/>
        </p:blipFill>
        <p:spPr>
          <a:xfrm>
            <a:off x="5701421" y="617380"/>
            <a:ext cx="2050938" cy="1419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C34254-5F90-71AA-93FC-BD0726405F84}"/>
              </a:ext>
            </a:extLst>
          </p:cNvPr>
          <p:cNvSpPr txBox="1"/>
          <p:nvPr/>
        </p:nvSpPr>
        <p:spPr>
          <a:xfrm>
            <a:off x="5088496" y="2168763"/>
            <a:ext cx="35500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It is recommended to determine the number of mud pumps: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number of mud pump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 Spare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 dedicated for Annulus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2D7E36EE-5912-76FD-F650-A26F9A91511A}"/>
              </a:ext>
            </a:extLst>
          </p:cNvPr>
          <p:cNvSpPr/>
          <p:nvPr/>
        </p:nvSpPr>
        <p:spPr>
          <a:xfrm>
            <a:off x="7321278" y="4685790"/>
            <a:ext cx="862162" cy="1814454"/>
          </a:xfrm>
          <a:prstGeom prst="leftArrow">
            <a:avLst/>
          </a:prstGeom>
          <a:solidFill>
            <a:srgbClr val="ED7D31">
              <a:alpha val="46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4170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1A48-3209-FBB9-FFE4-CB4A95AD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899C2828-E994-B92F-1200-F4195DFF8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7186839-4F81-44A0-B8E2-95EDEB0D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768694F-28D8-2A45-205F-2B052A538BF4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4. Drill Pipe Specification</a:t>
            </a:r>
          </a:p>
        </p:txBody>
      </p:sp>
      <p:graphicFrame>
        <p:nvGraphicFramePr>
          <p:cNvPr id="2" name="Table 18">
            <a:extLst>
              <a:ext uri="{FF2B5EF4-FFF2-40B4-BE49-F238E27FC236}">
                <a16:creationId xmlns:a16="http://schemas.microsoft.com/office/drawing/2014/main" id="{048160B1-E71C-0D67-7F0F-4CF03BA6F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443646"/>
              </p:ext>
            </p:extLst>
          </p:nvPr>
        </p:nvGraphicFramePr>
        <p:xfrm>
          <a:off x="170822" y="1324274"/>
          <a:ext cx="8769828" cy="4760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864">
                  <a:extLst>
                    <a:ext uri="{9D8B030D-6E8A-4147-A177-3AD203B41FA5}">
                      <a16:colId xmlns:a16="http://schemas.microsoft.com/office/drawing/2014/main" val="3832006718"/>
                    </a:ext>
                  </a:extLst>
                </a:gridCol>
                <a:gridCol w="691379">
                  <a:extLst>
                    <a:ext uri="{9D8B030D-6E8A-4147-A177-3AD203B41FA5}">
                      <a16:colId xmlns:a16="http://schemas.microsoft.com/office/drawing/2014/main" val="843329278"/>
                    </a:ext>
                  </a:extLst>
                </a:gridCol>
                <a:gridCol w="849434">
                  <a:extLst>
                    <a:ext uri="{9D8B030D-6E8A-4147-A177-3AD203B41FA5}">
                      <a16:colId xmlns:a16="http://schemas.microsoft.com/office/drawing/2014/main" val="3893658884"/>
                    </a:ext>
                  </a:extLst>
                </a:gridCol>
                <a:gridCol w="918307">
                  <a:extLst>
                    <a:ext uri="{9D8B030D-6E8A-4147-A177-3AD203B41FA5}">
                      <a16:colId xmlns:a16="http://schemas.microsoft.com/office/drawing/2014/main" val="895783855"/>
                    </a:ext>
                  </a:extLst>
                </a:gridCol>
                <a:gridCol w="696383">
                  <a:extLst>
                    <a:ext uri="{9D8B030D-6E8A-4147-A177-3AD203B41FA5}">
                      <a16:colId xmlns:a16="http://schemas.microsoft.com/office/drawing/2014/main" val="3176505610"/>
                    </a:ext>
                  </a:extLst>
                </a:gridCol>
                <a:gridCol w="818823">
                  <a:extLst>
                    <a:ext uri="{9D8B030D-6E8A-4147-A177-3AD203B41FA5}">
                      <a16:colId xmlns:a16="http://schemas.microsoft.com/office/drawing/2014/main" val="2610145435"/>
                    </a:ext>
                  </a:extLst>
                </a:gridCol>
                <a:gridCol w="719340">
                  <a:extLst>
                    <a:ext uri="{9D8B030D-6E8A-4147-A177-3AD203B41FA5}">
                      <a16:colId xmlns:a16="http://schemas.microsoft.com/office/drawing/2014/main" val="2615284766"/>
                    </a:ext>
                  </a:extLst>
                </a:gridCol>
                <a:gridCol w="782586">
                  <a:extLst>
                    <a:ext uri="{9D8B030D-6E8A-4147-A177-3AD203B41FA5}">
                      <a16:colId xmlns:a16="http://schemas.microsoft.com/office/drawing/2014/main" val="3529661032"/>
                    </a:ext>
                  </a:extLst>
                </a:gridCol>
                <a:gridCol w="862712">
                  <a:extLst>
                    <a:ext uri="{9D8B030D-6E8A-4147-A177-3AD203B41FA5}">
                      <a16:colId xmlns:a16="http://schemas.microsoft.com/office/drawing/2014/main" val="66634975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400" b="0"/>
                        <a:t>Drill Pipe Specification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400" b="0"/>
                        <a:t>Tensile Strength, Klbs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0"/>
                        <a:t>Max Hook Load, </a:t>
                      </a:r>
                      <a:r>
                        <a:rPr lang="en-US" sz="1400" b="0" err="1"/>
                        <a:t>Klbs</a:t>
                      </a:r>
                      <a:endParaRPr lang="en-US" sz="1400" b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0"/>
                        <a:t>Hook Load Drilling Depth, M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/>
                        <a:t>Make Up Torque Klbs-Ft</a:t>
                      </a:r>
                    </a:p>
                    <a:p>
                      <a:endParaRPr lang="en-US" sz="1400" b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/>
                        <a:t>MU Torque vs Drilling Depth, M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b="0"/>
                        <a:t>DP Rated Drilling Depth,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143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FFFF00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FFFF00"/>
                          </a:solidFill>
                        </a:rPr>
                        <a:t>Premium</a:t>
                      </a:r>
                    </a:p>
                    <a:p>
                      <a:r>
                        <a:rPr lang="en-US" sz="1400" b="0">
                          <a:solidFill>
                            <a:srgbClr val="FFFF00"/>
                          </a:solidFill>
                        </a:rPr>
                        <a:t>80% New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FFFF00"/>
                          </a:solidFill>
                        </a:rPr>
                        <a:t>Premium  85% SF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07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5” DP, 19.5 </a:t>
                      </a:r>
                      <a:r>
                        <a:rPr lang="en-US" sz="1400" err="1"/>
                        <a:t>ppf</a:t>
                      </a:r>
                      <a:r>
                        <a:rPr lang="en-US" sz="1400"/>
                        <a:t>, Grade G-105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2250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34093"/>
                  </a:ext>
                </a:extLst>
              </a:tr>
              <a:tr h="422227">
                <a:tc>
                  <a:txBody>
                    <a:bodyPr/>
                    <a:lstStyle/>
                    <a:p>
                      <a:r>
                        <a:rPr lang="en-US" sz="1400"/>
                        <a:t>5” DP, </a:t>
                      </a:r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25.6 </a:t>
                      </a:r>
                      <a:r>
                        <a:rPr lang="en-US" sz="1400" b="1" err="1">
                          <a:solidFill>
                            <a:srgbClr val="C00000"/>
                          </a:solidFill>
                        </a:rPr>
                        <a:t>ppf</a:t>
                      </a:r>
                      <a:r>
                        <a:rPr lang="en-US" sz="1400"/>
                        <a:t>, Grade G-105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3500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93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5” DP, 19.5 </a:t>
                      </a:r>
                      <a:r>
                        <a:rPr lang="en-US" sz="1400" err="1"/>
                        <a:t>ppf</a:t>
                      </a:r>
                      <a:r>
                        <a:rPr lang="en-US" sz="1400"/>
                        <a:t>, Grade S-135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3250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072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5” DP, </a:t>
                      </a:r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25.6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ppf</a:t>
                      </a:r>
                      <a:r>
                        <a:rPr lang="en-US" sz="1400"/>
                        <a:t>, Grade S-135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84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3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5½” DP, 21.9 </a:t>
                      </a:r>
                      <a:r>
                        <a:rPr lang="en-US" sz="1400" err="1"/>
                        <a:t>ppf</a:t>
                      </a:r>
                      <a:r>
                        <a:rPr lang="en-US" sz="1400"/>
                        <a:t>, Grade G-105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681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5½” DP, </a:t>
                      </a:r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24.7 </a:t>
                      </a:r>
                      <a:r>
                        <a:rPr lang="en-US" sz="1400" b="1" err="1">
                          <a:solidFill>
                            <a:srgbClr val="C00000"/>
                          </a:solidFill>
                        </a:rPr>
                        <a:t>ppf</a:t>
                      </a:r>
                      <a:r>
                        <a:rPr lang="en-US" sz="1400"/>
                        <a:t>, Grade G-105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3250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54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5½” DP, 21.9 </a:t>
                      </a:r>
                      <a:r>
                        <a:rPr lang="en-US" sz="1400" err="1"/>
                        <a:t>ppf</a:t>
                      </a:r>
                      <a:r>
                        <a:rPr lang="en-US" sz="1400"/>
                        <a:t>, Grade S-135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1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5½” DP, </a:t>
                      </a:r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24.7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ppf</a:t>
                      </a:r>
                      <a:r>
                        <a:rPr lang="en-US" sz="1400"/>
                        <a:t>, Grade S-135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002060"/>
                          </a:solidFill>
                        </a:rPr>
                        <a:t>5200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4500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4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4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3B78-6C76-732E-F25F-A1F7736A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A69EB555-28ED-8A4E-4676-48A139215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3331CD1-7ED9-D47D-A122-573B99D8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E05073-DCD4-46F9-C091-06DDE107E30B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Rig Sizing Summary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55EABD-0B22-A07B-0DBE-09BB2F157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31071"/>
              </p:ext>
            </p:extLst>
          </p:nvPr>
        </p:nvGraphicFramePr>
        <p:xfrm>
          <a:off x="179513" y="1498793"/>
          <a:ext cx="8655009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716">
                  <a:extLst>
                    <a:ext uri="{9D8B030D-6E8A-4147-A177-3AD203B41FA5}">
                      <a16:colId xmlns:a16="http://schemas.microsoft.com/office/drawing/2014/main" val="2211605907"/>
                    </a:ext>
                  </a:extLst>
                </a:gridCol>
                <a:gridCol w="1415142">
                  <a:extLst>
                    <a:ext uri="{9D8B030D-6E8A-4147-A177-3AD203B41FA5}">
                      <a16:colId xmlns:a16="http://schemas.microsoft.com/office/drawing/2014/main" val="4055370950"/>
                    </a:ext>
                  </a:extLst>
                </a:gridCol>
                <a:gridCol w="1404258">
                  <a:extLst>
                    <a:ext uri="{9D8B030D-6E8A-4147-A177-3AD203B41FA5}">
                      <a16:colId xmlns:a16="http://schemas.microsoft.com/office/drawing/2014/main" val="1267985199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1683177324"/>
                    </a:ext>
                  </a:extLst>
                </a:gridCol>
                <a:gridCol w="1426029">
                  <a:extLst>
                    <a:ext uri="{9D8B030D-6E8A-4147-A177-3AD203B41FA5}">
                      <a16:colId xmlns:a16="http://schemas.microsoft.com/office/drawing/2014/main" val="765255499"/>
                    </a:ext>
                  </a:extLst>
                </a:gridCol>
                <a:gridCol w="1464893">
                  <a:extLst>
                    <a:ext uri="{9D8B030D-6E8A-4147-A177-3AD203B41FA5}">
                      <a16:colId xmlns:a16="http://schemas.microsoft.com/office/drawing/2014/main" val="1117733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750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1000-1340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1500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1700-1800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7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Rated Drilling Depth,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2500</a:t>
                      </a:r>
                    </a:p>
                    <a:p>
                      <a:r>
                        <a:rPr lang="en-US" sz="1400"/>
                        <a:t>3993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3000</a:t>
                      </a:r>
                    </a:p>
                    <a:p>
                      <a:r>
                        <a:rPr lang="en-US" sz="1400"/>
                        <a:t>4100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3500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6095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5100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9144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3500</a:t>
                      </a:r>
                    </a:p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6700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221649"/>
                  </a:ext>
                </a:extLst>
              </a:tr>
              <a:tr h="479003">
                <a:tc>
                  <a:txBody>
                    <a:bodyPr/>
                    <a:lstStyle/>
                    <a:p>
                      <a:r>
                        <a:rPr lang="en-US" sz="1400"/>
                        <a:t>Mast Capacity, Klbs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400</a:t>
                      </a:r>
                    </a:p>
                    <a:p>
                      <a:r>
                        <a:rPr lang="en-US" sz="1400"/>
                        <a:t>500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440</a:t>
                      </a:r>
                    </a:p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650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675</a:t>
                      </a:r>
                    </a:p>
                    <a:p>
                      <a:r>
                        <a:rPr lang="en-US" sz="1400"/>
                        <a:t>769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850</a:t>
                      </a:r>
                    </a:p>
                    <a:p>
                      <a:r>
                        <a:rPr lang="en-US" sz="1400"/>
                        <a:t>1000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975</a:t>
                      </a:r>
                    </a:p>
                    <a:p>
                      <a:r>
                        <a:rPr lang="en-US" sz="1400"/>
                        <a:t>1250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82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80% Mast Cap., Klbs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320</a:t>
                      </a:r>
                    </a:p>
                    <a:p>
                      <a:r>
                        <a:rPr lang="en-US" sz="14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440</a:t>
                      </a:r>
                    </a:p>
                    <a:p>
                      <a:r>
                        <a:rPr lang="en-US" sz="1400"/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540</a:t>
                      </a:r>
                    </a:p>
                    <a:p>
                      <a:r>
                        <a:rPr lang="en-US" sz="1400"/>
                        <a:t>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680</a:t>
                      </a:r>
                    </a:p>
                    <a:p>
                      <a:r>
                        <a:rPr lang="en-US" sz="140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780</a:t>
                      </a:r>
                    </a:p>
                    <a:p>
                      <a:r>
                        <a:rPr lang="en-US" sz="140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01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Adjust Rated Drilling Depth, M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1400</a:t>
                      </a:r>
                    </a:p>
                    <a:p>
                      <a:r>
                        <a:rPr lang="en-US" sz="1400"/>
                        <a:t>2100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2500</a:t>
                      </a:r>
                    </a:p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3300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3600</a:t>
                      </a:r>
                    </a:p>
                    <a:p>
                      <a:r>
                        <a:rPr lang="en-US" sz="1400"/>
                        <a:t>4300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5000</a:t>
                      </a:r>
                    </a:p>
                    <a:p>
                      <a:r>
                        <a:rPr lang="en-US" sz="1400"/>
                        <a:t>6000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6000</a:t>
                      </a:r>
                    </a:p>
                    <a:p>
                      <a:r>
                        <a:rPr lang="en-US" sz="1400"/>
                        <a:t>6700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703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TDS Sizing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b="1"/>
                        <a:t>250 Ton</a:t>
                      </a:r>
                    </a:p>
                    <a:p>
                      <a:r>
                        <a:rPr lang="sv-SE" sz="1400" b="1"/>
                        <a:t>600 HP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350 Ton</a:t>
                      </a:r>
                    </a:p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800 HP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350 Ton</a:t>
                      </a:r>
                    </a:p>
                    <a:p>
                      <a:r>
                        <a:rPr lang="en-US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800 -1000 HP</a:t>
                      </a:r>
                      <a:endParaRPr lang="en-US" sz="1400"/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500 Ton</a:t>
                      </a:r>
                    </a:p>
                    <a:p>
                      <a:r>
                        <a:rPr lang="en-US" sz="1400" b="1"/>
                        <a:t>1000 – 1200 HP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500 Ton</a:t>
                      </a:r>
                    </a:p>
                    <a:p>
                      <a:r>
                        <a:rPr lang="en-US" sz="1400" b="1"/>
                        <a:t>1000 – 1200 HP</a:t>
                      </a:r>
                    </a:p>
                    <a:p>
                      <a:endParaRPr lang="en-US" sz="1400"/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6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Drill Pipe Sizing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400"/>
                        <a:t>5” DP, 19.5 ppf, Grade G-105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400"/>
                        <a:t>5” DP, 19.5 ppf, Grade G-105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v-SE" sz="14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5” DP, </a:t>
                      </a:r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25.6 </a:t>
                      </a:r>
                      <a:r>
                        <a:rPr lang="en-US" sz="1400" b="1" err="1">
                          <a:solidFill>
                            <a:srgbClr val="C00000"/>
                          </a:solidFill>
                        </a:rPr>
                        <a:t>ppf</a:t>
                      </a:r>
                      <a:r>
                        <a:rPr lang="en-US" sz="1400"/>
                        <a:t>, Grade G-105</a:t>
                      </a:r>
                      <a:endParaRPr lang="en-US" sz="1400" b="1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Need to select hi grade drill pipe and connection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Need to select hi grade drill pipe and connection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Need to select hi grade drill pipe and connection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67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55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C2FA-6EBB-4F24-FBBD-D228F0BD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5D142E3F-5E7F-9098-25AB-AF13486CA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1A3CBE79-771E-21A7-86F3-961E179E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4667B1-5FE7-D688-5A08-D0589F3238D4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4. Rig Sizing Summary for WJR1-3 and WJR1-4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8157BF-D090-903F-9524-ECFB9A922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55" y="947058"/>
            <a:ext cx="1044704" cy="522854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F8706A-BCB7-207D-587C-552C43E97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954437"/>
              </p:ext>
            </p:extLst>
          </p:nvPr>
        </p:nvGraphicFramePr>
        <p:xfrm>
          <a:off x="1524000" y="947058"/>
          <a:ext cx="7500257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236">
                  <a:extLst>
                    <a:ext uri="{9D8B030D-6E8A-4147-A177-3AD203B41FA5}">
                      <a16:colId xmlns:a16="http://schemas.microsoft.com/office/drawing/2014/main" val="485943223"/>
                    </a:ext>
                  </a:extLst>
                </a:gridCol>
                <a:gridCol w="3092707">
                  <a:extLst>
                    <a:ext uri="{9D8B030D-6E8A-4147-A177-3AD203B41FA5}">
                      <a16:colId xmlns:a16="http://schemas.microsoft.com/office/drawing/2014/main" val="3565578205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343762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Estimated Value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Rig Specification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102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Well Type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Directional, Big Bore, Dual string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817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Total Depth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7200 ft-MD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Rig 1000 HP Minimum</a:t>
                      </a:r>
                      <a:endParaRPr lang="en-ID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40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err="1"/>
                        <a:t>Drawwork</a:t>
                      </a:r>
                      <a:r>
                        <a:rPr lang="en-US" sz="1600"/>
                        <a:t> HP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720 HP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Rig 1000 HP Minimum</a:t>
                      </a:r>
                      <a:endParaRPr lang="en-ID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536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Max PU, include TDS and Traveling Block Weight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WJR1-2 offset well: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318 </a:t>
                      </a:r>
                      <a:r>
                        <a:rPr lang="en-US" sz="1600" dirty="0" err="1"/>
                        <a:t>Klbs</a:t>
                      </a:r>
                      <a:r>
                        <a:rPr lang="en-US" sz="1600" dirty="0"/>
                        <a:t> (normal drilling)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418 </a:t>
                      </a:r>
                      <a:r>
                        <a:rPr lang="en-US" sz="1600" dirty="0" err="1"/>
                        <a:t>Klbs</a:t>
                      </a:r>
                      <a:r>
                        <a:rPr lang="en-US" sz="1600" dirty="0"/>
                        <a:t> (with 100 </a:t>
                      </a:r>
                      <a:r>
                        <a:rPr lang="en-US" sz="1600" dirty="0" err="1"/>
                        <a:t>Klbs</a:t>
                      </a:r>
                      <a:r>
                        <a:rPr lang="en-US" sz="1600" dirty="0"/>
                        <a:t> Over Pull margin)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Rig Mast w/ 500 </a:t>
                      </a:r>
                      <a:r>
                        <a:rPr lang="en-US" sz="1600" err="1"/>
                        <a:t>Klbs</a:t>
                      </a:r>
                      <a:r>
                        <a:rPr lang="en-US" sz="1600"/>
                        <a:t> Min HL</a:t>
                      </a:r>
                    </a:p>
                    <a:p>
                      <a:r>
                        <a:rPr lang="en-US" sz="1600"/>
                        <a:t>DP 5”, 19.5#, G-105, 4-1/2” IF</a:t>
                      </a:r>
                    </a:p>
                    <a:p>
                      <a:r>
                        <a:rPr lang="en-US" sz="1600"/>
                        <a:t>TDS 350 Ton</a:t>
                      </a:r>
                      <a:endParaRPr lang="en-ID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279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Surface Torque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15-23 </a:t>
                      </a:r>
                      <a:r>
                        <a:rPr lang="en-US" sz="1600" dirty="0" err="1"/>
                        <a:t>Klbs.Ft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TDS 350 T, 800 HP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DP 5”, 19.5#, G-105, 4-1/2” 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9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Max GPM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Plan to apply hi-rate, 1400 GPM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String Max: 1000 GPM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Backside Max: 400 GPM</a:t>
                      </a:r>
                      <a:endParaRPr lang="en-ID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1000-1300 HP Mud Pump</a:t>
                      </a:r>
                    </a:p>
                    <a:p>
                      <a:r>
                        <a:rPr lang="en-US" sz="1600" dirty="0"/>
                        <a:t>Quantity: 4 set: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2 set being used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 set spare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 set tie into Backside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38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Max SPP</a:t>
                      </a:r>
                      <a:endParaRPr lang="en-ID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2600 psi</a:t>
                      </a:r>
                      <a:endParaRPr lang="en-ID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5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136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00C2-72DE-1F1D-5322-F3B17758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1588C845-61D2-49EC-1D5C-B0890F665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6A815B6-2DF2-7982-8490-241BE182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ED76-5688-6569-9A6A-79F8924EBC51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858890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5. Drilling Rig Procurement Strategy</a:t>
            </a:r>
          </a:p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5.1 Optimizing Rig Specification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4FAC3-A007-EFA5-6EDF-2F9DB28B6543}"/>
              </a:ext>
            </a:extLst>
          </p:cNvPr>
          <p:cNvSpPr txBox="1"/>
          <p:nvPr/>
        </p:nvSpPr>
        <p:spPr>
          <a:xfrm>
            <a:off x="373935" y="1038890"/>
            <a:ext cx="85667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Rig Bundling 1000 – 1500 HP: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Rig mast for 3 joints stand, with minimum 500 </a:t>
            </a:r>
            <a:r>
              <a:rPr lang="en-US" err="1"/>
              <a:t>Klbs</a:t>
            </a:r>
            <a:r>
              <a:rPr lang="en-US"/>
              <a:t> Hoisting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Drawwork</a:t>
            </a:r>
            <a:r>
              <a:rPr lang="en-US"/>
              <a:t> is driven by electric motors with 120% total HP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TDS, hydraulic or Electric, 350 Ton, 800 HP minimum. Preferable TDS has own power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Rig Floor Equipment equipped with Senior Type Hawk Jaw or equivalent.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4 Mud Pumps, Triplex, 1000 HP – 1300 HP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5” Drill Pipe, 19.5 </a:t>
            </a:r>
            <a:r>
              <a:rPr lang="en-US" err="1"/>
              <a:t>ppf</a:t>
            </a:r>
            <a:r>
              <a:rPr lang="en-US"/>
              <a:t>, G-105, 4-1/2” IF Connection. </a:t>
            </a:r>
            <a:r>
              <a:rPr lang="en-US" err="1"/>
              <a:t>Hardbanding</a:t>
            </a:r>
            <a:r>
              <a:rPr lang="en-US"/>
              <a:t> 200-300 ARNCO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Heavy Equipment: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1 set 80 Ton Crawler Crane, 1 set 50 Ton Rougher Crane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2 set 10 Ton Forklift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1 set Low Bed Trailer, 1 set Hi Bed Trailer, 1 set Prime Mover 6x6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1 set Mini Excavator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1 set Dump Truck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Light Vehicles: Double cabin, crew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Skidding OR Walking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7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58BD-CD71-C56C-5990-1D2FEC02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3955CCAC-7983-01A3-413F-8AFC574DE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5BB6E3B-4C1B-5039-B3E7-E4B23933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B5A666-21DB-AF32-E722-D67237758BF3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858890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5. Drilling Rig Procurement Strategy</a:t>
            </a:r>
          </a:p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5.2 Optimizing Rig Bundling Remuneration 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D4CC-9890-B275-C656-F64F332C61CC}"/>
              </a:ext>
            </a:extLst>
          </p:cNvPr>
          <p:cNvSpPr txBox="1"/>
          <p:nvPr/>
        </p:nvSpPr>
        <p:spPr>
          <a:xfrm>
            <a:off x="373935" y="1038890"/>
            <a:ext cx="8566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Rig will be bundled with 9 drilling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Lump Sum Rig Mobilization &amp; Demobilization, Rig Moving inter well and </a:t>
            </a:r>
            <a:r>
              <a:rPr lang="en-US" err="1"/>
              <a:t>wellpad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Diesel Fuel will be included into Commercial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LIH (25% probability) will be included into Commercial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Include meals for 35 person (SOL and Service Company personnel)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Wellsite Reclamation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Wellsite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Rig Bundling list of services: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B7133-D252-A9D1-8042-8EC5BA57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3" y="3624213"/>
            <a:ext cx="3724275" cy="26670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0901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06BD-95C6-6BD3-83F0-A299DD47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4B18F760-B8D9-D4CA-DBE9-972463E3B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E1D4E4F-F09F-2E5D-A108-6FA0F8E6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66721C-8F32-69E2-81E5-F1A11FB6C66F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858890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endParaRPr lang="en-ID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74CA0-6585-8955-215F-696DF9EDF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72" t="20008" r="9216" b="19918"/>
          <a:stretch/>
        </p:blipFill>
        <p:spPr>
          <a:xfrm>
            <a:off x="2051957" y="1485900"/>
            <a:ext cx="504008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49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F189-CCBF-C419-B8A0-82583B3A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0" descr="SOL Logo.JPG">
            <a:extLst>
              <a:ext uri="{FF2B5EF4-FFF2-40B4-BE49-F238E27FC236}">
                <a16:creationId xmlns:a16="http://schemas.microsoft.com/office/drawing/2014/main" id="{5EE80EFE-F659-F923-FAD3-2E100653A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000" y="180000"/>
            <a:ext cx="1380649" cy="32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8214154-50AC-24DB-3A25-5104B60E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520" y="6500244"/>
            <a:ext cx="45720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7D876-14BD-4B39-B711-02FD3958A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7883CA-6866-5001-6DC1-D5B79EFCC2E2}"/>
              </a:ext>
            </a:extLst>
          </p:cNvPr>
          <p:cNvSpPr txBox="1">
            <a:spLocks/>
          </p:cNvSpPr>
          <p:nvPr/>
        </p:nvSpPr>
        <p:spPr>
          <a:xfrm>
            <a:off x="179512" y="44624"/>
            <a:ext cx="7772400" cy="440688"/>
          </a:xfrm>
          <a:prstGeom prst="rect">
            <a:avLst/>
          </a:prstGeom>
        </p:spPr>
        <p:txBody>
          <a:bodyPr bIns="91440" anchor="ctr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 lvl="1" indent="-358775" algn="just">
              <a:lnSpc>
                <a:spcPct val="80000"/>
              </a:lnSpc>
              <a:spcBef>
                <a:spcPts val="580"/>
              </a:spcBef>
              <a:buClr>
                <a:schemeClr val="accent1"/>
              </a:buClr>
            </a:pPr>
            <a:r>
              <a:rPr lang="en-ID" b="1">
                <a:latin typeface="Arial" panose="020B0604020202020204" pitchFamily="34" charset="0"/>
                <a:cs typeface="Arial" panose="020B0604020202020204" pitchFamily="34" charset="0"/>
              </a:rPr>
              <a:t>1. Drill Rig Layout Area </a:t>
            </a: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B47D7447-3D59-30F2-D0AF-40772C48C1C5}"/>
              </a:ext>
            </a:extLst>
          </p:cNvPr>
          <p:cNvGraphicFramePr>
            <a:graphicFrameLocks noGrp="1"/>
          </p:cNvGraphicFramePr>
          <p:nvPr/>
        </p:nvGraphicFramePr>
        <p:xfrm>
          <a:off x="2995769" y="1178238"/>
          <a:ext cx="5944877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888">
                  <a:extLst>
                    <a:ext uri="{9D8B030D-6E8A-4147-A177-3AD203B41FA5}">
                      <a16:colId xmlns:a16="http://schemas.microsoft.com/office/drawing/2014/main" val="38726985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777430392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386934250"/>
                    </a:ext>
                  </a:extLst>
                </a:gridCol>
                <a:gridCol w="1505703">
                  <a:extLst>
                    <a:ext uri="{9D8B030D-6E8A-4147-A177-3AD203B41FA5}">
                      <a16:colId xmlns:a16="http://schemas.microsoft.com/office/drawing/2014/main" val="2730862819"/>
                    </a:ext>
                  </a:extLst>
                </a:gridCol>
              </a:tblGrid>
              <a:tr h="258996">
                <a:tc>
                  <a:txBody>
                    <a:bodyPr/>
                    <a:lstStyle/>
                    <a:p>
                      <a:r>
                        <a:rPr lang="en-US" sz="1600"/>
                        <a:t>Rig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Length, m</a:t>
                      </a:r>
                    </a:p>
                    <a:p>
                      <a:r>
                        <a:rPr lang="en-US" sz="1600"/>
                        <a:t>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Width, m</a:t>
                      </a:r>
                    </a:p>
                    <a:p>
                      <a:r>
                        <a:rPr lang="en-US" sz="1600"/>
                        <a:t>C +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Area, m2</a:t>
                      </a:r>
                    </a:p>
                    <a:p>
                      <a:r>
                        <a:rPr lang="en-US" sz="1600"/>
                        <a:t>Only Rig Eq.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04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750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1853.1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722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750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974.0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39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1000 HP, 1 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2505.7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52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1000 HP, 2 joints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62.4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37.0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2308.8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8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1000 HP, 3 joints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3803.8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57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1200 HP, Ideal Rig, 2 Joints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82.9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18.9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1566.8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19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1500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98.2</a:t>
                      </a:r>
                    </a:p>
                    <a:p>
                      <a:r>
                        <a:rPr lang="en-US" sz="1600"/>
                        <a:t>102.7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40.8</a:t>
                      </a:r>
                    </a:p>
                    <a:p>
                      <a:r>
                        <a:rPr lang="en-US" sz="1600"/>
                        <a:t>35.0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4006.6</a:t>
                      </a:r>
                    </a:p>
                    <a:p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3594.5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4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1800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3911.4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289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2000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3293.0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497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3000 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3595.2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14297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6FCC0C6-BA2F-822C-11F6-4D046D8EE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623851"/>
            <a:ext cx="2676525" cy="491452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EDE4F4-F488-FB32-AECE-831EC31F4F41}"/>
              </a:ext>
            </a:extLst>
          </p:cNvPr>
          <p:cNvCxnSpPr>
            <a:cxnSpLocks/>
          </p:cNvCxnSpPr>
          <p:nvPr/>
        </p:nvCxnSpPr>
        <p:spPr>
          <a:xfrm>
            <a:off x="475048" y="4622238"/>
            <a:ext cx="0" cy="1734269"/>
          </a:xfrm>
          <a:prstGeom prst="straightConnector1">
            <a:avLst/>
          </a:prstGeom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423650-BB6D-7CEB-3F32-825D391C770A}"/>
              </a:ext>
            </a:extLst>
          </p:cNvPr>
          <p:cNvCxnSpPr>
            <a:cxnSpLocks/>
          </p:cNvCxnSpPr>
          <p:nvPr/>
        </p:nvCxnSpPr>
        <p:spPr>
          <a:xfrm>
            <a:off x="470967" y="1868990"/>
            <a:ext cx="0" cy="2753248"/>
          </a:xfrm>
          <a:prstGeom prst="straightConnector1">
            <a:avLst/>
          </a:prstGeom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AC33D3-3A5F-6F60-C8A6-5A34C4F7C9DB}"/>
              </a:ext>
            </a:extLst>
          </p:cNvPr>
          <p:cNvCxnSpPr>
            <a:cxnSpLocks/>
          </p:cNvCxnSpPr>
          <p:nvPr/>
        </p:nvCxnSpPr>
        <p:spPr>
          <a:xfrm>
            <a:off x="735004" y="1838846"/>
            <a:ext cx="832542" cy="0"/>
          </a:xfrm>
          <a:prstGeom prst="straightConnector1">
            <a:avLst/>
          </a:prstGeom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0722BA-644B-686C-706C-6A227B089896}"/>
              </a:ext>
            </a:extLst>
          </p:cNvPr>
          <p:cNvCxnSpPr>
            <a:cxnSpLocks/>
          </p:cNvCxnSpPr>
          <p:nvPr/>
        </p:nvCxnSpPr>
        <p:spPr>
          <a:xfrm>
            <a:off x="1567546" y="1838846"/>
            <a:ext cx="1055074" cy="0"/>
          </a:xfrm>
          <a:prstGeom prst="straightConnector1">
            <a:avLst/>
          </a:prstGeom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0003D2-4871-7059-5074-7C08E1BF0E2F}"/>
              </a:ext>
            </a:extLst>
          </p:cNvPr>
          <p:cNvSpPr txBox="1"/>
          <p:nvPr/>
        </p:nvSpPr>
        <p:spPr>
          <a:xfrm>
            <a:off x="52232" y="5304706"/>
            <a:ext cx="37817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C25B8-5692-86E1-FB32-74F41010E90C}"/>
              </a:ext>
            </a:extLst>
          </p:cNvPr>
          <p:cNvSpPr txBox="1"/>
          <p:nvPr/>
        </p:nvSpPr>
        <p:spPr>
          <a:xfrm>
            <a:off x="39329" y="3060948"/>
            <a:ext cx="37817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7E49F-DABD-ABF3-77CD-EAE7D05DDBD8}"/>
              </a:ext>
            </a:extLst>
          </p:cNvPr>
          <p:cNvSpPr txBox="1"/>
          <p:nvPr/>
        </p:nvSpPr>
        <p:spPr>
          <a:xfrm>
            <a:off x="962187" y="1254519"/>
            <a:ext cx="37817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26ED4-2522-D926-7470-3F80F00E5473}"/>
              </a:ext>
            </a:extLst>
          </p:cNvPr>
          <p:cNvSpPr txBox="1"/>
          <p:nvPr/>
        </p:nvSpPr>
        <p:spPr>
          <a:xfrm>
            <a:off x="1905995" y="1306979"/>
            <a:ext cx="37817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FBE19-1D2D-9095-78F0-896C426628F7}"/>
              </a:ext>
            </a:extLst>
          </p:cNvPr>
          <p:cNvSpPr txBox="1"/>
          <p:nvPr/>
        </p:nvSpPr>
        <p:spPr>
          <a:xfrm>
            <a:off x="2893457" y="5953600"/>
            <a:ext cx="6398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</a:rPr>
              <a:t>All rig with </a:t>
            </a:r>
            <a:r>
              <a:rPr lang="en-US" sz="1600" b="1">
                <a:solidFill>
                  <a:srgbClr val="C00000"/>
                </a:solidFill>
              </a:rPr>
              <a:t>3 joints rig mast 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need more </a:t>
            </a:r>
            <a:r>
              <a:rPr lang="en-US" sz="1600" b="1">
                <a:solidFill>
                  <a:srgbClr val="C00000"/>
                </a:solidFill>
                <a:sym typeface="Wingdings" panose="05000000000000000000" pitchFamily="2" charset="2"/>
              </a:rPr>
              <a:t>3300 m2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Rig with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 joints Rig mast  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need only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2300 m2 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or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30% smaller area</a:t>
            </a:r>
            <a:endParaRPr lang="en-US" sz="16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734113BC-FB53-69AE-FB58-D3C08250B6F3}"/>
              </a:ext>
            </a:extLst>
          </p:cNvPr>
          <p:cNvSpPr/>
          <p:nvPr/>
        </p:nvSpPr>
        <p:spPr>
          <a:xfrm>
            <a:off x="8392584" y="2752891"/>
            <a:ext cx="341644" cy="50724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8140B3E9-0C17-53E8-A9DB-9BF89F53AF7F}"/>
              </a:ext>
            </a:extLst>
          </p:cNvPr>
          <p:cNvSpPr/>
          <p:nvPr/>
        </p:nvSpPr>
        <p:spPr>
          <a:xfrm>
            <a:off x="8364023" y="3512931"/>
            <a:ext cx="341644" cy="507247"/>
          </a:xfrm>
          <a:prstGeom prst="leftArrow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C2B2D878-F6A1-129F-03B7-3A96D21A6FCA}"/>
              </a:ext>
            </a:extLst>
          </p:cNvPr>
          <p:cNvSpPr/>
          <p:nvPr/>
        </p:nvSpPr>
        <p:spPr>
          <a:xfrm>
            <a:off x="8408996" y="1684655"/>
            <a:ext cx="341644" cy="507247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69ECFA0C-C9C0-28EC-AF3E-67CA0474B817}"/>
              </a:ext>
            </a:extLst>
          </p:cNvPr>
          <p:cNvSpPr/>
          <p:nvPr/>
        </p:nvSpPr>
        <p:spPr>
          <a:xfrm>
            <a:off x="8250324" y="3995545"/>
            <a:ext cx="284521" cy="1678493"/>
          </a:xfrm>
          <a:prstGeom prst="rightBrac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111179-BBFF-1B5F-C9D6-E92E7955D564}"/>
              </a:ext>
            </a:extLst>
          </p:cNvPr>
          <p:cNvSpPr txBox="1"/>
          <p:nvPr/>
        </p:nvSpPr>
        <p:spPr>
          <a:xfrm>
            <a:off x="8359277" y="4834791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similar</a:t>
            </a:r>
          </a:p>
        </p:txBody>
      </p:sp>
    </p:spTree>
    <p:extLst>
      <p:ext uri="{BB962C8B-B14F-4D97-AF65-F5344CB8AC3E}">
        <p14:creationId xmlns:p14="http://schemas.microsoft.com/office/powerpoint/2010/main" val="3975588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>
        <a:ln w="12700"/>
      </a:spPr>
      <a:bodyPr rtlCol="0" anchor="ctr"/>
      <a:lstStyle>
        <a:defPPr algn="ctr">
          <a:defRPr kumimoji="1" sz="1400" u="sng" dirty="0">
            <a:solidFill>
              <a:prstClr val="black"/>
            </a:solidFill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/>
      <a:bodyPr bIns="91440" anchor="b" anchorCtr="0">
        <a:noAutofit/>
      </a:bodyPr>
      <a:lstStyle>
        <a:defPPr>
          <a:defRPr sz="14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F5F5A2786360438380881EE255CE4A" ma:contentTypeVersion="6" ma:contentTypeDescription="Create a new document." ma:contentTypeScope="" ma:versionID="9df0fef867d3d1a6f3f75cbf6eceee4f">
  <xsd:schema xmlns:xsd="http://www.w3.org/2001/XMLSchema" xmlns:xs="http://www.w3.org/2001/XMLSchema" xmlns:p="http://schemas.microsoft.com/office/2006/metadata/properties" xmlns:ns3="eb365ed0-7f9b-429c-b49a-cbec40ba25d7" targetNamespace="http://schemas.microsoft.com/office/2006/metadata/properties" ma:root="true" ma:fieldsID="aba17b908932169b2f93e7c24f7b8cd0" ns3:_="">
    <xsd:import namespace="eb365ed0-7f9b-429c-b49a-cbec40ba25d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65ed0-7f9b-429c-b49a-cbec40ba25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A1B52A-4D00-41F6-9322-2B8D2DBAA0C0}">
  <ds:schemaRefs>
    <ds:schemaRef ds:uri="eb365ed0-7f9b-429c-b49a-cbec40ba25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FD34089-D2FD-465E-91AC-54C054E9AEA1}">
  <ds:schemaRefs>
    <ds:schemaRef ds:uri="eb365ed0-7f9b-429c-b49a-cbec40ba25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28A785-9AB0-43C3-B4D7-5FA1055B16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1854</Words>
  <Application>Microsoft Office PowerPoint</Application>
  <PresentationFormat>On-screen Show (4:3)</PresentationFormat>
  <Paragraphs>605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ADLaM Display</vt:lpstr>
      <vt:lpstr>Arial</vt:lpstr>
      <vt:lpstr>Calibri</vt:lpstr>
      <vt:lpstr>Segoe UI</vt:lpstr>
      <vt:lpstr>Wingdings</vt:lpstr>
      <vt:lpstr>Wingdings 2</vt:lpstr>
      <vt:lpstr>Equity</vt:lpstr>
      <vt:lpstr>RIG HORSE POWER FOR DRILLING NIL WELLS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Hisao Nakano</dc:creator>
  <cp:lastModifiedBy>yudi hartono</cp:lastModifiedBy>
  <cp:revision>1</cp:revision>
  <cp:lastPrinted>2024-03-21T12:27:54Z</cp:lastPrinted>
  <dcterms:created xsi:type="dcterms:W3CDTF">2012-12-07T03:58:40Z</dcterms:created>
  <dcterms:modified xsi:type="dcterms:W3CDTF">2024-12-12T01:28:46Z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0x01010044F5F5A2786360438380881EE255CE4A</vt:lpwstr>
  </property>
</Properties>
</file>