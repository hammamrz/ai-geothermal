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147483177" r:id="rId2"/>
    <p:sldId id="2147483182" r:id="rId3"/>
    <p:sldId id="2147483183" r:id="rId4"/>
    <p:sldId id="2147483195" r:id="rId5"/>
    <p:sldId id="2147483196" r:id="rId6"/>
    <p:sldId id="2147483197" r:id="rId7"/>
    <p:sldId id="21474831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ADER" id="{FED5965F-868E-4EEE-8ADC-741D4DD4FBCD}">
          <p14:sldIdLst>
            <p14:sldId id="2147483177"/>
          </p14:sldIdLst>
        </p14:section>
        <p14:section name="TEAM" id="{0A67E460-23B2-4C18-8E9E-3273FEA22B56}">
          <p14:sldIdLst/>
        </p14:section>
        <p14:section name="OUTLINE" id="{E44FEFE2-D81C-4AAF-BADA-7B0CC9495AF7}">
          <p14:sldIdLst/>
        </p14:section>
        <p14:section name="EXECUTIVE SUMMARY" id="{3F218EC5-FFA0-4397-AC24-E81A3A1C483B}">
          <p14:sldIdLst>
            <p14:sldId id="2147483182"/>
          </p14:sldIdLst>
        </p14:section>
        <p14:section name="LOCATION, GEOGRAPHY, &amp; SURFACE RECONNAISSANCE" id="{D782901F-230B-4FF3-B970-F4D636C4750C}">
          <p14:sldIdLst>
            <p14:sldId id="2147483183"/>
            <p14:sldId id="2147483195"/>
            <p14:sldId id="2147483196"/>
            <p14:sldId id="2147483197"/>
            <p14:sldId id="2147483198"/>
          </p14:sldIdLst>
        </p14:section>
        <p14:section name="SUBSURFACE GEOLOGICAL PROGNOSIS (G&amp;G DATA)" id="{798CFDE0-DA47-4BAC-93E8-E5698314A0BE}">
          <p14:sldIdLst/>
        </p14:section>
        <p14:section name="OFFSET WELL ANALYSIS &amp; LESSONS LEARNED" id="{36E1D808-CF3F-4D0A-9F43-E036E776FBA5}">
          <p14:sldIdLst/>
        </p14:section>
        <p14:section name="CONCEPTUAL WELL CONSTRUCTION DESIGN (PRE-BOD)" id="{2EC5A923-61DF-453D-97A3-AC1CB9F9C534}">
          <p14:sldIdLst/>
        </p14:section>
        <p14:section name="MINIMUM RIG SPECIFICATIONS &amp; CRITICAL THIRD-PARTY SERVICES" id="{5ABB7191-4601-48B7-8D39-029DAF3B7B21}">
          <p14:sldIdLst/>
        </p14:section>
        <p14:section name="PROJECT RISK ASSESSMENT &amp; MITIGATION MATRIX (Corrected Position)" id="{73F0B494-3E6B-4F94-AC71-8431C017FCC3}">
          <p14:sldIdLst/>
        </p14:section>
        <p14:section name="PROJECT ECONOMICS &amp; PRELIMINARY AFE" id="{A929E6EC-6C53-4C73-AC5F-E5E71E372677}">
          <p14:sldIdLst/>
        </p14:section>
        <p14:section name="PRE-EXECUTION MILESTONES &amp; ROADMAP TO SPUD" id="{295D5A34-28F6-4258-A924-2D4CF75ABF68}">
          <p14:sldIdLst/>
        </p14:section>
        <p14:section name="CLOSING" id="{E7E833DB-8497-4742-85D0-A36283EC94D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BCE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E7DF3-D601-4064-967A-6ACFC23DCA7F}" v="45" dt="2026-06-21T12:30:01.241"/>
    <p1510:client id="{B05106B0-3251-447F-825B-F325F1B18A16}" v="29" dt="2026-06-22T11:18:20.630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73" d="100"/>
          <a:sy n="73" d="100"/>
        </p:scale>
        <p:origin x="3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ri Permatasari Sirait" userId="30a17eb4-c403-4b7f-90d1-099926e6771f" providerId="ADAL" clId="{521C5D69-18D8-4182-A474-EAF2F35F44B2}"/>
    <pc:docChg chg="undo custSel addSld delSld modSld">
      <pc:chgData name="Asri Permatasari Sirait" userId="30a17eb4-c403-4b7f-90d1-099926e6771f" providerId="ADAL" clId="{521C5D69-18D8-4182-A474-EAF2F35F44B2}" dt="2026-06-21T12:30:01.241" v="247" actId="20577"/>
      <pc:docMkLst>
        <pc:docMk/>
      </pc:docMkLst>
      <pc:sldChg chg="modSp mod">
        <pc:chgData name="Asri Permatasari Sirait" userId="30a17eb4-c403-4b7f-90d1-099926e6771f" providerId="ADAL" clId="{521C5D69-18D8-4182-A474-EAF2F35F44B2}" dt="2026-06-21T12:30:01.241" v="247" actId="20577"/>
        <pc:sldMkLst>
          <pc:docMk/>
          <pc:sldMk cId="1821871639" sldId="2147483176"/>
        </pc:sldMkLst>
        <pc:spChg chg="mod">
          <ac:chgData name="Asri Permatasari Sirait" userId="30a17eb4-c403-4b7f-90d1-099926e6771f" providerId="ADAL" clId="{521C5D69-18D8-4182-A474-EAF2F35F44B2}" dt="2026-06-21T12:10:29.710" v="33" actId="20577"/>
          <ac:spMkLst>
            <pc:docMk/>
            <pc:sldMk cId="1821871639" sldId="2147483176"/>
            <ac:spMk id="2" creationId="{A1267366-E2D7-1201-4D7F-36D1203251BD}"/>
          </ac:spMkLst>
        </pc:spChg>
        <pc:spChg chg="mod">
          <ac:chgData name="Asri Permatasari Sirait" userId="30a17eb4-c403-4b7f-90d1-099926e6771f" providerId="ADAL" clId="{521C5D69-18D8-4182-A474-EAF2F35F44B2}" dt="2026-06-21T12:29:25.986" v="219" actId="20577"/>
          <ac:spMkLst>
            <pc:docMk/>
            <pc:sldMk cId="1821871639" sldId="2147483176"/>
            <ac:spMk id="7" creationId="{4BCD295F-4837-782B-0772-399A919BD5B0}"/>
          </ac:spMkLst>
        </pc:spChg>
        <pc:graphicFrameChg chg="mod">
          <ac:chgData name="Asri Permatasari Sirait" userId="30a17eb4-c403-4b7f-90d1-099926e6771f" providerId="ADAL" clId="{521C5D69-18D8-4182-A474-EAF2F35F44B2}" dt="2026-06-21T12:29:41.420" v="226" actId="20577"/>
          <ac:graphicFrameMkLst>
            <pc:docMk/>
            <pc:sldMk cId="1821871639" sldId="2147483176"/>
            <ac:graphicFrameMk id="3" creationId="{32C9E7E7-D9B2-44F0-B216-EEE3B6EB9C10}"/>
          </ac:graphicFrameMkLst>
        </pc:graphicFrameChg>
        <pc:graphicFrameChg chg="mod">
          <ac:chgData name="Asri Permatasari Sirait" userId="30a17eb4-c403-4b7f-90d1-099926e6771f" providerId="ADAL" clId="{521C5D69-18D8-4182-A474-EAF2F35F44B2}" dt="2026-06-21T12:29:49.766" v="233" actId="20577"/>
          <ac:graphicFrameMkLst>
            <pc:docMk/>
            <pc:sldMk cId="1821871639" sldId="2147483176"/>
            <ac:graphicFrameMk id="4" creationId="{034EB071-4CE7-412F-B2EA-3241152A9B55}"/>
          </ac:graphicFrameMkLst>
        </pc:graphicFrameChg>
        <pc:graphicFrameChg chg="mod">
          <ac:chgData name="Asri Permatasari Sirait" userId="30a17eb4-c403-4b7f-90d1-099926e6771f" providerId="ADAL" clId="{521C5D69-18D8-4182-A474-EAF2F35F44B2}" dt="2026-06-21T12:29:56.357" v="240" actId="20577"/>
          <ac:graphicFrameMkLst>
            <pc:docMk/>
            <pc:sldMk cId="1821871639" sldId="2147483176"/>
            <ac:graphicFrameMk id="5" creationId="{6A3E773F-3072-4110-B498-C738FDC4B7B1}"/>
          </ac:graphicFrameMkLst>
        </pc:graphicFrameChg>
        <pc:graphicFrameChg chg="modGraphic">
          <ac:chgData name="Asri Permatasari Sirait" userId="30a17eb4-c403-4b7f-90d1-099926e6771f" providerId="ADAL" clId="{521C5D69-18D8-4182-A474-EAF2F35F44B2}" dt="2026-06-21T12:10:54.318" v="49" actId="14734"/>
          <ac:graphicFrameMkLst>
            <pc:docMk/>
            <pc:sldMk cId="1821871639" sldId="2147483176"/>
            <ac:graphicFrameMk id="10" creationId="{7959E198-1572-68F5-EA3B-A3862B4E5CD9}"/>
          </ac:graphicFrameMkLst>
        </pc:graphicFrameChg>
        <pc:graphicFrameChg chg="mod">
          <ac:chgData name="Asri Permatasari Sirait" userId="30a17eb4-c403-4b7f-90d1-099926e6771f" providerId="ADAL" clId="{521C5D69-18D8-4182-A474-EAF2F35F44B2}" dt="2026-06-21T12:30:01.241" v="247" actId="20577"/>
          <ac:graphicFrameMkLst>
            <pc:docMk/>
            <pc:sldMk cId="1821871639" sldId="2147483176"/>
            <ac:graphicFrameMk id="11" creationId="{26FBAEFF-2269-4806-806E-A971552FA10E}"/>
          </ac:graphicFrameMkLst>
        </pc:graphicFrameChg>
      </pc:sldChg>
      <pc:sldChg chg="addSp delSp modSp new mod">
        <pc:chgData name="Asri Permatasari Sirait" userId="30a17eb4-c403-4b7f-90d1-099926e6771f" providerId="ADAL" clId="{521C5D69-18D8-4182-A474-EAF2F35F44B2}" dt="2026-06-21T12:29:08.372" v="212" actId="207"/>
        <pc:sldMkLst>
          <pc:docMk/>
          <pc:sldMk cId="2467878250" sldId="2147483177"/>
        </pc:sldMkLst>
        <pc:spChg chg="del">
          <ac:chgData name="Asri Permatasari Sirait" userId="30a17eb4-c403-4b7f-90d1-099926e6771f" providerId="ADAL" clId="{521C5D69-18D8-4182-A474-EAF2F35F44B2}" dt="2026-06-21T06:23:22.147" v="4" actId="478"/>
          <ac:spMkLst>
            <pc:docMk/>
            <pc:sldMk cId="2467878250" sldId="2147483177"/>
            <ac:spMk id="2" creationId="{9234009E-F740-0734-F4E5-3C7AE3A0C3AB}"/>
          </ac:spMkLst>
        </pc:spChg>
        <pc:spChg chg="del">
          <ac:chgData name="Asri Permatasari Sirait" userId="30a17eb4-c403-4b7f-90d1-099926e6771f" providerId="ADAL" clId="{521C5D69-18D8-4182-A474-EAF2F35F44B2}" dt="2026-06-21T06:23:20.188" v="3" actId="478"/>
          <ac:spMkLst>
            <pc:docMk/>
            <pc:sldMk cId="2467878250" sldId="2147483177"/>
            <ac:spMk id="3" creationId="{3A3D09CB-356A-3A44-B257-325D069EE270}"/>
          </ac:spMkLst>
        </pc:spChg>
        <pc:spChg chg="add del mod">
          <ac:chgData name="Asri Permatasari Sirait" userId="30a17eb4-c403-4b7f-90d1-099926e6771f" providerId="ADAL" clId="{521C5D69-18D8-4182-A474-EAF2F35F44B2}" dt="2026-06-21T06:23:29.896" v="7" actId="478"/>
          <ac:spMkLst>
            <pc:docMk/>
            <pc:sldMk cId="2467878250" sldId="2147483177"/>
            <ac:spMk id="4" creationId="{F7CE58A1-7435-E1FA-62C1-AF9496092952}"/>
          </ac:spMkLst>
        </pc:spChg>
        <pc:spChg chg="mod">
          <ac:chgData name="Asri Permatasari Sirait" userId="30a17eb4-c403-4b7f-90d1-099926e6771f" providerId="ADAL" clId="{521C5D69-18D8-4182-A474-EAF2F35F44B2}" dt="2026-06-21T06:24:59.910" v="15" actId="165"/>
          <ac:spMkLst>
            <pc:docMk/>
            <pc:sldMk cId="2467878250" sldId="2147483177"/>
            <ac:spMk id="7" creationId="{C8EAA429-C4B9-BE86-5543-D1DA28598324}"/>
          </ac:spMkLst>
        </pc:spChg>
        <pc:spChg chg="mod">
          <ac:chgData name="Asri Permatasari Sirait" userId="30a17eb4-c403-4b7f-90d1-099926e6771f" providerId="ADAL" clId="{521C5D69-18D8-4182-A474-EAF2F35F44B2}" dt="2026-06-21T06:24:59.910" v="15" actId="165"/>
          <ac:spMkLst>
            <pc:docMk/>
            <pc:sldMk cId="2467878250" sldId="2147483177"/>
            <ac:spMk id="8" creationId="{5E5BF764-C448-9B68-6098-E566B113AB8A}"/>
          </ac:spMkLst>
        </pc:spChg>
        <pc:spChg chg="mod">
          <ac:chgData name="Asri Permatasari Sirait" userId="30a17eb4-c403-4b7f-90d1-099926e6771f" providerId="ADAL" clId="{521C5D69-18D8-4182-A474-EAF2F35F44B2}" dt="2026-06-21T06:24:59.910" v="15" actId="165"/>
          <ac:spMkLst>
            <pc:docMk/>
            <pc:sldMk cId="2467878250" sldId="2147483177"/>
            <ac:spMk id="9" creationId="{B0217C97-64EA-ADBD-730B-25C3E38E5BD5}"/>
          </ac:spMkLst>
        </pc:spChg>
        <pc:spChg chg="mod">
          <ac:chgData name="Asri Permatasari Sirait" userId="30a17eb4-c403-4b7f-90d1-099926e6771f" providerId="ADAL" clId="{521C5D69-18D8-4182-A474-EAF2F35F44B2}" dt="2026-06-21T06:25:09.601" v="17" actId="1036"/>
          <ac:spMkLst>
            <pc:docMk/>
            <pc:sldMk cId="2467878250" sldId="2147483177"/>
            <ac:spMk id="10" creationId="{106BDEAF-B6AC-323E-56F1-3DB4206DF7FF}"/>
          </ac:spMkLst>
        </pc:spChg>
        <pc:spChg chg="mod">
          <ac:chgData name="Asri Permatasari Sirait" userId="30a17eb4-c403-4b7f-90d1-099926e6771f" providerId="ADAL" clId="{521C5D69-18D8-4182-A474-EAF2F35F44B2}" dt="2026-06-21T06:24:59.910" v="15" actId="165"/>
          <ac:spMkLst>
            <pc:docMk/>
            <pc:sldMk cId="2467878250" sldId="2147483177"/>
            <ac:spMk id="11" creationId="{DB832119-72AD-86DD-60E1-FBFE9BB9BEED}"/>
          </ac:spMkLst>
        </pc:spChg>
        <pc:spChg chg="mod">
          <ac:chgData name="Asri Permatasari Sirait" userId="30a17eb4-c403-4b7f-90d1-099926e6771f" providerId="ADAL" clId="{521C5D69-18D8-4182-A474-EAF2F35F44B2}" dt="2026-06-21T06:25:24.632" v="21" actId="1036"/>
          <ac:spMkLst>
            <pc:docMk/>
            <pc:sldMk cId="2467878250" sldId="2147483177"/>
            <ac:spMk id="12" creationId="{55C102D7-83F7-3D62-683F-6C05FB73AE42}"/>
          </ac:spMkLst>
        </pc:spChg>
        <pc:spChg chg="add mod topLvl">
          <ac:chgData name="Asri Permatasari Sirait" userId="30a17eb4-c403-4b7f-90d1-099926e6771f" providerId="ADAL" clId="{521C5D69-18D8-4182-A474-EAF2F35F44B2}" dt="2026-06-21T06:25:34.050" v="22" actId="164"/>
          <ac:spMkLst>
            <pc:docMk/>
            <pc:sldMk cId="2467878250" sldId="2147483177"/>
            <ac:spMk id="16" creationId="{5603331A-9C2B-8E8D-6D8F-240EB6745939}"/>
          </ac:spMkLst>
        </pc:spChg>
        <pc:spChg chg="add mod topLvl">
          <ac:chgData name="Asri Permatasari Sirait" userId="30a17eb4-c403-4b7f-90d1-099926e6771f" providerId="ADAL" clId="{521C5D69-18D8-4182-A474-EAF2F35F44B2}" dt="2026-06-21T06:25:34.050" v="22" actId="164"/>
          <ac:spMkLst>
            <pc:docMk/>
            <pc:sldMk cId="2467878250" sldId="2147483177"/>
            <ac:spMk id="17" creationId="{FDEE695B-20D2-FA5F-AF17-2165543E9D90}"/>
          </ac:spMkLst>
        </pc:spChg>
        <pc:spChg chg="add mod topLvl">
          <ac:chgData name="Asri Permatasari Sirait" userId="30a17eb4-c403-4b7f-90d1-099926e6771f" providerId="ADAL" clId="{521C5D69-18D8-4182-A474-EAF2F35F44B2}" dt="2026-06-21T06:25:34.050" v="22" actId="164"/>
          <ac:spMkLst>
            <pc:docMk/>
            <pc:sldMk cId="2467878250" sldId="2147483177"/>
            <ac:spMk id="21" creationId="{D68FA376-418A-7BF0-C16F-C0233A9BD50A}"/>
          </ac:spMkLst>
        </pc:spChg>
        <pc:spChg chg="add mod topLvl">
          <ac:chgData name="Asri Permatasari Sirait" userId="30a17eb4-c403-4b7f-90d1-099926e6771f" providerId="ADAL" clId="{521C5D69-18D8-4182-A474-EAF2F35F44B2}" dt="2026-06-21T06:25:34.050" v="22" actId="164"/>
          <ac:spMkLst>
            <pc:docMk/>
            <pc:sldMk cId="2467878250" sldId="2147483177"/>
            <ac:spMk id="25" creationId="{F736D0D2-29AA-09F8-A8CA-2763A5CAAED8}"/>
          </ac:spMkLst>
        </pc:spChg>
        <pc:grpChg chg="del">
          <ac:chgData name="Asri Permatasari Sirait" userId="30a17eb4-c403-4b7f-90d1-099926e6771f" providerId="ADAL" clId="{521C5D69-18D8-4182-A474-EAF2F35F44B2}" dt="2026-06-21T12:10:22.370" v="26" actId="478"/>
          <ac:grpSpMkLst>
            <pc:docMk/>
            <pc:sldMk cId="2467878250" sldId="2147483177"/>
            <ac:grpSpMk id="27" creationId="{0B6DC804-DB09-96FE-0BF6-36D5211831C0}"/>
          </ac:grpSpMkLst>
        </pc:grpChg>
        <pc:graphicFrameChg chg="add modGraphic">
          <ac:chgData name="Asri Permatasari Sirait" userId="30a17eb4-c403-4b7f-90d1-099926e6771f" providerId="ADAL" clId="{521C5D69-18D8-4182-A474-EAF2F35F44B2}" dt="2026-06-21T12:29:08.372" v="212" actId="207"/>
          <ac:graphicFrameMkLst>
            <pc:docMk/>
            <pc:sldMk cId="2467878250" sldId="2147483177"/>
            <ac:graphicFrameMk id="2" creationId="{A51D9DF4-BE4F-4B5C-6EAF-999512B04562}"/>
          </ac:graphicFrameMkLst>
        </pc:graphicFrameChg>
        <pc:picChg chg="mod">
          <ac:chgData name="Asri Permatasari Sirait" userId="30a17eb4-c403-4b7f-90d1-099926e6771f" providerId="ADAL" clId="{521C5D69-18D8-4182-A474-EAF2F35F44B2}" dt="2026-06-21T06:25:34.050" v="22" actId="164"/>
          <ac:picMkLst>
            <pc:docMk/>
            <pc:sldMk cId="2467878250" sldId="2147483177"/>
            <ac:picMk id="5" creationId="{759D6F07-A2EF-3123-F87F-303E41A08927}"/>
          </ac:picMkLst>
        </pc:picChg>
        <pc:picChg chg="mod">
          <ac:chgData name="Asri Permatasari Sirait" userId="30a17eb4-c403-4b7f-90d1-099926e6771f" providerId="ADAL" clId="{521C5D69-18D8-4182-A474-EAF2F35F44B2}" dt="2026-06-21T06:25:34.050" v="22" actId="164"/>
          <ac:picMkLst>
            <pc:docMk/>
            <pc:sldMk cId="2467878250" sldId="2147483177"/>
            <ac:picMk id="14" creationId="{5928E512-3DD8-3C7D-E7D1-3C309CAB9EDB}"/>
          </ac:picMkLst>
        </pc:picChg>
        <pc:picChg chg="mod">
          <ac:chgData name="Asri Permatasari Sirait" userId="30a17eb4-c403-4b7f-90d1-099926e6771f" providerId="ADAL" clId="{521C5D69-18D8-4182-A474-EAF2F35F44B2}" dt="2026-06-21T06:25:34.050" v="22" actId="164"/>
          <ac:picMkLst>
            <pc:docMk/>
            <pc:sldMk cId="2467878250" sldId="2147483177"/>
            <ac:picMk id="18" creationId="{F2FADEAA-6198-037D-D249-AC8D134A2F99}"/>
          </ac:picMkLst>
        </pc:picChg>
        <pc:picChg chg="mod">
          <ac:chgData name="Asri Permatasari Sirait" userId="30a17eb4-c403-4b7f-90d1-099926e6771f" providerId="ADAL" clId="{521C5D69-18D8-4182-A474-EAF2F35F44B2}" dt="2026-06-21T06:25:34.050" v="22" actId="164"/>
          <ac:picMkLst>
            <pc:docMk/>
            <pc:sldMk cId="2467878250" sldId="2147483177"/>
            <ac:picMk id="19" creationId="{0C9ABF66-AF6B-8E11-CC01-9BD66222F5A7}"/>
          </ac:picMkLst>
        </pc:picChg>
        <pc:picChg chg="mod">
          <ac:chgData name="Asri Permatasari Sirait" userId="30a17eb4-c403-4b7f-90d1-099926e6771f" providerId="ADAL" clId="{521C5D69-18D8-4182-A474-EAF2F35F44B2}" dt="2026-06-21T06:25:34.050" v="22" actId="164"/>
          <ac:picMkLst>
            <pc:docMk/>
            <pc:sldMk cId="2467878250" sldId="2147483177"/>
            <ac:picMk id="22" creationId="{826A3A82-5F20-485B-64C9-711E61757DDD}"/>
          </ac:picMkLst>
        </pc:picChg>
        <pc:picChg chg="mod">
          <ac:chgData name="Asri Permatasari Sirait" userId="30a17eb4-c403-4b7f-90d1-099926e6771f" providerId="ADAL" clId="{521C5D69-18D8-4182-A474-EAF2F35F44B2}" dt="2026-06-21T06:25:34.050" v="22" actId="164"/>
          <ac:picMkLst>
            <pc:docMk/>
            <pc:sldMk cId="2467878250" sldId="2147483177"/>
            <ac:picMk id="23" creationId="{81744349-B8B1-DB60-DB88-BDA03CE4BA2A}"/>
          </ac:picMkLst>
        </pc:picChg>
      </pc:sldChg>
      <pc:sldChg chg="add del">
        <pc:chgData name="Asri Permatasari Sirait" userId="30a17eb4-c403-4b7f-90d1-099926e6771f" providerId="ADAL" clId="{521C5D69-18D8-4182-A474-EAF2F35F44B2}" dt="2026-06-21T06:23:10.325" v="1" actId="2890"/>
        <pc:sldMkLst>
          <pc:docMk/>
          <pc:sldMk cId="2525524790" sldId="2147483177"/>
        </pc:sldMkLst>
      </pc:sldChg>
    </pc:docChg>
  </pc:docChgLst>
  <pc:docChgLst>
    <pc:chgData name="MUHAMMAD HAMMAM REZA" userId="6f12bb17-f50d-4a66-af65-c2edb74213f0" providerId="ADAL" clId="{DE1C7D37-0B55-4D8C-A231-D9E21C179BD4}"/>
    <pc:docChg chg="undo redo custSel delSld modSld sldOrd addSection delSection modSection">
      <pc:chgData name="MUHAMMAD HAMMAM REZA" userId="6f12bb17-f50d-4a66-af65-c2edb74213f0" providerId="ADAL" clId="{DE1C7D37-0B55-4D8C-A231-D9E21C179BD4}" dt="2026-06-22T11:19:49.210" v="1342" actId="17851"/>
      <pc:docMkLst>
        <pc:docMk/>
      </pc:docMkLst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2732435939" sldId="2147483179"/>
        </pc:sldMkLst>
      </pc:sldChg>
      <pc:sldChg chg="del">
        <pc:chgData name="MUHAMMAD HAMMAM REZA" userId="6f12bb17-f50d-4a66-af65-c2edb74213f0" providerId="ADAL" clId="{DE1C7D37-0B55-4D8C-A231-D9E21C179BD4}" dt="2026-06-22T11:19:41.411" v="1340" actId="47"/>
        <pc:sldMkLst>
          <pc:docMk/>
          <pc:sldMk cId="3421695301" sldId="2147483180"/>
        </pc:sldMkLst>
      </pc:sldChg>
      <pc:sldChg chg="del">
        <pc:chgData name="MUHAMMAD HAMMAM REZA" userId="6f12bb17-f50d-4a66-af65-c2edb74213f0" providerId="ADAL" clId="{DE1C7D37-0B55-4D8C-A231-D9E21C179BD4}" dt="2026-06-22T11:19:41.411" v="1340" actId="47"/>
        <pc:sldMkLst>
          <pc:docMk/>
          <pc:sldMk cId="3507371065" sldId="2147483181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4182461921" sldId="2147483184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2048121391" sldId="2147483185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40610497" sldId="2147483186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2500211175" sldId="2147483187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4117072814" sldId="2147483188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354281838" sldId="2147483189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1060378246" sldId="2147483190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1720672224" sldId="2147483191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1152002433" sldId="2147483192"/>
        </pc:sldMkLst>
      </pc:sldChg>
      <pc:sldChg chg="del">
        <pc:chgData name="MUHAMMAD HAMMAM REZA" userId="6f12bb17-f50d-4a66-af65-c2edb74213f0" providerId="ADAL" clId="{DE1C7D37-0B55-4D8C-A231-D9E21C179BD4}" dt="2026-06-22T11:19:35.743" v="1339" actId="47"/>
        <pc:sldMkLst>
          <pc:docMk/>
          <pc:sldMk cId="3633797512" sldId="2147483193"/>
        </pc:sldMkLst>
      </pc:sldChg>
      <pc:sldChg chg="del">
        <pc:chgData name="MUHAMMAD HAMMAM REZA" userId="6f12bb17-f50d-4a66-af65-c2edb74213f0" providerId="ADAL" clId="{DE1C7D37-0B55-4D8C-A231-D9E21C179BD4}" dt="2026-06-22T11:19:44.659" v="1341" actId="47"/>
        <pc:sldMkLst>
          <pc:docMk/>
          <pc:sldMk cId="2192107586" sldId="2147483194"/>
        </pc:sldMkLst>
      </pc:sldChg>
      <pc:sldChg chg="addSp delSp modSp mod ord">
        <pc:chgData name="MUHAMMAD HAMMAM REZA" userId="6f12bb17-f50d-4a66-af65-c2edb74213f0" providerId="ADAL" clId="{DE1C7D37-0B55-4D8C-A231-D9E21C179BD4}" dt="2026-06-22T11:18:56.415" v="1330"/>
        <pc:sldMkLst>
          <pc:docMk/>
          <pc:sldMk cId="0" sldId="2147483195"/>
        </pc:sldMkLst>
        <pc:spChg chg="mod">
          <ac:chgData name="MUHAMMAD HAMMAM REZA" userId="6f12bb17-f50d-4a66-af65-c2edb74213f0" providerId="ADAL" clId="{DE1C7D37-0B55-4D8C-A231-D9E21C179BD4}" dt="2026-06-22T10:34:24.165" v="201" actId="1076"/>
          <ac:spMkLst>
            <pc:docMk/>
            <pc:sldMk cId="0" sldId="2147483195"/>
            <ac:spMk id="5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4:28.428" v="202" actId="1076"/>
          <ac:spMkLst>
            <pc:docMk/>
            <pc:sldMk cId="0" sldId="2147483195"/>
            <ac:spMk id="6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0:58.626" v="290" actId="123"/>
          <ac:spMkLst>
            <pc:docMk/>
            <pc:sldMk cId="0" sldId="2147483195"/>
            <ac:spMk id="7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4:28.428" v="202" actId="1076"/>
          <ac:spMkLst>
            <pc:docMk/>
            <pc:sldMk cId="0" sldId="2147483195"/>
            <ac:spMk id="8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4:28.428" v="202" actId="1076"/>
          <ac:spMkLst>
            <pc:docMk/>
            <pc:sldMk cId="0" sldId="2147483195"/>
            <ac:spMk id="9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4:31.598" v="203" actId="1076"/>
          <ac:spMkLst>
            <pc:docMk/>
            <pc:sldMk cId="0" sldId="2147483195"/>
            <ac:spMk id="10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4:31.598" v="203" actId="1076"/>
          <ac:spMkLst>
            <pc:docMk/>
            <pc:sldMk cId="0" sldId="2147483195"/>
            <ac:spMk id="11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4:31.598" v="203" actId="1076"/>
          <ac:spMkLst>
            <pc:docMk/>
            <pc:sldMk cId="0" sldId="2147483195"/>
            <ac:spMk id="12" creationId="{00000000-0000-0000-0000-000000000000}"/>
          </ac:spMkLst>
        </pc:spChg>
        <pc:spChg chg="del mod">
          <ac:chgData name="MUHAMMAD HAMMAM REZA" userId="6f12bb17-f50d-4a66-af65-c2edb74213f0" providerId="ADAL" clId="{DE1C7D37-0B55-4D8C-A231-D9E21C179BD4}" dt="2026-06-22T10:17:10.512" v="21" actId="478"/>
          <ac:spMkLst>
            <pc:docMk/>
            <pc:sldMk cId="0" sldId="2147483195"/>
            <ac:spMk id="13" creationId="{00000000-0000-0000-0000-000000000000}"/>
          </ac:spMkLst>
        </pc:spChg>
        <pc:spChg chg="add mod">
          <ac:chgData name="MUHAMMAD HAMMAM REZA" userId="6f12bb17-f50d-4a66-af65-c2edb74213f0" providerId="ADAL" clId="{DE1C7D37-0B55-4D8C-A231-D9E21C179BD4}" dt="2026-06-22T10:33:44.593" v="192" actId="14100"/>
          <ac:spMkLst>
            <pc:docMk/>
            <pc:sldMk cId="0" sldId="2147483195"/>
            <ac:spMk id="17" creationId="{6B601F9E-2687-4139-D6E7-1AD3A3B24190}"/>
          </ac:spMkLst>
        </pc:spChg>
        <pc:grpChg chg="add mod">
          <ac:chgData name="MUHAMMAD HAMMAM REZA" userId="6f12bb17-f50d-4a66-af65-c2edb74213f0" providerId="ADAL" clId="{DE1C7D37-0B55-4D8C-A231-D9E21C179BD4}" dt="2026-06-22T10:34:20.326" v="200" actId="1035"/>
          <ac:grpSpMkLst>
            <pc:docMk/>
            <pc:sldMk cId="0" sldId="2147483195"/>
            <ac:grpSpMk id="18" creationId="{80533A82-DCB7-9CA2-4577-7DABADAA4BBA}"/>
          </ac:grpSpMkLst>
        </pc:grpChg>
        <pc:picChg chg="del">
          <ac:chgData name="MUHAMMAD HAMMAM REZA" userId="6f12bb17-f50d-4a66-af65-c2edb74213f0" providerId="ADAL" clId="{DE1C7D37-0B55-4D8C-A231-D9E21C179BD4}" dt="2026-06-22T10:33:33.203" v="188" actId="478"/>
          <ac:picMkLst>
            <pc:docMk/>
            <pc:sldMk cId="0" sldId="2147483195"/>
            <ac:picMk id="3" creationId="{00000000-0000-0000-0000-000000000000}"/>
          </ac:picMkLst>
        </pc:picChg>
        <pc:picChg chg="del mod">
          <ac:chgData name="MUHAMMAD HAMMAM REZA" userId="6f12bb17-f50d-4a66-af65-c2edb74213f0" providerId="ADAL" clId="{DE1C7D37-0B55-4D8C-A231-D9E21C179BD4}" dt="2026-06-22T10:33:20.469" v="184" actId="478"/>
          <ac:picMkLst>
            <pc:docMk/>
            <pc:sldMk cId="0" sldId="2147483195"/>
            <ac:picMk id="4" creationId="{00000000-0000-0000-0000-000000000000}"/>
          </ac:picMkLst>
        </pc:picChg>
        <pc:picChg chg="add del mod">
          <ac:chgData name="MUHAMMAD HAMMAM REZA" userId="6f12bb17-f50d-4a66-af65-c2edb74213f0" providerId="ADAL" clId="{DE1C7D37-0B55-4D8C-A231-D9E21C179BD4}" dt="2026-06-22T10:29:43.397" v="152" actId="21"/>
          <ac:picMkLst>
            <pc:docMk/>
            <pc:sldMk cId="0" sldId="2147483195"/>
            <ac:picMk id="14" creationId="{2DB043B0-313C-36BB-0780-7DD7B76233C5}"/>
          </ac:picMkLst>
        </pc:picChg>
        <pc:picChg chg="add mod">
          <ac:chgData name="MUHAMMAD HAMMAM REZA" userId="6f12bb17-f50d-4a66-af65-c2edb74213f0" providerId="ADAL" clId="{DE1C7D37-0B55-4D8C-A231-D9E21C179BD4}" dt="2026-06-22T10:32:25.296" v="175" actId="164"/>
          <ac:picMkLst>
            <pc:docMk/>
            <pc:sldMk cId="0" sldId="2147483195"/>
            <ac:picMk id="15" creationId="{FB28C465-CD0D-280F-A8E2-B0A035DB453A}"/>
          </ac:picMkLst>
        </pc:picChg>
        <pc:picChg chg="add mod">
          <ac:chgData name="MUHAMMAD HAMMAM REZA" userId="6f12bb17-f50d-4a66-af65-c2edb74213f0" providerId="ADAL" clId="{DE1C7D37-0B55-4D8C-A231-D9E21C179BD4}" dt="2026-06-22T10:33:27.042" v="187" actId="14100"/>
          <ac:picMkLst>
            <pc:docMk/>
            <pc:sldMk cId="0" sldId="2147483195"/>
            <ac:picMk id="20" creationId="{CFF11B4D-41CB-703B-7C44-7FABE43C06F7}"/>
          </ac:picMkLst>
        </pc:picChg>
        <pc:picChg chg="add mod">
          <ac:chgData name="MUHAMMAD HAMMAM REZA" userId="6f12bb17-f50d-4a66-af65-c2edb74213f0" providerId="ADAL" clId="{DE1C7D37-0B55-4D8C-A231-D9E21C179BD4}" dt="2026-06-22T10:33:37.228" v="190" actId="1076"/>
          <ac:picMkLst>
            <pc:docMk/>
            <pc:sldMk cId="0" sldId="2147483195"/>
            <ac:picMk id="22" creationId="{46A33975-00DD-D7F6-EA87-DF7707ECE825}"/>
          </ac:picMkLst>
        </pc:picChg>
      </pc:sldChg>
      <pc:sldChg chg="addSp delSp modSp mod ord">
        <pc:chgData name="MUHAMMAD HAMMAM REZA" userId="6f12bb17-f50d-4a66-af65-c2edb74213f0" providerId="ADAL" clId="{DE1C7D37-0B55-4D8C-A231-D9E21C179BD4}" dt="2026-06-22T11:19:04.827" v="1332" actId="22"/>
        <pc:sldMkLst>
          <pc:docMk/>
          <pc:sldMk cId="0" sldId="2147483196"/>
        </pc:sldMkLst>
        <pc:spChg chg="mod">
          <ac:chgData name="MUHAMMAD HAMMAM REZA" userId="6f12bb17-f50d-4a66-af65-c2edb74213f0" providerId="ADAL" clId="{DE1C7D37-0B55-4D8C-A231-D9E21C179BD4}" dt="2026-06-22T10:36:02.849" v="215" actId="1076"/>
          <ac:spMkLst>
            <pc:docMk/>
            <pc:sldMk cId="0" sldId="2147483196"/>
            <ac:spMk id="5" creationId="{00000000-0000-0000-0000-000000000000}"/>
          </ac:spMkLst>
        </pc:spChg>
        <pc:spChg chg="del">
          <ac:chgData name="MUHAMMAD HAMMAM REZA" userId="6f12bb17-f50d-4a66-af65-c2edb74213f0" providerId="ADAL" clId="{DE1C7D37-0B55-4D8C-A231-D9E21C179BD4}" dt="2026-06-22T10:23:45.139" v="140" actId="478"/>
          <ac:spMkLst>
            <pc:docMk/>
            <pc:sldMk cId="0" sldId="2147483196"/>
            <ac:spMk id="6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0:55.470" v="289" actId="123"/>
          <ac:spMkLst>
            <pc:docMk/>
            <pc:sldMk cId="0" sldId="2147483196"/>
            <ac:spMk id="7" creationId="{00000000-0000-0000-0000-000000000000}"/>
          </ac:spMkLst>
        </pc:spChg>
        <pc:spChg chg="del">
          <ac:chgData name="MUHAMMAD HAMMAM REZA" userId="6f12bb17-f50d-4a66-af65-c2edb74213f0" providerId="ADAL" clId="{DE1C7D37-0B55-4D8C-A231-D9E21C179BD4}" dt="2026-06-22T10:23:45.139" v="140" actId="478"/>
          <ac:spMkLst>
            <pc:docMk/>
            <pc:sldMk cId="0" sldId="2147483196"/>
            <ac:spMk id="8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0:16.051" v="273" actId="20577"/>
          <ac:spMkLst>
            <pc:docMk/>
            <pc:sldMk cId="0" sldId="2147483196"/>
            <ac:spMk id="9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6:09.412" v="216" actId="1076"/>
          <ac:spMkLst>
            <pc:docMk/>
            <pc:sldMk cId="0" sldId="2147483196"/>
            <ac:spMk id="10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6:09.412" v="216" actId="1076"/>
          <ac:spMkLst>
            <pc:docMk/>
            <pc:sldMk cId="0" sldId="2147483196"/>
            <ac:spMk id="11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38:39.295" v="250" actId="20577"/>
          <ac:spMkLst>
            <pc:docMk/>
            <pc:sldMk cId="0" sldId="2147483196"/>
            <ac:spMk id="12" creationId="{00000000-0000-0000-0000-000000000000}"/>
          </ac:spMkLst>
        </pc:spChg>
        <pc:spChg chg="del">
          <ac:chgData name="MUHAMMAD HAMMAM REZA" userId="6f12bb17-f50d-4a66-af65-c2edb74213f0" providerId="ADAL" clId="{DE1C7D37-0B55-4D8C-A231-D9E21C179BD4}" dt="2026-06-22T10:24:02.271" v="143" actId="478"/>
          <ac:spMkLst>
            <pc:docMk/>
            <pc:sldMk cId="0" sldId="2147483196"/>
            <ac:spMk id="13" creationId="{00000000-0000-0000-0000-000000000000}"/>
          </ac:spMkLst>
        </pc:spChg>
        <pc:spChg chg="add mod">
          <ac:chgData name="MUHAMMAD HAMMAM REZA" userId="6f12bb17-f50d-4a66-af65-c2edb74213f0" providerId="ADAL" clId="{DE1C7D37-0B55-4D8C-A231-D9E21C179BD4}" dt="2026-06-22T10:24:07.056" v="144" actId="1076"/>
          <ac:spMkLst>
            <pc:docMk/>
            <pc:sldMk cId="0" sldId="2147483196"/>
            <ac:spMk id="15" creationId="{84E149CC-A490-C021-82EC-1F5885411B31}"/>
          </ac:spMkLst>
        </pc:spChg>
        <pc:spChg chg="add mod">
          <ac:chgData name="MUHAMMAD HAMMAM REZA" userId="6f12bb17-f50d-4a66-af65-c2edb74213f0" providerId="ADAL" clId="{DE1C7D37-0B55-4D8C-A231-D9E21C179BD4}" dt="2026-06-22T10:24:07.056" v="144" actId="1076"/>
          <ac:spMkLst>
            <pc:docMk/>
            <pc:sldMk cId="0" sldId="2147483196"/>
            <ac:spMk id="17" creationId="{0242A1E5-BE02-E09C-2A6F-27DEC47FCA83}"/>
          </ac:spMkLst>
        </pc:spChg>
        <pc:spChg chg="add mod ord">
          <ac:chgData name="MUHAMMAD HAMMAM REZA" userId="6f12bb17-f50d-4a66-af65-c2edb74213f0" providerId="ADAL" clId="{DE1C7D37-0B55-4D8C-A231-D9E21C179BD4}" dt="2026-06-22T10:42:47.754" v="300" actId="1076"/>
          <ac:spMkLst>
            <pc:docMk/>
            <pc:sldMk cId="0" sldId="2147483196"/>
            <ac:spMk id="21" creationId="{14EEB722-9058-1139-E101-E384D715451B}"/>
          </ac:spMkLst>
        </pc:spChg>
        <pc:spChg chg="add mod">
          <ac:chgData name="MUHAMMAD HAMMAM REZA" userId="6f12bb17-f50d-4a66-af65-c2edb74213f0" providerId="ADAL" clId="{DE1C7D37-0B55-4D8C-A231-D9E21C179BD4}" dt="2026-06-22T10:43:07.994" v="338" actId="14100"/>
          <ac:spMkLst>
            <pc:docMk/>
            <pc:sldMk cId="0" sldId="2147483196"/>
            <ac:spMk id="24" creationId="{B087D598-4450-D011-CE3D-7634368A9209}"/>
          </ac:spMkLst>
        </pc:spChg>
        <pc:picChg chg="del">
          <ac:chgData name="MUHAMMAD HAMMAM REZA" userId="6f12bb17-f50d-4a66-af65-c2edb74213f0" providerId="ADAL" clId="{DE1C7D37-0B55-4D8C-A231-D9E21C179BD4}" dt="2026-06-22T11:19:04.502" v="1331" actId="478"/>
          <ac:picMkLst>
            <pc:docMk/>
            <pc:sldMk cId="0" sldId="2147483196"/>
            <ac:picMk id="3" creationId="{00000000-0000-0000-0000-000000000000}"/>
          </ac:picMkLst>
        </pc:picChg>
        <pc:picChg chg="del">
          <ac:chgData name="MUHAMMAD HAMMAM REZA" userId="6f12bb17-f50d-4a66-af65-c2edb74213f0" providerId="ADAL" clId="{DE1C7D37-0B55-4D8C-A231-D9E21C179BD4}" dt="2026-06-22T11:19:04.502" v="1331" actId="478"/>
          <ac:picMkLst>
            <pc:docMk/>
            <pc:sldMk cId="0" sldId="2147483196"/>
            <ac:picMk id="4" creationId="{00000000-0000-0000-0000-000000000000}"/>
          </ac:picMkLst>
        </pc:picChg>
        <pc:picChg chg="add mod">
          <ac:chgData name="MUHAMMAD HAMMAM REZA" userId="6f12bb17-f50d-4a66-af65-c2edb74213f0" providerId="ADAL" clId="{DE1C7D37-0B55-4D8C-A231-D9E21C179BD4}" dt="2026-06-22T10:42:47.754" v="300" actId="1076"/>
          <ac:picMkLst>
            <pc:docMk/>
            <pc:sldMk cId="0" sldId="2147483196"/>
            <ac:picMk id="19" creationId="{9F84D47C-9E8F-8A68-2A9E-35029CF5DA62}"/>
          </ac:picMkLst>
        </pc:picChg>
        <pc:picChg chg="add mod">
          <ac:chgData name="MUHAMMAD HAMMAM REZA" userId="6f12bb17-f50d-4a66-af65-c2edb74213f0" providerId="ADAL" clId="{DE1C7D37-0B55-4D8C-A231-D9E21C179BD4}" dt="2026-06-22T10:42:47.754" v="300" actId="1076"/>
          <ac:picMkLst>
            <pc:docMk/>
            <pc:sldMk cId="0" sldId="2147483196"/>
            <ac:picMk id="23" creationId="{CB7DABD4-43B6-F372-CC18-66EE0FD24D9F}"/>
          </ac:picMkLst>
        </pc:picChg>
        <pc:picChg chg="add">
          <ac:chgData name="MUHAMMAD HAMMAM REZA" userId="6f12bb17-f50d-4a66-af65-c2edb74213f0" providerId="ADAL" clId="{DE1C7D37-0B55-4D8C-A231-D9E21C179BD4}" dt="2026-06-22T11:19:04.827" v="1332" actId="22"/>
          <ac:picMkLst>
            <pc:docMk/>
            <pc:sldMk cId="0" sldId="2147483196"/>
            <ac:picMk id="26" creationId="{BC334F9E-01F5-A292-F23C-A8F84DC92FC8}"/>
          </ac:picMkLst>
        </pc:picChg>
        <pc:picChg chg="add">
          <ac:chgData name="MUHAMMAD HAMMAM REZA" userId="6f12bb17-f50d-4a66-af65-c2edb74213f0" providerId="ADAL" clId="{DE1C7D37-0B55-4D8C-A231-D9E21C179BD4}" dt="2026-06-22T11:19:04.827" v="1332" actId="22"/>
          <ac:picMkLst>
            <pc:docMk/>
            <pc:sldMk cId="0" sldId="2147483196"/>
            <ac:picMk id="28" creationId="{270A0832-EAF9-F5F3-DF67-CBC3991EFCD1}"/>
          </ac:picMkLst>
        </pc:picChg>
      </pc:sldChg>
      <pc:sldChg chg="addSp delSp modSp mod ord">
        <pc:chgData name="MUHAMMAD HAMMAM REZA" userId="6f12bb17-f50d-4a66-af65-c2edb74213f0" providerId="ADAL" clId="{DE1C7D37-0B55-4D8C-A231-D9E21C179BD4}" dt="2026-06-22T11:19:12.598" v="1335" actId="1076"/>
        <pc:sldMkLst>
          <pc:docMk/>
          <pc:sldMk cId="0" sldId="2147483197"/>
        </pc:sldMkLst>
        <pc:spChg chg="mod">
          <ac:chgData name="MUHAMMAD HAMMAM REZA" userId="6f12bb17-f50d-4a66-af65-c2edb74213f0" providerId="ADAL" clId="{DE1C7D37-0B55-4D8C-A231-D9E21C179BD4}" dt="2026-06-22T11:19:12.598" v="1335" actId="1076"/>
          <ac:spMkLst>
            <pc:docMk/>
            <pc:sldMk cId="0" sldId="2147483197"/>
            <ac:spMk id="5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9:16.461" v="514" actId="1076"/>
          <ac:spMkLst>
            <pc:docMk/>
            <pc:sldMk cId="0" sldId="2147483197"/>
            <ac:spMk id="6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9:16.461" v="514" actId="1076"/>
          <ac:spMkLst>
            <pc:docMk/>
            <pc:sldMk cId="0" sldId="2147483197"/>
            <ac:spMk id="7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9:16.461" v="514" actId="1076"/>
          <ac:spMkLst>
            <pc:docMk/>
            <pc:sldMk cId="0" sldId="2147483197"/>
            <ac:spMk id="8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56:42.185" v="608" actId="20577"/>
          <ac:spMkLst>
            <pc:docMk/>
            <pc:sldMk cId="0" sldId="2147483197"/>
            <ac:spMk id="9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9:16.461" v="514" actId="1076"/>
          <ac:spMkLst>
            <pc:docMk/>
            <pc:sldMk cId="0" sldId="2147483197"/>
            <ac:spMk id="10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9:16.461" v="514" actId="1076"/>
          <ac:spMkLst>
            <pc:docMk/>
            <pc:sldMk cId="0" sldId="2147483197"/>
            <ac:spMk id="11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9:20.312" v="515" actId="1076"/>
          <ac:spMkLst>
            <pc:docMk/>
            <pc:sldMk cId="0" sldId="2147483197"/>
            <ac:spMk id="12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0:49:20.312" v="515" actId="1076"/>
          <ac:spMkLst>
            <pc:docMk/>
            <pc:sldMk cId="0" sldId="2147483197"/>
            <ac:spMk id="13" creationId="{00000000-0000-0000-0000-000000000000}"/>
          </ac:spMkLst>
        </pc:spChg>
        <pc:spChg chg="del">
          <ac:chgData name="MUHAMMAD HAMMAM REZA" userId="6f12bb17-f50d-4a66-af65-c2edb74213f0" providerId="ADAL" clId="{DE1C7D37-0B55-4D8C-A231-D9E21C179BD4}" dt="2026-06-22T10:43:30.828" v="342" actId="478"/>
          <ac:spMkLst>
            <pc:docMk/>
            <pc:sldMk cId="0" sldId="2147483197"/>
            <ac:spMk id="14" creationId="{00000000-0000-0000-0000-000000000000}"/>
          </ac:spMkLst>
        </pc:spChg>
        <pc:spChg chg="add mod ord">
          <ac:chgData name="MUHAMMAD HAMMAM REZA" userId="6f12bb17-f50d-4a66-af65-c2edb74213f0" providerId="ADAL" clId="{DE1C7D37-0B55-4D8C-A231-D9E21C179BD4}" dt="2026-06-22T10:58:13.521" v="636" actId="171"/>
          <ac:spMkLst>
            <pc:docMk/>
            <pc:sldMk cId="0" sldId="2147483197"/>
            <ac:spMk id="18" creationId="{6C55173C-A0B8-2665-34E9-A3F3E440EE7E}"/>
          </ac:spMkLst>
        </pc:spChg>
        <pc:spChg chg="add mod">
          <ac:chgData name="MUHAMMAD HAMMAM REZA" userId="6f12bb17-f50d-4a66-af65-c2edb74213f0" providerId="ADAL" clId="{DE1C7D37-0B55-4D8C-A231-D9E21C179BD4}" dt="2026-06-22T10:58:36.454" v="651" actId="14100"/>
          <ac:spMkLst>
            <pc:docMk/>
            <pc:sldMk cId="0" sldId="2147483197"/>
            <ac:spMk id="19" creationId="{10EA3E53-095F-9560-9D43-5E77E8A10DF9}"/>
          </ac:spMkLst>
        </pc:spChg>
        <pc:picChg chg="del">
          <ac:chgData name="MUHAMMAD HAMMAM REZA" userId="6f12bb17-f50d-4a66-af65-c2edb74213f0" providerId="ADAL" clId="{DE1C7D37-0B55-4D8C-A231-D9E21C179BD4}" dt="2026-06-22T11:19:08.526" v="1333" actId="478"/>
          <ac:picMkLst>
            <pc:docMk/>
            <pc:sldMk cId="0" sldId="2147483197"/>
            <ac:picMk id="3" creationId="{00000000-0000-0000-0000-000000000000}"/>
          </ac:picMkLst>
        </pc:picChg>
        <pc:picChg chg="del">
          <ac:chgData name="MUHAMMAD HAMMAM REZA" userId="6f12bb17-f50d-4a66-af65-c2edb74213f0" providerId="ADAL" clId="{DE1C7D37-0B55-4D8C-A231-D9E21C179BD4}" dt="2026-06-22T11:19:08.526" v="1333" actId="478"/>
          <ac:picMkLst>
            <pc:docMk/>
            <pc:sldMk cId="0" sldId="2147483197"/>
            <ac:picMk id="4" creationId="{00000000-0000-0000-0000-000000000000}"/>
          </ac:picMkLst>
        </pc:picChg>
        <pc:picChg chg="add mod">
          <ac:chgData name="MUHAMMAD HAMMAM REZA" userId="6f12bb17-f50d-4a66-af65-c2edb74213f0" providerId="ADAL" clId="{DE1C7D37-0B55-4D8C-A231-D9E21C179BD4}" dt="2026-06-22T10:57:57.525" v="610" actId="1076"/>
          <ac:picMkLst>
            <pc:docMk/>
            <pc:sldMk cId="0" sldId="2147483197"/>
            <ac:picMk id="15" creationId="{CF0648D5-B054-E97F-BDA4-A56A6C427DA1}"/>
          </ac:picMkLst>
        </pc:picChg>
        <pc:picChg chg="add mod">
          <ac:chgData name="MUHAMMAD HAMMAM REZA" userId="6f12bb17-f50d-4a66-af65-c2edb74213f0" providerId="ADAL" clId="{DE1C7D37-0B55-4D8C-A231-D9E21C179BD4}" dt="2026-06-22T10:58:16.445" v="637" actId="1076"/>
          <ac:picMkLst>
            <pc:docMk/>
            <pc:sldMk cId="0" sldId="2147483197"/>
            <ac:picMk id="16" creationId="{6D41AFFE-F7FD-43A3-A959-A080151FB4C5}"/>
          </ac:picMkLst>
        </pc:picChg>
        <pc:picChg chg="add">
          <ac:chgData name="MUHAMMAD HAMMAM REZA" userId="6f12bb17-f50d-4a66-af65-c2edb74213f0" providerId="ADAL" clId="{DE1C7D37-0B55-4D8C-A231-D9E21C179BD4}" dt="2026-06-22T11:19:08.824" v="1334" actId="22"/>
          <ac:picMkLst>
            <pc:docMk/>
            <pc:sldMk cId="0" sldId="2147483197"/>
            <ac:picMk id="21" creationId="{328CE1F9-7997-2C8A-8E27-7F82BA80823D}"/>
          </ac:picMkLst>
        </pc:picChg>
        <pc:picChg chg="add">
          <ac:chgData name="MUHAMMAD HAMMAM REZA" userId="6f12bb17-f50d-4a66-af65-c2edb74213f0" providerId="ADAL" clId="{DE1C7D37-0B55-4D8C-A231-D9E21C179BD4}" dt="2026-06-22T11:19:08.824" v="1334" actId="22"/>
          <ac:picMkLst>
            <pc:docMk/>
            <pc:sldMk cId="0" sldId="2147483197"/>
            <ac:picMk id="23" creationId="{8923D68C-2A79-CD1D-34B2-85F8507C5D58}"/>
          </ac:picMkLst>
        </pc:picChg>
      </pc:sldChg>
      <pc:sldChg chg="addSp delSp modSp mod ord">
        <pc:chgData name="MUHAMMAD HAMMAM REZA" userId="6f12bb17-f50d-4a66-af65-c2edb74213f0" providerId="ADAL" clId="{DE1C7D37-0B55-4D8C-A231-D9E21C179BD4}" dt="2026-06-22T11:19:25.307" v="1338" actId="1076"/>
        <pc:sldMkLst>
          <pc:docMk/>
          <pc:sldMk cId="0" sldId="2147483198"/>
        </pc:sldMkLst>
        <pc:spChg chg="mod">
          <ac:chgData name="MUHAMMAD HAMMAM REZA" userId="6f12bb17-f50d-4a66-af65-c2edb74213f0" providerId="ADAL" clId="{DE1C7D37-0B55-4D8C-A231-D9E21C179BD4}" dt="2026-06-22T11:19:25.307" v="1338" actId="1076"/>
          <ac:spMkLst>
            <pc:docMk/>
            <pc:sldMk cId="0" sldId="2147483198"/>
            <ac:spMk id="5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1:19:25.307" v="1338" actId="1076"/>
          <ac:spMkLst>
            <pc:docMk/>
            <pc:sldMk cId="0" sldId="2147483198"/>
            <ac:spMk id="6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1:19:25.307" v="1338" actId="1076"/>
          <ac:spMkLst>
            <pc:docMk/>
            <pc:sldMk cId="0" sldId="2147483198"/>
            <ac:spMk id="7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1:19:25.307" v="1338" actId="1076"/>
          <ac:spMkLst>
            <pc:docMk/>
            <pc:sldMk cId="0" sldId="2147483198"/>
            <ac:spMk id="8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1:05:16.009" v="716" actId="1076"/>
          <ac:spMkLst>
            <pc:docMk/>
            <pc:sldMk cId="0" sldId="2147483198"/>
            <ac:spMk id="9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6-22T11:10:18.090" v="844" actId="20577"/>
          <ac:spMkLst>
            <pc:docMk/>
            <pc:sldMk cId="0" sldId="2147483198"/>
            <ac:spMk id="10" creationId="{00000000-0000-0000-0000-000000000000}"/>
          </ac:spMkLst>
        </pc:spChg>
        <pc:spChg chg="del mod">
          <ac:chgData name="MUHAMMAD HAMMAM REZA" userId="6f12bb17-f50d-4a66-af65-c2edb74213f0" providerId="ADAL" clId="{DE1C7D37-0B55-4D8C-A231-D9E21C179BD4}" dt="2026-06-22T11:03:36.992" v="708" actId="478"/>
          <ac:spMkLst>
            <pc:docMk/>
            <pc:sldMk cId="0" sldId="2147483198"/>
            <ac:spMk id="11" creationId="{00000000-0000-0000-0000-000000000000}"/>
          </ac:spMkLst>
        </pc:spChg>
        <pc:spChg chg="add mod">
          <ac:chgData name="MUHAMMAD HAMMAM REZA" userId="6f12bb17-f50d-4a66-af65-c2edb74213f0" providerId="ADAL" clId="{DE1C7D37-0B55-4D8C-A231-D9E21C179BD4}" dt="2026-06-22T11:06:18.141" v="749" actId="14100"/>
          <ac:spMkLst>
            <pc:docMk/>
            <pc:sldMk cId="0" sldId="2147483198"/>
            <ac:spMk id="16" creationId="{6D642102-5A7E-F8C1-DC01-1609430C1819}"/>
          </ac:spMkLst>
        </pc:spChg>
        <pc:spChg chg="add del mod">
          <ac:chgData name="MUHAMMAD HAMMAM REZA" userId="6f12bb17-f50d-4a66-af65-c2edb74213f0" providerId="ADAL" clId="{DE1C7D37-0B55-4D8C-A231-D9E21C179BD4}" dt="2026-06-22T11:07:37.941" v="756" actId="478"/>
          <ac:spMkLst>
            <pc:docMk/>
            <pc:sldMk cId="0" sldId="2147483198"/>
            <ac:spMk id="17" creationId="{F76D314C-70C2-A10F-0A54-A253243950C4}"/>
          </ac:spMkLst>
        </pc:spChg>
        <pc:spChg chg="add mod">
          <ac:chgData name="MUHAMMAD HAMMAM REZA" userId="6f12bb17-f50d-4a66-af65-c2edb74213f0" providerId="ADAL" clId="{DE1C7D37-0B55-4D8C-A231-D9E21C179BD4}" dt="2026-06-22T11:19:25.307" v="1338" actId="1076"/>
          <ac:spMkLst>
            <pc:docMk/>
            <pc:sldMk cId="0" sldId="2147483198"/>
            <ac:spMk id="19" creationId="{3BA5E49D-8135-140C-A0CF-0A3A2DFF7703}"/>
          </ac:spMkLst>
        </pc:spChg>
        <pc:spChg chg="add mod">
          <ac:chgData name="MUHAMMAD HAMMAM REZA" userId="6f12bb17-f50d-4a66-af65-c2edb74213f0" providerId="ADAL" clId="{DE1C7D37-0B55-4D8C-A231-D9E21C179BD4}" dt="2026-06-22T11:19:25.307" v="1338" actId="1076"/>
          <ac:spMkLst>
            <pc:docMk/>
            <pc:sldMk cId="0" sldId="2147483198"/>
            <ac:spMk id="20" creationId="{130F18EF-BF07-EF9F-4D55-79F7D49CA354}"/>
          </ac:spMkLst>
        </pc:spChg>
        <pc:spChg chg="add mod">
          <ac:chgData name="MUHAMMAD HAMMAM REZA" userId="6f12bb17-f50d-4a66-af65-c2edb74213f0" providerId="ADAL" clId="{DE1C7D37-0B55-4D8C-A231-D9E21C179BD4}" dt="2026-06-22T11:19:25.307" v="1338" actId="1076"/>
          <ac:spMkLst>
            <pc:docMk/>
            <pc:sldMk cId="0" sldId="2147483198"/>
            <ac:spMk id="21" creationId="{68BF52A1-4D11-760A-496A-6F5D53421F5F}"/>
          </ac:spMkLst>
        </pc:spChg>
        <pc:spChg chg="add mod">
          <ac:chgData name="MUHAMMAD HAMMAM REZA" userId="6f12bb17-f50d-4a66-af65-c2edb74213f0" providerId="ADAL" clId="{DE1C7D37-0B55-4D8C-A231-D9E21C179BD4}" dt="2026-06-22T11:11:40.652" v="847" actId="14100"/>
          <ac:spMkLst>
            <pc:docMk/>
            <pc:sldMk cId="0" sldId="2147483198"/>
            <ac:spMk id="25" creationId="{D41DC62D-E056-4500-0CE2-42EE2C8FA92A}"/>
          </ac:spMkLst>
        </pc:spChg>
        <pc:spChg chg="add mod">
          <ac:chgData name="MUHAMMAD HAMMAM REZA" userId="6f12bb17-f50d-4a66-af65-c2edb74213f0" providerId="ADAL" clId="{DE1C7D37-0B55-4D8C-A231-D9E21C179BD4}" dt="2026-06-22T11:13:44.687" v="930" actId="1076"/>
          <ac:spMkLst>
            <pc:docMk/>
            <pc:sldMk cId="0" sldId="2147483198"/>
            <ac:spMk id="26" creationId="{F48B359B-15A0-5C9E-9EE5-9DB876FCEE42}"/>
          </ac:spMkLst>
        </pc:spChg>
        <pc:spChg chg="add mod">
          <ac:chgData name="MUHAMMAD HAMMAM REZA" userId="6f12bb17-f50d-4a66-af65-c2edb74213f0" providerId="ADAL" clId="{DE1C7D37-0B55-4D8C-A231-D9E21C179BD4}" dt="2026-06-22T11:13:44.687" v="930" actId="1076"/>
          <ac:spMkLst>
            <pc:docMk/>
            <pc:sldMk cId="0" sldId="2147483198"/>
            <ac:spMk id="27" creationId="{C2C78E9E-B446-267C-BBFF-4FCE4D0B0AE5}"/>
          </ac:spMkLst>
        </pc:spChg>
        <pc:spChg chg="add mod">
          <ac:chgData name="MUHAMMAD HAMMAM REZA" userId="6f12bb17-f50d-4a66-af65-c2edb74213f0" providerId="ADAL" clId="{DE1C7D37-0B55-4D8C-A231-D9E21C179BD4}" dt="2026-06-22T11:16:50.606" v="1148" actId="1076"/>
          <ac:spMkLst>
            <pc:docMk/>
            <pc:sldMk cId="0" sldId="2147483198"/>
            <ac:spMk id="30" creationId="{0DC29B5F-D74F-5A0C-361A-B6B169801FDF}"/>
          </ac:spMkLst>
        </pc:spChg>
        <pc:spChg chg="add mod">
          <ac:chgData name="MUHAMMAD HAMMAM REZA" userId="6f12bb17-f50d-4a66-af65-c2edb74213f0" providerId="ADAL" clId="{DE1C7D37-0B55-4D8C-A231-D9E21C179BD4}" dt="2026-06-22T11:16:50.606" v="1148" actId="1076"/>
          <ac:spMkLst>
            <pc:docMk/>
            <pc:sldMk cId="0" sldId="2147483198"/>
            <ac:spMk id="31" creationId="{922F756D-32BD-1160-BB23-65822F4248E2}"/>
          </ac:spMkLst>
        </pc:spChg>
        <pc:spChg chg="add mod">
          <ac:chgData name="MUHAMMAD HAMMAM REZA" userId="6f12bb17-f50d-4a66-af65-c2edb74213f0" providerId="ADAL" clId="{DE1C7D37-0B55-4D8C-A231-D9E21C179BD4}" dt="2026-06-22T11:16:50.606" v="1148" actId="1076"/>
          <ac:spMkLst>
            <pc:docMk/>
            <pc:sldMk cId="0" sldId="2147483198"/>
            <ac:spMk id="33" creationId="{175E5C5A-C599-0A0A-85A8-1C85AEB51106}"/>
          </ac:spMkLst>
        </pc:spChg>
        <pc:spChg chg="add mod">
          <ac:chgData name="MUHAMMAD HAMMAM REZA" userId="6f12bb17-f50d-4a66-af65-c2edb74213f0" providerId="ADAL" clId="{DE1C7D37-0B55-4D8C-A231-D9E21C179BD4}" dt="2026-06-22T11:17:29.714" v="1232" actId="20577"/>
          <ac:spMkLst>
            <pc:docMk/>
            <pc:sldMk cId="0" sldId="2147483198"/>
            <ac:spMk id="34" creationId="{03AB6114-5528-CE61-EEDC-63671120D6A8}"/>
          </ac:spMkLst>
        </pc:spChg>
        <pc:spChg chg="add mod">
          <ac:chgData name="MUHAMMAD HAMMAM REZA" userId="6f12bb17-f50d-4a66-af65-c2edb74213f0" providerId="ADAL" clId="{DE1C7D37-0B55-4D8C-A231-D9E21C179BD4}" dt="2026-06-22T11:16:55.227" v="1149" actId="1076"/>
          <ac:spMkLst>
            <pc:docMk/>
            <pc:sldMk cId="0" sldId="2147483198"/>
            <ac:spMk id="35" creationId="{0C8D7C59-FD39-337F-8D4B-3D015E9012A3}"/>
          </ac:spMkLst>
        </pc:spChg>
        <pc:spChg chg="add mod">
          <ac:chgData name="MUHAMMAD HAMMAM REZA" userId="6f12bb17-f50d-4a66-af65-c2edb74213f0" providerId="ADAL" clId="{DE1C7D37-0B55-4D8C-A231-D9E21C179BD4}" dt="2026-06-22T11:16:46.322" v="1147" actId="1076"/>
          <ac:spMkLst>
            <pc:docMk/>
            <pc:sldMk cId="0" sldId="2147483198"/>
            <ac:spMk id="36" creationId="{EFBE9C85-7C3F-91F4-96AB-B2FF9F1E9764}"/>
          </ac:spMkLst>
        </pc:spChg>
        <pc:spChg chg="add mod">
          <ac:chgData name="MUHAMMAD HAMMAM REZA" userId="6f12bb17-f50d-4a66-af65-c2edb74213f0" providerId="ADAL" clId="{DE1C7D37-0B55-4D8C-A231-D9E21C179BD4}" dt="2026-06-22T11:17:21.059" v="1210" actId="20577"/>
          <ac:spMkLst>
            <pc:docMk/>
            <pc:sldMk cId="0" sldId="2147483198"/>
            <ac:spMk id="37" creationId="{2FC83471-45CE-C6FB-5541-35AD913A702C}"/>
          </ac:spMkLst>
        </pc:spChg>
        <pc:spChg chg="add mod">
          <ac:chgData name="MUHAMMAD HAMMAM REZA" userId="6f12bb17-f50d-4a66-af65-c2edb74213f0" providerId="ADAL" clId="{DE1C7D37-0B55-4D8C-A231-D9E21C179BD4}" dt="2026-06-22T11:17:56.243" v="1256" actId="20577"/>
          <ac:spMkLst>
            <pc:docMk/>
            <pc:sldMk cId="0" sldId="2147483198"/>
            <ac:spMk id="39" creationId="{3089313F-C1FA-775E-3814-49D9A7EB8C77}"/>
          </ac:spMkLst>
        </pc:spChg>
        <pc:spChg chg="add mod">
          <ac:chgData name="MUHAMMAD HAMMAM REZA" userId="6f12bb17-f50d-4a66-af65-c2edb74213f0" providerId="ADAL" clId="{DE1C7D37-0B55-4D8C-A231-D9E21C179BD4}" dt="2026-06-22T11:18:14.337" v="1305" actId="20577"/>
          <ac:spMkLst>
            <pc:docMk/>
            <pc:sldMk cId="0" sldId="2147483198"/>
            <ac:spMk id="40" creationId="{0DF7A3B8-3968-3907-0F98-94F126189808}"/>
          </ac:spMkLst>
        </pc:spChg>
        <pc:spChg chg="add mod">
          <ac:chgData name="MUHAMMAD HAMMAM REZA" userId="6f12bb17-f50d-4a66-af65-c2edb74213f0" providerId="ADAL" clId="{DE1C7D37-0B55-4D8C-A231-D9E21C179BD4}" dt="2026-06-22T11:18:38.354" v="1327" actId="207"/>
          <ac:spMkLst>
            <pc:docMk/>
            <pc:sldMk cId="0" sldId="2147483198"/>
            <ac:spMk id="41" creationId="{05D19E73-A308-362E-FC2F-D97163E4E207}"/>
          </ac:spMkLst>
        </pc:spChg>
        <pc:graphicFrameChg chg="add mod">
          <ac:chgData name="MUHAMMAD HAMMAM REZA" userId="6f12bb17-f50d-4a66-af65-c2edb74213f0" providerId="ADAL" clId="{DE1C7D37-0B55-4D8C-A231-D9E21C179BD4}" dt="2026-06-22T11:05:47.428" v="723"/>
          <ac:graphicFrameMkLst>
            <pc:docMk/>
            <pc:sldMk cId="0" sldId="2147483198"/>
            <ac:graphicFrameMk id="12" creationId="{32C9E7E7-D9B2-44F0-B216-EEE3B6EB9C10}"/>
          </ac:graphicFrameMkLst>
        </pc:graphicFrameChg>
        <pc:picChg chg="del">
          <ac:chgData name="MUHAMMAD HAMMAM REZA" userId="6f12bb17-f50d-4a66-af65-c2edb74213f0" providerId="ADAL" clId="{DE1C7D37-0B55-4D8C-A231-D9E21C179BD4}" dt="2026-06-22T11:19:15.156" v="1336" actId="478"/>
          <ac:picMkLst>
            <pc:docMk/>
            <pc:sldMk cId="0" sldId="2147483198"/>
            <ac:picMk id="3" creationId="{00000000-0000-0000-0000-000000000000}"/>
          </ac:picMkLst>
        </pc:picChg>
        <pc:picChg chg="del">
          <ac:chgData name="MUHAMMAD HAMMAM REZA" userId="6f12bb17-f50d-4a66-af65-c2edb74213f0" providerId="ADAL" clId="{DE1C7D37-0B55-4D8C-A231-D9E21C179BD4}" dt="2026-06-22T11:19:15.156" v="1336" actId="478"/>
          <ac:picMkLst>
            <pc:docMk/>
            <pc:sldMk cId="0" sldId="2147483198"/>
            <ac:picMk id="4" creationId="{00000000-0000-0000-0000-000000000000}"/>
          </ac:picMkLst>
        </pc:picChg>
        <pc:picChg chg="add mod">
          <ac:chgData name="MUHAMMAD HAMMAM REZA" userId="6f12bb17-f50d-4a66-af65-c2edb74213f0" providerId="ADAL" clId="{DE1C7D37-0B55-4D8C-A231-D9E21C179BD4}" dt="2026-06-22T11:06:23.132" v="751" actId="14100"/>
          <ac:picMkLst>
            <pc:docMk/>
            <pc:sldMk cId="0" sldId="2147483198"/>
            <ac:picMk id="14" creationId="{42D64E5F-A1EC-E07C-931D-C56158E2057E}"/>
          </ac:picMkLst>
        </pc:picChg>
        <pc:picChg chg="add">
          <ac:chgData name="MUHAMMAD HAMMAM REZA" userId="6f12bb17-f50d-4a66-af65-c2edb74213f0" providerId="ADAL" clId="{DE1C7D37-0B55-4D8C-A231-D9E21C179BD4}" dt="2026-06-22T11:19:15.441" v="1337" actId="22"/>
          <ac:picMkLst>
            <pc:docMk/>
            <pc:sldMk cId="0" sldId="2147483198"/>
            <ac:picMk id="43" creationId="{6D841560-8485-28D7-1B0A-A0EC30F53D0F}"/>
          </ac:picMkLst>
        </pc:picChg>
        <pc:picChg chg="add">
          <ac:chgData name="MUHAMMAD HAMMAM REZA" userId="6f12bb17-f50d-4a66-af65-c2edb74213f0" providerId="ADAL" clId="{DE1C7D37-0B55-4D8C-A231-D9E21C179BD4}" dt="2026-06-22T11:19:15.441" v="1337" actId="22"/>
          <ac:picMkLst>
            <pc:docMk/>
            <pc:sldMk cId="0" sldId="2147483198"/>
            <ac:picMk id="45" creationId="{138DD0D8-AE02-F957-D96E-3510F1B590AD}"/>
          </ac:picMkLst>
        </pc:picChg>
        <pc:cxnChg chg="add mod">
          <ac:chgData name="MUHAMMAD HAMMAM REZA" userId="6f12bb17-f50d-4a66-af65-c2edb74213f0" providerId="ADAL" clId="{DE1C7D37-0B55-4D8C-A231-D9E21C179BD4}" dt="2026-06-22T11:19:25.307" v="1338" actId="1076"/>
          <ac:cxnSpMkLst>
            <pc:docMk/>
            <pc:sldMk cId="0" sldId="2147483198"/>
            <ac:cxnSpMk id="23" creationId="{54F6C2D7-FCFD-1B30-712D-6FF74180A377}"/>
          </ac:cxnSpMkLst>
        </pc:cxnChg>
        <pc:cxnChg chg="add mod">
          <ac:chgData name="MUHAMMAD HAMMAM REZA" userId="6f12bb17-f50d-4a66-af65-c2edb74213f0" providerId="ADAL" clId="{DE1C7D37-0B55-4D8C-A231-D9E21C179BD4}" dt="2026-06-22T11:13:44.687" v="930" actId="1076"/>
          <ac:cxnSpMkLst>
            <pc:docMk/>
            <pc:sldMk cId="0" sldId="2147483198"/>
            <ac:cxnSpMk id="29" creationId="{1A6ECC6D-5908-4A29-9A5B-06C24430679A}"/>
          </ac:cxnSpMkLst>
        </pc:cxnChg>
        <pc:cxnChg chg="add mod">
          <ac:chgData name="MUHAMMAD HAMMAM REZA" userId="6f12bb17-f50d-4a66-af65-c2edb74213f0" providerId="ADAL" clId="{DE1C7D37-0B55-4D8C-A231-D9E21C179BD4}" dt="2026-06-22T11:16:55.227" v="1149" actId="1076"/>
          <ac:cxnSpMkLst>
            <pc:docMk/>
            <pc:sldMk cId="0" sldId="2147483198"/>
            <ac:cxnSpMk id="32" creationId="{0BBA9EFA-C96D-1123-E598-98FF24AA023D}"/>
          </ac:cxnSpMkLst>
        </pc:cxnChg>
        <pc:cxnChg chg="add mod">
          <ac:chgData name="MUHAMMAD HAMMAM REZA" userId="6f12bb17-f50d-4a66-af65-c2edb74213f0" providerId="ADAL" clId="{DE1C7D37-0B55-4D8C-A231-D9E21C179BD4}" dt="2026-06-22T11:17:39.038" v="1233" actId="571"/>
          <ac:cxnSpMkLst>
            <pc:docMk/>
            <pc:sldMk cId="0" sldId="2147483198"/>
            <ac:cxnSpMk id="38" creationId="{D3596E1C-2A12-BAAB-9D49-3ED809CF327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5C742-575D-4437-A5D5-16D991D457B5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FC601-45A3-42A7-A86D-8AC2F850285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628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4422-278D-38FB-DE97-E22D1DB5D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EAB91-427D-CAA3-8C19-CA406086F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37CA5-3DD7-1884-B7F3-AFDB7470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9B1C6-D225-67BF-45F6-F08A3462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E9E22-9297-CD30-9EDA-30F20D01E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7373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4651-5411-4994-C84C-33DB6F7A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3D9C1-BE08-13E9-E461-FAAD02586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4F5C6-274B-40BE-5EFD-CDAB14553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5312D-05E2-2BBA-9EE8-20897F0E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E6DE9-9230-3907-8331-53B0533E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633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4D06-51FD-6092-9C03-DFB8A141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A5B51-D06B-F63E-C494-C15AFE5F0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E734E-DAEF-425A-EF60-546AC0CF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AC1E7-1BCA-0FEC-FF4F-458CE501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C6164-B1F8-E937-4ECA-BDA64A1E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842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17FC-2F41-0EF7-5B99-2DBC1A90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593CA-DDD6-5180-D71C-58BA3FBA3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313AC-3B53-3EDC-33AE-C27EA6B9F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9B202-FF0F-000B-A9B3-052EFD086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C8583-58D3-6368-2247-2F7D00E6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B462B-EBBB-AA3C-E438-83D79B39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775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45CDB-A2C8-D637-578F-34B6705E4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FCA5E-05FA-6CBE-6E8D-D521B42CC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1761D-CB49-BFD3-3223-2DA3EC1FB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5B8843-1B4A-B3B7-7604-904ABD2CB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EDA69-DA2B-D671-D5C2-87E105140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55B53-CC99-8B93-E7BD-2A9FE0617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3EC4E-8B36-CFBE-8C9E-4D51FC9F7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2ECBB-2126-62E8-7D71-154A0955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905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C297-CBDE-4D5F-C814-CF8F6E662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36122-06A7-BC26-2BE2-700EFE5F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87CAC-B5B9-8DBA-411C-35D0845D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84D80-BA8B-84EA-DC28-401EC821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340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6C49B5-C34D-7C27-F40F-78E2D17E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CDCFA-4A55-4E2D-9CFA-11C4E1BC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E2559-1114-5E77-E7D3-EA4F8667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494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A33F-49E7-14AA-1917-DEC2933D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FE43D-8AB7-5833-2AAA-D74A82C12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1F2D4-70FB-A1A4-354A-C99BEBEC8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A87A9-B80A-53E6-8182-B1166D3A1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962D9-0C69-6902-E96D-406DB5B2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409FC-41FC-3B2F-5B6B-A7706882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796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837A-D206-51C7-D416-64E69691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531AB3-867F-5FE8-FEF2-A3048C3B2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04275-FC61-4E58-4159-92346269C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2B262-F3AD-35AF-829E-3A2DCDA1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54EFD-4666-12D6-C377-9962DD7DC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950EA-3476-BFD8-C6A0-6D2BFAD1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098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4FE9-575F-8B1D-183D-CF2B65C5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6E5B0-44DB-F2AB-7746-C2EFB5B5A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BD0D8-BA6A-929C-4BFC-A345CC7F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126F5-E6DA-7E78-B90D-1A5E3DAD0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4C50E-47AB-C2E6-4668-369BF639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698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7F736-5C7D-F0B8-2599-3446D976C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E56F9-6803-3270-99EA-8A8A635CA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F644-C440-7C15-B34D-627B6345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A7818-58C0-655A-BCDA-597F12F4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7ECD3-3D94-A6CD-A82F-6748EA8D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415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249A2-23CA-2A5F-A08B-22D39A79E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5B717-1AAF-2089-4532-A60AE6647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35A14-D354-F79E-60CC-8A34A23E2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CD06A-A8E6-4A01-A8C6-AB1C4D521A1B}" type="datetimeFigureOut">
              <a:rPr lang="en-ID" smtClean="0"/>
              <a:t>22/06/2026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8B38A-5BF1-DE0C-7C8E-B234B4F39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F33A9-14CD-10BE-0D10-17B62FE99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FC7D8-117D-4147-9C47-FDB549BE0BA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532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F21B86-E5F4-A78B-693C-71E17F9B9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5" y="287290"/>
            <a:ext cx="11716269" cy="6304085"/>
          </a:xfrm>
          <a:prstGeom prst="rect">
            <a:avLst/>
          </a:prstGeom>
        </p:spPr>
      </p:pic>
      <p:sp>
        <p:nvSpPr>
          <p:cNvPr id="7" name="Google Shape;38;p1">
            <a:extLst>
              <a:ext uri="{FF2B5EF4-FFF2-40B4-BE49-F238E27FC236}">
                <a16:creationId xmlns:a16="http://schemas.microsoft.com/office/drawing/2014/main" id="{7DF9DEE7-7B3B-DC72-DB89-FC3C4DF1BE52}"/>
              </a:ext>
            </a:extLst>
          </p:cNvPr>
          <p:cNvSpPr/>
          <p:nvPr/>
        </p:nvSpPr>
        <p:spPr>
          <a:xfrm>
            <a:off x="259075" y="1840243"/>
            <a:ext cx="11716269" cy="4381447"/>
          </a:xfrm>
          <a:prstGeom prst="rect">
            <a:avLst/>
          </a:prstGeom>
          <a:solidFill>
            <a:srgbClr val="365DA8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BA66D-6FF8-020B-B44E-4A8FA7580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039" y="2585930"/>
            <a:ext cx="11202186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Telegraf Bold" panose="020B0604020202020204" charset="0"/>
              </a:rPr>
              <a:t>JDS 2026 DRILLING CAMPAIGN</a:t>
            </a:r>
            <a:br>
              <a:rPr lang="en-US" dirty="0">
                <a:solidFill>
                  <a:schemeClr val="bg1"/>
                </a:solidFill>
                <a:latin typeface="Telegraf Bold" panose="020B0604020202020204" charset="0"/>
              </a:rPr>
            </a:br>
            <a:r>
              <a:rPr lang="en-US" dirty="0">
                <a:solidFill>
                  <a:schemeClr val="bg1"/>
                </a:solidFill>
                <a:latin typeface="Telegraf Bold" panose="020B0604020202020204" charset="0"/>
              </a:rPr>
              <a:t>SW (Single Well) DPM (Drilling Project Management) Phase-1: ALPHA-07</a:t>
            </a:r>
            <a:endParaRPr lang="en-ID" dirty="0">
              <a:solidFill>
                <a:schemeClr val="bg1"/>
              </a:solidFill>
              <a:latin typeface="Telegraf Bold" panose="020B060402020202020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8CB43-9086-987F-0C8A-B4B5F8455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39" y="5092537"/>
            <a:ext cx="9144000" cy="140017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elegraf" panose="020B0604020202020204" charset="0"/>
              </a:rPr>
              <a:t>CORE ENERGY SOLUTION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latin typeface="Telegraf" panose="020B0604020202020204" charset="0"/>
              </a:rPr>
              <a:t>GROUP 6 ONLINE</a:t>
            </a:r>
            <a:endParaRPr lang="en-ID" b="1" dirty="0">
              <a:solidFill>
                <a:schemeClr val="bg1"/>
              </a:solidFill>
              <a:latin typeface="Telegraf" panose="020B0604020202020204" charset="0"/>
            </a:endParaRPr>
          </a:p>
        </p:txBody>
      </p:sp>
      <p:pic>
        <p:nvPicPr>
          <p:cNvPr id="9" name="Google Shape;40;p1" descr="Blue text and blue letters on a black background  Description automatically generated">
            <a:extLst>
              <a:ext uri="{FF2B5EF4-FFF2-40B4-BE49-F238E27FC236}">
                <a16:creationId xmlns:a16="http://schemas.microsoft.com/office/drawing/2014/main" id="{92B2ED85-F54E-7FA3-0AF1-1516F8B12A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FB8FC1-A2F6-54B6-C989-180946C6C2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5" y="287290"/>
            <a:ext cx="14001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15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9B2E-4FBC-0211-C0E0-6A875A93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1ABBCD-9B38-BDC5-C6B9-07EFA3DB5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5" y="287290"/>
            <a:ext cx="11716269" cy="6304085"/>
          </a:xfrm>
          <a:prstGeom prst="rect">
            <a:avLst/>
          </a:prstGeom>
        </p:spPr>
      </p:pic>
      <p:sp>
        <p:nvSpPr>
          <p:cNvPr id="7" name="Google Shape;38;p1">
            <a:extLst>
              <a:ext uri="{FF2B5EF4-FFF2-40B4-BE49-F238E27FC236}">
                <a16:creationId xmlns:a16="http://schemas.microsoft.com/office/drawing/2014/main" id="{89659FED-E562-B857-3A7A-96CA1B954CFA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0DB7B-7741-A0E1-41A9-4CBC0E45D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elegraf Bold" panose="020B0604020202020204" charset="0"/>
              </a:rPr>
              <a:t>EXECUTIVE SUMMARY</a:t>
            </a:r>
          </a:p>
        </p:txBody>
      </p:sp>
      <p:pic>
        <p:nvPicPr>
          <p:cNvPr id="9" name="Google Shape;40;p1" descr="Blue text and blue letters on a black background  Description automatically generated">
            <a:extLst>
              <a:ext uri="{FF2B5EF4-FFF2-40B4-BE49-F238E27FC236}">
                <a16:creationId xmlns:a16="http://schemas.microsoft.com/office/drawing/2014/main" id="{4E3764C0-A520-9CF9-7A58-EC6050274D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29D0E7-9C9D-AA23-ED14-ACDB91B97E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5" y="287290"/>
            <a:ext cx="14001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0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DF7B-953C-8C33-88AC-FA06BA00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C880FB-5448-7067-FF95-42F51E6BB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5" y="287290"/>
            <a:ext cx="11716269" cy="6304085"/>
          </a:xfrm>
          <a:prstGeom prst="rect">
            <a:avLst/>
          </a:prstGeom>
        </p:spPr>
      </p:pic>
      <p:sp>
        <p:nvSpPr>
          <p:cNvPr id="7" name="Google Shape;38;p1">
            <a:extLst>
              <a:ext uri="{FF2B5EF4-FFF2-40B4-BE49-F238E27FC236}">
                <a16:creationId xmlns:a16="http://schemas.microsoft.com/office/drawing/2014/main" id="{8D15B7FD-4F3F-B46D-F34D-3028FE42103E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C7609-5799-02AC-3F3B-C060E63BC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elegraf Bold" panose="020B0604020202020204" charset="0"/>
              </a:rPr>
              <a:t>LOCATION, GEOGRAPHY, &amp; SURFACE RECONNAISSANCE</a:t>
            </a:r>
          </a:p>
        </p:txBody>
      </p:sp>
      <p:pic>
        <p:nvPicPr>
          <p:cNvPr id="9" name="Google Shape;40;p1" descr="Blue text and blue letters on a black background  Description automatically generated">
            <a:extLst>
              <a:ext uri="{FF2B5EF4-FFF2-40B4-BE49-F238E27FC236}">
                <a16:creationId xmlns:a16="http://schemas.microsoft.com/office/drawing/2014/main" id="{A0E47148-3577-B62F-DD97-40A670180A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E2BDFD-C79D-FD74-C0BB-042CD3D840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5" y="287290"/>
            <a:ext cx="14001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0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dirty="0">
                <a:solidFill>
                  <a:prstClr val="white"/>
                </a:solidFill>
                <a:latin typeface="Calibri"/>
              </a:rPr>
              <a:t>1. PROJECT MANDATE &amp; JUSTIFICATION</a:t>
            </a:r>
          </a:p>
        </p:txBody>
      </p:sp>
      <p:sp>
        <p:nvSpPr>
          <p:cNvPr id="5" name="AnswerBox"/>
          <p:cNvSpPr txBox="1">
            <a:spLocks/>
          </p:cNvSpPr>
          <p:nvPr/>
        </p:nvSpPr>
        <p:spPr>
          <a:xfrm>
            <a:off x="250316" y="1467164"/>
            <a:ext cx="11691684" cy="107503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0000" tIns="60000" rIns="120000" bIns="60000" anchor="ctr">
            <a:normAutofit fontScale="92500"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Calibri"/>
              </a:rPr>
              <a:t>“Sanction Alpha-07 to unlock stranded reserves at low-risk USD 1.84M investment, delivering incremental recovery of 0.58 MMBO leveraging existing infrastructure.”</a:t>
            </a:r>
          </a:p>
        </p:txBody>
      </p:sp>
      <p:sp>
        <p:nvSpPr>
          <p:cNvPr id="6" name="ReasoningLabel"/>
          <p:cNvSpPr txBox="1">
            <a:spLocks/>
          </p:cNvSpPr>
          <p:nvPr/>
        </p:nvSpPr>
        <p:spPr>
          <a:xfrm>
            <a:off x="250316" y="3068003"/>
            <a:ext cx="1200000" cy="3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lIns="80000" tIns="40000" rIns="80000" bIns="40000" anchor="ctr">
            <a:normAutofit/>
          </a:bodyPr>
          <a:lstStyle/>
          <a:p>
            <a:pPr algn="ctr"/>
            <a:r>
              <a:rPr lang="en-US" sz="1200" b="1" dirty="0">
                <a:solidFill>
                  <a:prstClr val="white"/>
                </a:solidFill>
                <a:latin typeface="Calibri"/>
              </a:rPr>
              <a:t>Description</a:t>
            </a:r>
          </a:p>
        </p:txBody>
      </p:sp>
      <p:sp>
        <p:nvSpPr>
          <p:cNvPr id="7" name="ReasoningText"/>
          <p:cNvSpPr txBox="1">
            <a:spLocks/>
          </p:cNvSpPr>
          <p:nvPr/>
        </p:nvSpPr>
        <p:spPr>
          <a:xfrm>
            <a:off x="250316" y="3438003"/>
            <a:ext cx="5600000" cy="1200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80000" anchor="t">
            <a:noAutofit/>
          </a:bodyPr>
          <a:lstStyle/>
          <a:p>
            <a:pPr algn="just"/>
            <a:r>
              <a:rPr lang="en-US" sz="1200" dirty="0">
                <a:solidFill>
                  <a:srgbClr val="1F4E79"/>
                </a:solidFill>
                <a:latin typeface="Calibri"/>
              </a:rPr>
              <a:t>Alpha Field is significantly under-developed. With OOIP of 21.66 MMSTB and cumulative production of only 6.48 MMSTB, the recovery factor stands at just 16.62%. The 5-well development program anchored by Alpha-07 provides a phased, capital-efficient pathway to improve recovery using existing surface facilities, promotes the optimization of mature assets, minimizing new infrastructure requirements. Directional J-type design avoids land complications above target reservoirs.</a:t>
            </a:r>
          </a:p>
        </p:txBody>
      </p:sp>
      <p:sp>
        <p:nvSpPr>
          <p:cNvPr id="8" name="EvidenceLabel"/>
          <p:cNvSpPr txBox="1">
            <a:spLocks/>
          </p:cNvSpPr>
          <p:nvPr/>
        </p:nvSpPr>
        <p:spPr>
          <a:xfrm>
            <a:off x="6100316" y="3068003"/>
            <a:ext cx="1200000" cy="34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80000" tIns="40000" rIns="80000" bIns="40000" anchor="ctr">
            <a:normAutofit/>
          </a:bodyPr>
          <a:lstStyle/>
          <a:p>
            <a:pPr algn="ctr"/>
            <a:r>
              <a:rPr lang="en-US" sz="1200" b="1" dirty="0">
                <a:solidFill>
                  <a:prstClr val="white"/>
                </a:solidFill>
                <a:latin typeface="Calibri"/>
              </a:rPr>
              <a:t>Key highlights</a:t>
            </a:r>
          </a:p>
        </p:txBody>
      </p:sp>
      <p:sp>
        <p:nvSpPr>
          <p:cNvPr id="9" name="EvidenceText"/>
          <p:cNvSpPr txBox="1">
            <a:spLocks/>
          </p:cNvSpPr>
          <p:nvPr/>
        </p:nvSpPr>
        <p:spPr>
          <a:xfrm>
            <a:off x="6100316" y="3438003"/>
            <a:ext cx="5841684" cy="12000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txBody>
          <a:bodyPr lIns="120000" tIns="80000" rIns="120000" bIns="80000" anchor="t">
            <a:normAutofit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/>
              </a:rPr>
              <a:t>located at Central Sumatra Basin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/>
              </a:rPr>
              <a:t>OOIP 21.66 MMSTB vs 6.48 MMSTB current| Recovery Factor only 16.62%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/>
              </a:rPr>
              <a:t>5-well program delivers ~0.58 MMBO incremental to 2041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/>
              </a:rPr>
              <a:t>Existing CES surface facilities — no major new infrastructure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F2D3D"/>
                </a:solidFill>
                <a:latin typeface="Calibri"/>
              </a:rPr>
              <a:t>Wellpad</a:t>
            </a:r>
            <a:r>
              <a:rPr lang="en-US" sz="1200" dirty="0">
                <a:solidFill>
                  <a:srgbClr val="1F2D3D"/>
                </a:solidFill>
                <a:latin typeface="Calibri"/>
              </a:rPr>
              <a:t> footprint minimized to 0.4–0.7 ha (J-type directional)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D"/>
                </a:solidFill>
                <a:latin typeface="Calibri"/>
              </a:rPr>
              <a:t>Aligns with SKK Migas production growth targets</a:t>
            </a:r>
          </a:p>
        </p:txBody>
      </p:sp>
      <p:sp>
        <p:nvSpPr>
          <p:cNvPr id="10" name="StatCard1"/>
          <p:cNvSpPr txBox="1">
            <a:spLocks/>
          </p:cNvSpPr>
          <p:nvPr/>
        </p:nvSpPr>
        <p:spPr>
          <a:xfrm>
            <a:off x="250316" y="5294281"/>
            <a:ext cx="3750000" cy="10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120000" tIns="80000" rIns="120000" bIns="80000" anchor="ctr">
            <a:normAutofit/>
          </a:bodyPr>
          <a:lstStyle/>
          <a:p>
            <a:pPr algn="ctr"/>
            <a:r>
              <a:rPr lang="en-US" sz="2800" b="1" dirty="0">
                <a:solidFill>
                  <a:prstClr val="white"/>
                </a:solidFill>
                <a:latin typeface="Calibri"/>
              </a:rPr>
              <a:t>21.66 MMSTB</a:t>
            </a:r>
          </a:p>
          <a:p>
            <a:pPr algn="ctr"/>
            <a:r>
              <a:rPr lang="en-US" sz="1100" dirty="0">
                <a:solidFill>
                  <a:srgbClr val="BDD7EE"/>
                </a:solidFill>
                <a:latin typeface="Calibri"/>
              </a:rPr>
              <a:t>Original Oil in Place (OOIP)</a:t>
            </a:r>
          </a:p>
        </p:txBody>
      </p:sp>
      <p:sp>
        <p:nvSpPr>
          <p:cNvPr id="11" name="StatCard2"/>
          <p:cNvSpPr txBox="1">
            <a:spLocks/>
          </p:cNvSpPr>
          <p:nvPr/>
        </p:nvSpPr>
        <p:spPr>
          <a:xfrm>
            <a:off x="4071150" y="5294281"/>
            <a:ext cx="3750000" cy="10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0000" tIns="80000" rIns="120000" bIns="80000" anchor="ctr">
            <a:normAutofit/>
          </a:bodyPr>
          <a:lstStyle/>
          <a:p>
            <a:pPr algn="ctr"/>
            <a:r>
              <a:rPr lang="en-US" sz="2800" b="1" dirty="0">
                <a:solidFill>
                  <a:prstClr val="white"/>
                </a:solidFill>
                <a:latin typeface="Calibri"/>
              </a:rPr>
              <a:t>16.62% RF</a:t>
            </a:r>
          </a:p>
          <a:p>
            <a:pPr algn="ctr"/>
            <a:r>
              <a:rPr lang="en-US" sz="1100" dirty="0">
                <a:solidFill>
                  <a:srgbClr val="BDD7EE"/>
                </a:solidFill>
                <a:latin typeface="Calibri"/>
              </a:rPr>
              <a:t>Current Recovery Factor — significant upside</a:t>
            </a:r>
          </a:p>
        </p:txBody>
      </p:sp>
      <p:sp>
        <p:nvSpPr>
          <p:cNvPr id="12" name="StatCard3"/>
          <p:cNvSpPr txBox="1">
            <a:spLocks/>
          </p:cNvSpPr>
          <p:nvPr/>
        </p:nvSpPr>
        <p:spPr>
          <a:xfrm>
            <a:off x="7891984" y="5294281"/>
            <a:ext cx="4050316" cy="100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lIns="120000" tIns="80000" rIns="120000" bIns="80000" anchor="ctr">
            <a:normAutofit/>
          </a:bodyPr>
          <a:lstStyle/>
          <a:p>
            <a:pPr algn="ctr"/>
            <a:r>
              <a:rPr lang="en-US" sz="2800" b="1" dirty="0">
                <a:solidFill>
                  <a:prstClr val="white"/>
                </a:solidFill>
                <a:latin typeface="Calibri"/>
              </a:rPr>
              <a:t>USD 1.84M</a:t>
            </a:r>
          </a:p>
          <a:p>
            <a:pPr algn="ctr"/>
            <a:r>
              <a:rPr lang="en-US" sz="1100" dirty="0">
                <a:solidFill>
                  <a:prstClr val="white"/>
                </a:solidFill>
                <a:latin typeface="Calibri"/>
              </a:rPr>
              <a:t>Total D&amp;C Investment (AFE)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533A82-DCB7-9CA2-4577-7DABADAA4BBA}"/>
              </a:ext>
            </a:extLst>
          </p:cNvPr>
          <p:cNvGrpSpPr/>
          <p:nvPr/>
        </p:nvGrpSpPr>
        <p:grpSpPr>
          <a:xfrm>
            <a:off x="6750353" y="101335"/>
            <a:ext cx="2283261" cy="833604"/>
            <a:chOff x="6340114" y="241985"/>
            <a:chExt cx="3555591" cy="151031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B28C465-CD0D-280F-A8E2-B0A035DB4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0114" y="241985"/>
              <a:ext cx="1329267" cy="1510315"/>
            </a:xfrm>
            <a:prstGeom prst="rect">
              <a:avLst/>
            </a:prstGeom>
            <a:noFill/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601F9E-2687-4139-D6E7-1AD3A3B24190}"/>
                </a:ext>
              </a:extLst>
            </p:cNvPr>
            <p:cNvSpPr txBox="1"/>
            <p:nvPr/>
          </p:nvSpPr>
          <p:spPr>
            <a:xfrm>
              <a:off x="7669381" y="241985"/>
              <a:ext cx="2226324" cy="1510315"/>
            </a:xfrm>
            <a:prstGeom prst="rect">
              <a:avLst/>
            </a:prstGeom>
            <a:solidFill>
              <a:srgbClr val="EBF3FB"/>
            </a:solidFill>
            <a:ln>
              <a:noFill/>
            </a:ln>
          </p:spPr>
          <p:txBody>
            <a:bodyPr lIns="120000" tIns="80000" rIns="120000" bIns="80000" anchor="t">
              <a:noAutofit/>
            </a:bodyPr>
            <a:lstStyle>
              <a:defPPr>
                <a:defRPr lang="en-US"/>
              </a:defPPr>
              <a:lvl1pPr>
                <a:defRPr sz="1200">
                  <a:solidFill>
                    <a:srgbClr val="1F4E79"/>
                  </a:solidFill>
                  <a:latin typeface="Calibri"/>
                </a:defRPr>
              </a:lvl1pPr>
            </a:lstStyle>
            <a:p>
              <a:r>
                <a:rPr lang="en-ID" dirty="0"/>
                <a:t>Alpha Field Proposed Development Well Location Map</a:t>
              </a:r>
              <a:endParaRPr lang="en-US" dirty="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CFF11B4D-41CB-703B-7C44-7FABE43C06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625" y="190330"/>
            <a:ext cx="1046375" cy="1046375"/>
          </a:xfrm>
          <a:prstGeom prst="rect">
            <a:avLst/>
          </a:prstGeom>
        </p:spPr>
      </p:pic>
      <p:pic>
        <p:nvPicPr>
          <p:cNvPr id="22" name="Google Shape;40;p1" descr="Blue text and blue letters on a black background  Description automatically generated">
            <a:extLst>
              <a:ext uri="{FF2B5EF4-FFF2-40B4-BE49-F238E27FC236}">
                <a16:creationId xmlns:a16="http://schemas.microsoft.com/office/drawing/2014/main" id="{46A33975-00DD-D7F6-EA87-DF7707ECE82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72006" y="-9428"/>
            <a:ext cx="1573619" cy="157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dirty="0">
                <a:solidFill>
                  <a:prstClr val="white"/>
                </a:solidFill>
                <a:latin typeface="Calibri"/>
              </a:rPr>
              <a:t>2. WELL CLASSIFICATION</a:t>
            </a:r>
          </a:p>
        </p:txBody>
      </p:sp>
      <p:sp>
        <p:nvSpPr>
          <p:cNvPr id="5" name="AnswerBox"/>
          <p:cNvSpPr txBox="1">
            <a:spLocks/>
          </p:cNvSpPr>
          <p:nvPr/>
        </p:nvSpPr>
        <p:spPr>
          <a:xfrm>
            <a:off x="250316" y="1610601"/>
            <a:ext cx="11691684" cy="104637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0000" tIns="60000" rIns="120000" bIns="60000" anchor="ctr">
            <a:normAutofit fontScale="92500"/>
          </a:bodyPr>
          <a:lstStyle>
            <a:defPPr>
              <a:defRPr lang="en-US"/>
            </a:defPPr>
            <a:lvl1pPr>
              <a:defRPr sz="2800" b="1">
                <a:solidFill>
                  <a:prstClr val="white"/>
                </a:solidFill>
                <a:latin typeface="Calibri"/>
              </a:defRPr>
            </a:lvl1pPr>
          </a:lstStyle>
          <a:p>
            <a:r>
              <a:rPr lang="en-US" dirty="0"/>
              <a:t>“Alpha-07 is a Development Well — directional J-type producer with cased-hole completion and ESP artificial lift — the lowest-risk execution path for Alpha Field.”</a:t>
            </a:r>
          </a:p>
        </p:txBody>
      </p:sp>
      <p:sp>
        <p:nvSpPr>
          <p:cNvPr id="7" name="ReasoningText"/>
          <p:cNvSpPr txBox="1">
            <a:spLocks/>
          </p:cNvSpPr>
          <p:nvPr/>
        </p:nvSpPr>
        <p:spPr>
          <a:xfrm>
            <a:off x="250316" y="3535898"/>
            <a:ext cx="5600000" cy="1200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80000" anchor="t">
            <a:normAutofit fontScale="85000" lnSpcReduction="10000"/>
          </a:bodyPr>
          <a:lstStyle/>
          <a:p>
            <a:pPr algn="just"/>
            <a:r>
              <a:rPr lang="en-US" sz="1400" dirty="0">
                <a:solidFill>
                  <a:srgbClr val="1F4E79"/>
                </a:solidFill>
                <a:latin typeface="Calibri"/>
              </a:rPr>
              <a:t>The four target reservoirs (Bara, Bama, Raja, Prima sands) are fully delineated through 6 prior drilling campaigns (Alpha-01 to Alpha-06), removing subsurface definition risk. Classification as Development Well allows execution team to focus on operational variables: wellbore stability, loss circulation, and cementing quality. ESP is required to overcome field-wide ~99% water cut and sustain economic production rates. the primary objective of the well is hydrocarbon production.</a:t>
            </a:r>
          </a:p>
        </p:txBody>
      </p:sp>
      <p:sp>
        <p:nvSpPr>
          <p:cNvPr id="9" name="EvidenceText"/>
          <p:cNvSpPr txBox="1">
            <a:spLocks/>
          </p:cNvSpPr>
          <p:nvPr/>
        </p:nvSpPr>
        <p:spPr>
          <a:xfrm>
            <a:off x="6100316" y="3535898"/>
            <a:ext cx="5841684" cy="12000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txBody>
          <a:bodyPr lIns="120000" tIns="80000" rIns="120000" bIns="80000" anchor="t">
            <a:normAutofit/>
          </a:bodyPr>
          <a:lstStyle/>
          <a:p>
            <a:r>
              <a:rPr lang="en-US" sz="1100" b="1" dirty="0">
                <a:solidFill>
                  <a:srgbClr val="002060"/>
                </a:solidFill>
                <a:latin typeface="Calibri"/>
              </a:rPr>
              <a:t>• </a:t>
            </a:r>
            <a:r>
              <a:rPr lang="en-US" sz="1100" dirty="0">
                <a:solidFill>
                  <a:srgbClr val="1F2D3D"/>
                </a:solidFill>
                <a:latin typeface="Calibri"/>
              </a:rPr>
              <a:t>6 offset wells (Alpha-01–06) provide direct analog data</a:t>
            </a:r>
          </a:p>
          <a:p>
            <a:r>
              <a:rPr lang="en-US" sz="1100" b="1" dirty="0">
                <a:solidFill>
                  <a:srgbClr val="002060"/>
                </a:solidFill>
                <a:latin typeface="Calibri"/>
              </a:rPr>
              <a:t>• </a:t>
            </a:r>
            <a:r>
              <a:rPr lang="en-US" sz="1100" dirty="0">
                <a:solidFill>
                  <a:srgbClr val="1F2D3D"/>
                </a:solidFill>
                <a:latin typeface="Calibri"/>
              </a:rPr>
              <a:t>Bara, Bama, Raja, Prima sands: proven hydrocarbon productivity (adequately defined through previous development activities)</a:t>
            </a:r>
          </a:p>
          <a:p>
            <a:r>
              <a:rPr lang="en-US" sz="1100" b="1" dirty="0">
                <a:solidFill>
                  <a:srgbClr val="002060"/>
                </a:solidFill>
                <a:latin typeface="Calibri"/>
              </a:rPr>
              <a:t>• </a:t>
            </a:r>
            <a:r>
              <a:rPr lang="en-US" sz="1100" dirty="0">
                <a:solidFill>
                  <a:srgbClr val="1F2D3D"/>
                </a:solidFill>
                <a:latin typeface="Calibri"/>
              </a:rPr>
              <a:t>Cased-hole completion enables selective zonal perforation</a:t>
            </a:r>
          </a:p>
          <a:p>
            <a:r>
              <a:rPr lang="en-US" sz="1100" b="1" dirty="0">
                <a:solidFill>
                  <a:srgbClr val="002060"/>
                </a:solidFill>
                <a:latin typeface="Calibri"/>
              </a:rPr>
              <a:t>• </a:t>
            </a:r>
            <a:r>
              <a:rPr lang="en-US" sz="1100" dirty="0">
                <a:solidFill>
                  <a:srgbClr val="1F2D3D"/>
                </a:solidFill>
                <a:latin typeface="Calibri"/>
              </a:rPr>
              <a:t>ESP: custom-manufactured to well spec; 16–24 week lead time</a:t>
            </a:r>
          </a:p>
          <a:p>
            <a:r>
              <a:rPr lang="en-US" sz="1100" b="1" dirty="0">
                <a:solidFill>
                  <a:srgbClr val="002060"/>
                </a:solidFill>
                <a:latin typeface="Calibri"/>
              </a:rPr>
              <a:t>• </a:t>
            </a:r>
            <a:r>
              <a:rPr lang="en-US" sz="1100" dirty="0">
                <a:solidFill>
                  <a:srgbClr val="1F2D3D"/>
                </a:solidFill>
                <a:latin typeface="Calibri"/>
              </a:rPr>
              <a:t>Target TD ~4,042–4,676 ft TVD; within 750 HP rig competency</a:t>
            </a:r>
          </a:p>
        </p:txBody>
      </p:sp>
      <p:sp>
        <p:nvSpPr>
          <p:cNvPr id="10" name="Card1"/>
          <p:cNvSpPr txBox="1">
            <a:spLocks/>
          </p:cNvSpPr>
          <p:nvPr/>
        </p:nvSpPr>
        <p:spPr>
          <a:xfrm>
            <a:off x="250316" y="5247399"/>
            <a:ext cx="3750000" cy="10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120000" tIns="80000" rIns="120000" bIns="80000" anchor="ctr">
            <a:normAutofit/>
          </a:bodyPr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"/>
              </a:rPr>
              <a:t>750 HP Rig</a:t>
            </a:r>
          </a:p>
          <a:p>
            <a:pPr algn="ctr"/>
            <a:r>
              <a:rPr lang="en-US" sz="1100" dirty="0">
                <a:solidFill>
                  <a:srgbClr val="BDD7EE"/>
                </a:solidFill>
                <a:latin typeface="Calibri"/>
              </a:rPr>
              <a:t>Land rig | Directional J-type</a:t>
            </a:r>
          </a:p>
        </p:txBody>
      </p:sp>
      <p:sp>
        <p:nvSpPr>
          <p:cNvPr id="11" name="Card2"/>
          <p:cNvSpPr txBox="1">
            <a:spLocks/>
          </p:cNvSpPr>
          <p:nvPr/>
        </p:nvSpPr>
        <p:spPr>
          <a:xfrm>
            <a:off x="4071150" y="5247399"/>
            <a:ext cx="3750000" cy="10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0000" tIns="80000" rIns="120000" bIns="80000" anchor="ctr">
            <a:normAutofit/>
          </a:bodyPr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"/>
              </a:rPr>
              <a:t>~5,312 ft MD</a:t>
            </a:r>
          </a:p>
          <a:p>
            <a:pPr algn="ctr"/>
            <a:r>
              <a:rPr lang="en-US" sz="1100" dirty="0">
                <a:solidFill>
                  <a:srgbClr val="BDD7EE"/>
                </a:solidFill>
                <a:latin typeface="Calibri"/>
              </a:rPr>
              <a:t>Planned Total Depth</a:t>
            </a:r>
          </a:p>
        </p:txBody>
      </p:sp>
      <p:sp>
        <p:nvSpPr>
          <p:cNvPr id="12" name="Card3"/>
          <p:cNvSpPr txBox="1">
            <a:spLocks/>
          </p:cNvSpPr>
          <p:nvPr/>
        </p:nvSpPr>
        <p:spPr>
          <a:xfrm>
            <a:off x="7891984" y="5247399"/>
            <a:ext cx="4050316" cy="100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lIns="120000" tIns="80000" rIns="120000" bIns="80000" anchor="ctr">
            <a:normAutofit/>
          </a:bodyPr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"/>
              </a:rPr>
              <a:t>Cased-hole + ESP</a:t>
            </a:r>
          </a:p>
          <a:p>
            <a:pPr algn="ctr"/>
            <a:r>
              <a:rPr lang="en-US" sz="1100" dirty="0">
                <a:solidFill>
                  <a:prstClr val="white"/>
                </a:solidFill>
                <a:latin typeface="Calibri"/>
              </a:rPr>
              <a:t>Completion design | Artificial lift (Submersible Pump)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EEB722-9058-1139-E101-E384D715451B}"/>
              </a:ext>
            </a:extLst>
          </p:cNvPr>
          <p:cNvSpPr txBox="1"/>
          <p:nvPr/>
        </p:nvSpPr>
        <p:spPr>
          <a:xfrm>
            <a:off x="5083446" y="96981"/>
            <a:ext cx="1445512" cy="83360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80000" anchor="t">
            <a:noAutofit/>
          </a:bodyPr>
          <a:lstStyle>
            <a:defPPr>
              <a:defRPr lang="en-US"/>
            </a:defPPr>
            <a:lvl1pPr>
              <a:defRPr sz="1200">
                <a:solidFill>
                  <a:srgbClr val="1F4E79"/>
                </a:solidFill>
                <a:latin typeface="Calibri"/>
              </a:defRPr>
            </a:lvl1pPr>
          </a:lstStyle>
          <a:p>
            <a:r>
              <a:rPr lang="en-US" sz="1400" dirty="0"/>
              <a:t>Typical Design </a:t>
            </a:r>
            <a:r>
              <a:rPr lang="en-US" sz="1400" dirty="0" err="1"/>
              <a:t>Wellpad</a:t>
            </a:r>
            <a:r>
              <a:rPr lang="en-US" sz="1400" dirty="0"/>
              <a:t> Rig Layout 750 HP</a:t>
            </a:r>
          </a:p>
        </p:txBody>
      </p:sp>
      <p:sp>
        <p:nvSpPr>
          <p:cNvPr id="15" name="ReasoningLabel">
            <a:extLst>
              <a:ext uri="{FF2B5EF4-FFF2-40B4-BE49-F238E27FC236}">
                <a16:creationId xmlns:a16="http://schemas.microsoft.com/office/drawing/2014/main" id="{84E149CC-A490-C021-82EC-1F5885411B31}"/>
              </a:ext>
            </a:extLst>
          </p:cNvPr>
          <p:cNvSpPr txBox="1">
            <a:spLocks/>
          </p:cNvSpPr>
          <p:nvPr/>
        </p:nvSpPr>
        <p:spPr>
          <a:xfrm>
            <a:off x="250316" y="3147649"/>
            <a:ext cx="1200000" cy="3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lIns="80000" tIns="40000" rIns="80000" bIns="40000" anchor="ctr">
            <a:normAutofit/>
          </a:bodyPr>
          <a:lstStyle/>
          <a:p>
            <a:pPr algn="ctr"/>
            <a:r>
              <a:rPr lang="en-US" sz="1200" b="1" dirty="0">
                <a:solidFill>
                  <a:prstClr val="white"/>
                </a:solidFill>
                <a:latin typeface="Calibri"/>
              </a:rPr>
              <a:t>Description</a:t>
            </a:r>
          </a:p>
        </p:txBody>
      </p:sp>
      <p:sp>
        <p:nvSpPr>
          <p:cNvPr id="17" name="EvidenceLabel">
            <a:extLst>
              <a:ext uri="{FF2B5EF4-FFF2-40B4-BE49-F238E27FC236}">
                <a16:creationId xmlns:a16="http://schemas.microsoft.com/office/drawing/2014/main" id="{0242A1E5-BE02-E09C-2A6F-27DEC47FCA83}"/>
              </a:ext>
            </a:extLst>
          </p:cNvPr>
          <p:cNvSpPr txBox="1">
            <a:spLocks/>
          </p:cNvSpPr>
          <p:nvPr/>
        </p:nvSpPr>
        <p:spPr>
          <a:xfrm>
            <a:off x="6100316" y="3147649"/>
            <a:ext cx="1200000" cy="34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80000" tIns="40000" rIns="80000" bIns="40000" anchor="ctr">
            <a:normAutofit/>
          </a:bodyPr>
          <a:lstStyle/>
          <a:p>
            <a:pPr algn="ctr"/>
            <a:r>
              <a:rPr lang="en-US" sz="1200" b="1" dirty="0">
                <a:solidFill>
                  <a:prstClr val="white"/>
                </a:solidFill>
                <a:latin typeface="Calibri"/>
              </a:rPr>
              <a:t>Key highlights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84D47C-9E8F-8A68-2A9E-35029CF5D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326" y="-24454"/>
            <a:ext cx="1210061" cy="114438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7DABD4-43B6-F372-CC18-66EE0FD24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753" y="57679"/>
            <a:ext cx="1193987" cy="10622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87D598-4450-D011-CE3D-7634368A9209}"/>
              </a:ext>
            </a:extLst>
          </p:cNvPr>
          <p:cNvSpPr txBox="1"/>
          <p:nvPr/>
        </p:nvSpPr>
        <p:spPr>
          <a:xfrm>
            <a:off x="7575333" y="96981"/>
            <a:ext cx="1509400" cy="83360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80000" anchor="t">
            <a:noAutofit/>
          </a:bodyPr>
          <a:lstStyle>
            <a:defPPr>
              <a:defRPr lang="en-US"/>
            </a:defPPr>
            <a:lvl1pPr>
              <a:defRPr sz="1200">
                <a:solidFill>
                  <a:srgbClr val="1F4E79"/>
                </a:solidFill>
                <a:latin typeface="Calibri"/>
              </a:defRPr>
            </a:lvl1pPr>
          </a:lstStyle>
          <a:p>
            <a:r>
              <a:rPr lang="en-US" sz="1600" dirty="0"/>
              <a:t>Well Trajectory Profile Alpha-07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C334F9E-01F5-A292-F23C-A8F84DC92F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625" y="190330"/>
            <a:ext cx="1046375" cy="1046375"/>
          </a:xfrm>
          <a:prstGeom prst="rect">
            <a:avLst/>
          </a:prstGeom>
        </p:spPr>
      </p:pic>
      <p:pic>
        <p:nvPicPr>
          <p:cNvPr id="28" name="Google Shape;40;p1" descr="Blue text and blue letters on a black background  Description automatically generated">
            <a:extLst>
              <a:ext uri="{FF2B5EF4-FFF2-40B4-BE49-F238E27FC236}">
                <a16:creationId xmlns:a16="http://schemas.microsoft.com/office/drawing/2014/main" id="{270A0832-EAF9-F5F3-DF67-CBC3991EFCD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72006" y="-9428"/>
            <a:ext cx="1573619" cy="157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dirty="0">
                <a:solidFill>
                  <a:prstClr val="white"/>
                </a:solidFill>
                <a:latin typeface="Calibri"/>
              </a:rPr>
              <a:t>3. SUCCESS CRITERIA &amp; KPIs</a:t>
            </a:r>
          </a:p>
        </p:txBody>
      </p:sp>
      <p:sp>
        <p:nvSpPr>
          <p:cNvPr id="5" name="AnswerBox"/>
          <p:cNvSpPr txBox="1">
            <a:spLocks/>
          </p:cNvSpPr>
          <p:nvPr/>
        </p:nvSpPr>
        <p:spPr>
          <a:xfrm>
            <a:off x="250316" y="1267934"/>
            <a:ext cx="11691684" cy="127733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0000" tIns="60000" rIns="120000" bIns="60000" anchor="ctr">
            <a:normAutofit fontScale="92500" lnSpcReduction="10000"/>
          </a:bodyPr>
          <a:lstStyle>
            <a:defPPr>
              <a:defRPr lang="en-US"/>
            </a:defPPr>
            <a:lvl1pPr>
              <a:defRPr sz="2800" b="1">
                <a:solidFill>
                  <a:prstClr val="white"/>
                </a:solidFill>
                <a:latin typeface="Calibri"/>
              </a:defRPr>
            </a:lvl1pPr>
          </a:lstStyle>
          <a:p>
            <a:pPr algn="just"/>
            <a:r>
              <a:rPr lang="en-US" dirty="0"/>
              <a:t>Success is defined by three mutually reinforcing criteria: subsurface data capture, production rate confirmation, and cost discipline — within a zero-LTI HSSE envelope.</a:t>
            </a:r>
          </a:p>
        </p:txBody>
      </p:sp>
      <p:sp>
        <p:nvSpPr>
          <p:cNvPr id="6" name="KPI1"/>
          <p:cNvSpPr txBox="1">
            <a:spLocks/>
          </p:cNvSpPr>
          <p:nvPr/>
        </p:nvSpPr>
        <p:spPr>
          <a:xfrm>
            <a:off x="250316" y="2902267"/>
            <a:ext cx="3810000" cy="84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120000" tIns="80000" rIns="120000" bIns="60000" anchor="ctr">
            <a:normAutofit/>
          </a:bodyPr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"/>
              </a:rPr>
              <a:t>~5,000 ft MD</a:t>
            </a:r>
          </a:p>
          <a:p>
            <a:pPr algn="ctr"/>
            <a:r>
              <a:rPr lang="en-US" sz="1050" dirty="0">
                <a:solidFill>
                  <a:srgbClr val="BDD7EE"/>
                </a:solidFill>
                <a:latin typeface="Calibri"/>
              </a:rPr>
              <a:t>Planned Total Depth | All 4 reservoirs penetrated</a:t>
            </a:r>
          </a:p>
        </p:txBody>
      </p:sp>
      <p:sp>
        <p:nvSpPr>
          <p:cNvPr id="7" name="KPI2"/>
          <p:cNvSpPr txBox="1">
            <a:spLocks/>
          </p:cNvSpPr>
          <p:nvPr/>
        </p:nvSpPr>
        <p:spPr>
          <a:xfrm>
            <a:off x="4190316" y="2902267"/>
            <a:ext cx="3810000" cy="84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0000" tIns="80000" rIns="120000" bIns="60000" anchor="ctr">
            <a:normAutofit/>
          </a:bodyPr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"/>
              </a:rPr>
              <a:t>132 BOPD</a:t>
            </a:r>
          </a:p>
          <a:p>
            <a:pPr algn="ctr"/>
            <a:r>
              <a:rPr lang="en-US" sz="1050" dirty="0">
                <a:solidFill>
                  <a:srgbClr val="BDD7EE"/>
                </a:solidFill>
                <a:latin typeface="Calibri"/>
              </a:rPr>
              <a:t>IP P50 | P10–P90: 106–158 BOPD</a:t>
            </a:r>
          </a:p>
        </p:txBody>
      </p:sp>
      <p:sp>
        <p:nvSpPr>
          <p:cNvPr id="8" name="KPI3"/>
          <p:cNvSpPr txBox="1">
            <a:spLocks/>
          </p:cNvSpPr>
          <p:nvPr/>
        </p:nvSpPr>
        <p:spPr>
          <a:xfrm>
            <a:off x="8130316" y="2902267"/>
            <a:ext cx="3812000" cy="8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lIns="120000" tIns="80000" rIns="120000" bIns="60000" anchor="ctr">
            <a:normAutofit/>
          </a:bodyPr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"/>
              </a:rPr>
              <a:t>156 MBO</a:t>
            </a:r>
          </a:p>
          <a:p>
            <a:pPr algn="ctr"/>
            <a:r>
              <a:rPr lang="en-US" sz="1050" dirty="0">
                <a:solidFill>
                  <a:prstClr val="white"/>
                </a:solidFill>
                <a:latin typeface="Calibri"/>
              </a:rPr>
              <a:t>EUR P50 / well | 5-well = 0.58 MMBO</a:t>
            </a:r>
          </a:p>
        </p:txBody>
      </p:sp>
      <p:sp>
        <p:nvSpPr>
          <p:cNvPr id="9" name="KPI4"/>
          <p:cNvSpPr txBox="1">
            <a:spLocks/>
          </p:cNvSpPr>
          <p:nvPr/>
        </p:nvSpPr>
        <p:spPr>
          <a:xfrm>
            <a:off x="250316" y="3792267"/>
            <a:ext cx="3810000" cy="840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60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1F4E79"/>
                </a:solidFill>
                <a:latin typeface="Calibri"/>
              </a:rPr>
              <a:t>21.3–29.3 days</a:t>
            </a:r>
          </a:p>
          <a:p>
            <a:pPr algn="ctr"/>
            <a:r>
              <a:rPr lang="en-US" sz="1050" dirty="0">
                <a:solidFill>
                  <a:srgbClr val="1F4E79"/>
                </a:solidFill>
                <a:latin typeface="Calibri"/>
              </a:rPr>
              <a:t>Total Well Cycle Time | intra-field: 18%, inter field: 42%, drilling: 34%; completion: 6%</a:t>
            </a:r>
          </a:p>
        </p:txBody>
      </p:sp>
      <p:sp>
        <p:nvSpPr>
          <p:cNvPr id="10" name="KPI5"/>
          <p:cNvSpPr txBox="1">
            <a:spLocks/>
          </p:cNvSpPr>
          <p:nvPr/>
        </p:nvSpPr>
        <p:spPr>
          <a:xfrm>
            <a:off x="4190316" y="3792267"/>
            <a:ext cx="3810000" cy="840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60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1F4E79"/>
                </a:solidFill>
                <a:latin typeface="Calibri"/>
              </a:rPr>
              <a:t>&lt;5–10% NPT</a:t>
            </a:r>
          </a:p>
          <a:p>
            <a:pPr algn="ctr"/>
            <a:r>
              <a:rPr lang="en-US" sz="1050" dirty="0">
                <a:solidFill>
                  <a:srgbClr val="1F4E79"/>
                </a:solidFill>
                <a:latin typeface="Calibri"/>
              </a:rPr>
              <a:t>Non-Productive Time Target</a:t>
            </a:r>
          </a:p>
        </p:txBody>
      </p:sp>
      <p:sp>
        <p:nvSpPr>
          <p:cNvPr id="11" name="KPI6"/>
          <p:cNvSpPr txBox="1">
            <a:spLocks/>
          </p:cNvSpPr>
          <p:nvPr/>
        </p:nvSpPr>
        <p:spPr>
          <a:xfrm>
            <a:off x="8130316" y="3792267"/>
            <a:ext cx="3812000" cy="840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60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1F4E79"/>
                </a:solidFill>
                <a:latin typeface="Calibri"/>
              </a:rPr>
              <a:t>Zero LTI</a:t>
            </a:r>
          </a:p>
          <a:p>
            <a:pPr algn="ctr"/>
            <a:r>
              <a:rPr lang="en-US" sz="1050" dirty="0">
                <a:solidFill>
                  <a:srgbClr val="1F4E79"/>
                </a:solidFill>
                <a:latin typeface="Calibri"/>
              </a:rPr>
              <a:t>HSSE | SKK Migas + CES compliance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55173C-A0B8-2665-34E9-A3F3E440EE7E}"/>
              </a:ext>
            </a:extLst>
          </p:cNvPr>
          <p:cNvSpPr txBox="1"/>
          <p:nvPr/>
        </p:nvSpPr>
        <p:spPr>
          <a:xfrm>
            <a:off x="5974101" y="96981"/>
            <a:ext cx="1445512" cy="83360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80000" anchor="t">
            <a:noAutofit/>
          </a:bodyPr>
          <a:lstStyle>
            <a:defPPr>
              <a:defRPr lang="en-US"/>
            </a:defPPr>
            <a:lvl1pPr>
              <a:defRPr sz="1200">
                <a:solidFill>
                  <a:srgbClr val="1F4E79"/>
                </a:solidFill>
                <a:latin typeface="Calibri"/>
              </a:defRPr>
            </a:lvl1pPr>
          </a:lstStyle>
          <a:p>
            <a:r>
              <a:rPr lang="en-US" sz="2000" dirty="0"/>
              <a:t>Conceptual casing</a:t>
            </a:r>
          </a:p>
        </p:txBody>
      </p:sp>
      <p:sp>
        <p:nvSpPr>
          <p:cNvPr id="12" name="ReasoningBox"/>
          <p:cNvSpPr txBox="1">
            <a:spLocks/>
          </p:cNvSpPr>
          <p:nvPr/>
        </p:nvSpPr>
        <p:spPr>
          <a:xfrm>
            <a:off x="250316" y="5050829"/>
            <a:ext cx="5580000" cy="12773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120000" tIns="80000" rIns="120000" bIns="60000" anchor="t">
            <a:normAutofit fontScale="92500" lnSpcReduction="10000"/>
          </a:bodyPr>
          <a:lstStyle/>
          <a:p>
            <a:r>
              <a:rPr lang="en-US" sz="1600" b="1" dirty="0">
                <a:solidFill>
                  <a:srgbClr val="BDD7EE"/>
                </a:solidFill>
                <a:latin typeface="Calibri"/>
              </a:rPr>
              <a:t>Description: </a:t>
            </a:r>
          </a:p>
          <a:p>
            <a:r>
              <a:rPr lang="en-US" sz="1600" dirty="0">
                <a:solidFill>
                  <a:prstClr val="white"/>
                </a:solidFill>
                <a:latin typeface="Calibri"/>
              </a:rPr>
              <a:t>Gate 1 requires confidence across three dimensions: geological data capture (to de-risk wells 2–5), production validation (DCA-based reserve), and cost control (to keep program investable). Failure on any single dimension impairs the USD ~7.4M 5-well business case.</a:t>
            </a:r>
          </a:p>
        </p:txBody>
      </p:sp>
      <p:sp>
        <p:nvSpPr>
          <p:cNvPr id="13" name="EvidenceBox"/>
          <p:cNvSpPr txBox="1">
            <a:spLocks/>
          </p:cNvSpPr>
          <p:nvPr/>
        </p:nvSpPr>
        <p:spPr>
          <a:xfrm>
            <a:off x="5950316" y="5050829"/>
            <a:ext cx="5992000" cy="12773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0000" tIns="80000" rIns="120000" bIns="60000" anchor="t">
            <a:normAutofit fontScale="92500" lnSpcReduction="10000"/>
          </a:bodyPr>
          <a:lstStyle/>
          <a:p>
            <a:r>
              <a:rPr lang="en-US" sz="1400" b="1" dirty="0">
                <a:solidFill>
                  <a:srgbClr val="BDD7EE"/>
                </a:solidFill>
                <a:latin typeface="Calibri"/>
              </a:rPr>
              <a:t>Key </a:t>
            </a:r>
            <a:r>
              <a:rPr lang="en-US" sz="1400" b="1" dirty="0" err="1">
                <a:solidFill>
                  <a:srgbClr val="BDD7EE"/>
                </a:solidFill>
                <a:latin typeface="Calibri"/>
              </a:rPr>
              <a:t>Higlights</a:t>
            </a:r>
            <a:r>
              <a:rPr lang="en-US" sz="1400" b="1" dirty="0">
                <a:solidFill>
                  <a:srgbClr val="BDD7EE"/>
                </a:solidFill>
                <a:latin typeface="Calibri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white"/>
                </a:solidFill>
                <a:latin typeface="Calibri"/>
              </a:rPr>
              <a:t>acquiring complete subsurface data by triple combo logging + pressure test + Side Wall Coring required for full formation evaluation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white"/>
                </a:solidFill>
                <a:latin typeface="Calibri"/>
              </a:rPr>
              <a:t>AFE max overrun 10% (USD 177,961 contingency)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white"/>
                </a:solidFill>
                <a:latin typeface="Calibri"/>
              </a:rPr>
              <a:t>DCA-validated by Alpha-01, 02, 05 analogs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white"/>
                </a:solidFill>
                <a:latin typeface="Calibri"/>
              </a:rPr>
              <a:t>Logging program needed for Gate 2 sanction of wells 2–5.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0648D5-B054-E97F-BDA4-A56A6C427D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979" y="-61736"/>
            <a:ext cx="1698586" cy="1016775"/>
          </a:xfrm>
          <a:prstGeom prst="rect">
            <a:avLst/>
          </a:prstGeom>
          <a:noFill/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41AFFE-F7FD-43A3-A959-A080151FB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527" y="111674"/>
            <a:ext cx="1003516" cy="8230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0EA3E53-095F-9560-9D43-5E77E8A10DF9}"/>
              </a:ext>
            </a:extLst>
          </p:cNvPr>
          <p:cNvSpPr txBox="1"/>
          <p:nvPr/>
        </p:nvSpPr>
        <p:spPr>
          <a:xfrm>
            <a:off x="8053893" y="96981"/>
            <a:ext cx="1183240" cy="83360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80000" anchor="t">
            <a:noAutofit/>
          </a:bodyPr>
          <a:lstStyle>
            <a:defPPr>
              <a:defRPr lang="en-US"/>
            </a:defPPr>
            <a:lvl1pPr>
              <a:defRPr sz="1200">
                <a:solidFill>
                  <a:srgbClr val="1F4E79"/>
                </a:solidFill>
                <a:latin typeface="Calibri"/>
              </a:defRPr>
            </a:lvl1pPr>
          </a:lstStyle>
          <a:p>
            <a:r>
              <a:rPr lang="en-US" sz="1600" dirty="0"/>
              <a:t>Conceptual wellhead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28CE1F9-7997-2C8A-8E27-7F82BA8082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625" y="190330"/>
            <a:ext cx="1046375" cy="1046375"/>
          </a:xfrm>
          <a:prstGeom prst="rect">
            <a:avLst/>
          </a:prstGeom>
        </p:spPr>
      </p:pic>
      <p:pic>
        <p:nvPicPr>
          <p:cNvPr id="23" name="Google Shape;40;p1" descr="Blue text and blue letters on a black background  Description automatically generated">
            <a:extLst>
              <a:ext uri="{FF2B5EF4-FFF2-40B4-BE49-F238E27FC236}">
                <a16:creationId xmlns:a16="http://schemas.microsoft.com/office/drawing/2014/main" id="{8923D68C-2A79-CD1D-34B2-85F8507C5D5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72006" y="-9428"/>
            <a:ext cx="1573619" cy="157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dirty="0">
                <a:solidFill>
                  <a:prstClr val="white"/>
                </a:solidFill>
                <a:latin typeface="Calibri"/>
              </a:rPr>
              <a:t>4. EXECUTIVE SANCTION REQUEST</a:t>
            </a:r>
          </a:p>
        </p:txBody>
      </p:sp>
      <p:sp>
        <p:nvSpPr>
          <p:cNvPr id="5" name="AnswerBox"/>
          <p:cNvSpPr txBox="1">
            <a:spLocks/>
          </p:cNvSpPr>
          <p:nvPr/>
        </p:nvSpPr>
        <p:spPr>
          <a:xfrm>
            <a:off x="250316" y="1310784"/>
            <a:ext cx="11691684" cy="12436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0000" tIns="60000" rIns="120000" bIns="60000" anchor="ctr">
            <a:noAutofit/>
          </a:bodyPr>
          <a:lstStyle>
            <a:defPPr>
              <a:defRPr lang="en-US"/>
            </a:defPPr>
            <a:lvl1pPr algn="just">
              <a:defRPr sz="2800" b="1">
                <a:solidFill>
                  <a:prstClr val="white"/>
                </a:solidFill>
                <a:latin typeface="Calibri"/>
              </a:defRPr>
            </a:lvl1pPr>
          </a:lstStyle>
          <a:p>
            <a:r>
              <a:rPr lang="en-US" sz="2000" dirty="0"/>
              <a:t>“Management approval is requested for 3 specific actions:</a:t>
            </a:r>
          </a:p>
          <a:p>
            <a:pPr marL="514350" indent="-514350">
              <a:buAutoNum type="arabicParenBoth"/>
            </a:pPr>
            <a:r>
              <a:rPr lang="en-US" sz="2000" dirty="0"/>
              <a:t>Sanction Alpha-07 execution</a:t>
            </a:r>
          </a:p>
          <a:p>
            <a:pPr marL="514350" indent="-514350">
              <a:buAutoNum type="arabicParenBoth"/>
            </a:pPr>
            <a:r>
              <a:rPr lang="en-US" sz="2000" dirty="0"/>
              <a:t>Authorize USD 1.96M AFE + contingency</a:t>
            </a:r>
          </a:p>
          <a:p>
            <a:pPr marL="514350" indent="-514350">
              <a:buAutoNum type="arabicParenBoth"/>
            </a:pPr>
            <a:r>
              <a:rPr lang="en-US" sz="2000" dirty="0"/>
              <a:t>Formally accept the defined risk envelope to proceed to Gate 2.”</a:t>
            </a:r>
          </a:p>
        </p:txBody>
      </p:sp>
      <p:sp>
        <p:nvSpPr>
          <p:cNvPr id="6" name="Action1"/>
          <p:cNvSpPr txBox="1">
            <a:spLocks/>
          </p:cNvSpPr>
          <p:nvPr/>
        </p:nvSpPr>
        <p:spPr>
          <a:xfrm>
            <a:off x="250316" y="2708507"/>
            <a:ext cx="3750000" cy="11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lIns="140000" tIns="100000" rIns="140000" bIns="8000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D700"/>
                </a:solidFill>
                <a:latin typeface="Calibri"/>
              </a:rPr>
              <a:t>ACTION 1</a:t>
            </a:r>
          </a:p>
          <a:p>
            <a:pPr algn="ctr"/>
            <a:r>
              <a:rPr lang="en-US" sz="1300" b="1" dirty="0">
                <a:solidFill>
                  <a:prstClr val="white"/>
                </a:solidFill>
                <a:latin typeface="Calibri"/>
              </a:rPr>
              <a:t>Sanction Execution</a:t>
            </a:r>
          </a:p>
          <a:p>
            <a:pPr algn="ctr"/>
            <a:r>
              <a:rPr lang="en-US" sz="1050" dirty="0">
                <a:solidFill>
                  <a:srgbClr val="BDD7EE"/>
                </a:solidFill>
                <a:latin typeface="Calibri"/>
              </a:rPr>
              <a:t>Deploy 750 HP land rig | Alpha-07 directional drilling ops</a:t>
            </a:r>
          </a:p>
        </p:txBody>
      </p:sp>
      <p:sp>
        <p:nvSpPr>
          <p:cNvPr id="7" name="Action2"/>
          <p:cNvSpPr txBox="1">
            <a:spLocks/>
          </p:cNvSpPr>
          <p:nvPr/>
        </p:nvSpPr>
        <p:spPr>
          <a:xfrm>
            <a:off x="4190316" y="2708507"/>
            <a:ext cx="3750000" cy="11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40000" tIns="100000" rIns="140000" bIns="8000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D700"/>
                </a:solidFill>
                <a:latin typeface="Calibri"/>
              </a:rPr>
              <a:t>ACTION 2</a:t>
            </a:r>
          </a:p>
          <a:p>
            <a:pPr algn="ctr"/>
            <a:r>
              <a:rPr lang="en-US" sz="1300" b="1" dirty="0">
                <a:solidFill>
                  <a:prstClr val="white"/>
                </a:solidFill>
                <a:latin typeface="Calibri"/>
              </a:rPr>
              <a:t>Authorize AFE Budget</a:t>
            </a:r>
          </a:p>
          <a:p>
            <a:pPr algn="ctr"/>
            <a:r>
              <a:rPr lang="en-US" sz="1050" dirty="0">
                <a:solidFill>
                  <a:srgbClr val="BDD7EE"/>
                </a:solidFill>
                <a:latin typeface="Calibri"/>
              </a:rPr>
              <a:t>USD 1,779,610 D&amp;C + USD 177,961 contingency (10%)</a:t>
            </a:r>
          </a:p>
        </p:txBody>
      </p:sp>
      <p:sp>
        <p:nvSpPr>
          <p:cNvPr id="8" name="Action3"/>
          <p:cNvSpPr txBox="1">
            <a:spLocks/>
          </p:cNvSpPr>
          <p:nvPr/>
        </p:nvSpPr>
        <p:spPr>
          <a:xfrm>
            <a:off x="8130316" y="2708507"/>
            <a:ext cx="3812000" cy="110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lIns="140000" tIns="100000" rIns="140000" bIns="8000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D700"/>
                </a:solidFill>
                <a:latin typeface="Calibri"/>
              </a:rPr>
              <a:t>ACTION 3</a:t>
            </a:r>
          </a:p>
          <a:p>
            <a:pPr algn="ctr"/>
            <a:r>
              <a:rPr lang="en-US" sz="1300" b="1" dirty="0">
                <a:solidFill>
                  <a:prstClr val="white"/>
                </a:solidFill>
                <a:latin typeface="Calibri"/>
              </a:rPr>
              <a:t>Accept Risk Envelope</a:t>
            </a:r>
          </a:p>
          <a:p>
            <a:pPr algn="ctr"/>
            <a:r>
              <a:rPr lang="en-US" sz="1050" dirty="0">
                <a:solidFill>
                  <a:prstClr val="white"/>
                </a:solidFill>
                <a:latin typeface="Calibri"/>
              </a:rPr>
              <a:t>0 Extreme | 7 High | 17 Medium | 5 Low risks</a:t>
            </a:r>
          </a:p>
        </p:txBody>
      </p:sp>
      <p:sp>
        <p:nvSpPr>
          <p:cNvPr id="9" name="Reasoning"/>
          <p:cNvSpPr txBox="1">
            <a:spLocks/>
          </p:cNvSpPr>
          <p:nvPr/>
        </p:nvSpPr>
        <p:spPr>
          <a:xfrm>
            <a:off x="250316" y="4804109"/>
            <a:ext cx="5580000" cy="1100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60000" anchor="t">
            <a:normAutofit lnSpcReduction="10000"/>
          </a:bodyPr>
          <a:lstStyle/>
          <a:p>
            <a:r>
              <a:rPr lang="en-US" sz="1100" b="1" dirty="0">
                <a:solidFill>
                  <a:srgbClr val="2E75B6"/>
                </a:solidFill>
                <a:latin typeface="Calibri"/>
              </a:rPr>
              <a:t>Description: </a:t>
            </a:r>
          </a:p>
          <a:p>
            <a:r>
              <a:rPr lang="en-US" sz="1100" dirty="0">
                <a:solidFill>
                  <a:srgbClr val="1F4E79"/>
                </a:solidFill>
                <a:latin typeface="Calibri"/>
              </a:rPr>
              <a:t>Gate 1 approval unlocks the critical path to Q4 2026 spud. LLI procurement (ESP: 16–24 wk, casing: 12+ wk) must begin immediately upon sanction. Delay cascades directly to spud date and first oil. The risk profile is well-understood — no Extreme risks — all High risks carry defined mitigation protocols. Gate 2 will cover detailed engineering, PPFG calibration, well design freeze, and PTD finalization.</a:t>
            </a:r>
          </a:p>
        </p:txBody>
      </p:sp>
      <p:sp>
        <p:nvSpPr>
          <p:cNvPr id="10" name="Evidence"/>
          <p:cNvSpPr txBox="1">
            <a:spLocks/>
          </p:cNvSpPr>
          <p:nvPr/>
        </p:nvSpPr>
        <p:spPr>
          <a:xfrm>
            <a:off x="5950316" y="4804109"/>
            <a:ext cx="5992000" cy="11000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txBody>
          <a:bodyPr lIns="120000" tIns="80000" rIns="120000" bIns="60000" anchor="t">
            <a:normAutofit fontScale="92500"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Calibri"/>
              </a:rPr>
              <a:t>EVIDENCE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D3D"/>
                </a:solidFill>
                <a:latin typeface="Calibri"/>
              </a:rPr>
              <a:t>LLI: ESP (16–24 wks), 7" </a:t>
            </a:r>
            <a:r>
              <a:rPr lang="en-US" sz="1400" dirty="0" err="1">
                <a:solidFill>
                  <a:srgbClr val="1F2D3D"/>
                </a:solidFill>
                <a:latin typeface="Calibri"/>
              </a:rPr>
              <a:t>Casingg</a:t>
            </a:r>
            <a:r>
              <a:rPr lang="en-US" sz="1400" dirty="0">
                <a:solidFill>
                  <a:srgbClr val="1F2D3D"/>
                </a:solidFill>
                <a:latin typeface="Calibri"/>
              </a:rPr>
              <a:t> ×140 jts, 9-5/8" Casing ×48 jts, 3½" Tbg ×161 jts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D3D"/>
                </a:solidFill>
                <a:latin typeface="Calibri"/>
              </a:rPr>
              <a:t>Drawdown authority: DSup (≤5%), PM (5–10%), MgtCom (&gt;10%)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D3D"/>
                </a:solidFill>
                <a:latin typeface="Calibri"/>
              </a:rPr>
              <a:t>Target spud: 1 November 2026 (Gate 1 approval required Q2 2026)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D64E5F-A1EC-E07C-931D-C56158E20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888" y="-749"/>
            <a:ext cx="1445512" cy="9586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642102-5A7E-F8C1-DC01-1609430C1819}"/>
              </a:ext>
            </a:extLst>
          </p:cNvPr>
          <p:cNvSpPr txBox="1"/>
          <p:nvPr/>
        </p:nvSpPr>
        <p:spPr>
          <a:xfrm>
            <a:off x="6883400" y="0"/>
            <a:ext cx="1445512" cy="945611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80000" anchor="t">
            <a:noAutofit/>
          </a:bodyPr>
          <a:lstStyle>
            <a:defPPr>
              <a:defRPr lang="en-US"/>
            </a:defPPr>
            <a:lvl1pPr>
              <a:defRPr sz="1200">
                <a:solidFill>
                  <a:srgbClr val="1F4E79"/>
                </a:solidFill>
                <a:latin typeface="Calibri"/>
              </a:defRPr>
            </a:lvl1pPr>
          </a:lstStyle>
          <a:p>
            <a:r>
              <a:rPr lang="en-US" sz="2000" dirty="0"/>
              <a:t>Production forecast</a:t>
            </a:r>
          </a:p>
        </p:txBody>
      </p:sp>
      <p:sp>
        <p:nvSpPr>
          <p:cNvPr id="19" name="KPI5">
            <a:extLst>
              <a:ext uri="{FF2B5EF4-FFF2-40B4-BE49-F238E27FC236}">
                <a16:creationId xmlns:a16="http://schemas.microsoft.com/office/drawing/2014/main" id="{3BA5E49D-8135-140C-A0CF-0A3A2DFF7703}"/>
              </a:ext>
            </a:extLst>
          </p:cNvPr>
          <p:cNvSpPr txBox="1">
            <a:spLocks/>
          </p:cNvSpPr>
          <p:nvPr/>
        </p:nvSpPr>
        <p:spPr>
          <a:xfrm>
            <a:off x="1795833" y="3993957"/>
            <a:ext cx="3810000" cy="64426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60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1F4E79"/>
                </a:solidFill>
                <a:latin typeface="Calibri"/>
              </a:rPr>
              <a:t>USD 422,090</a:t>
            </a:r>
          </a:p>
          <a:p>
            <a:pPr algn="ctr"/>
            <a:r>
              <a:rPr lang="en-US" sz="1050" dirty="0">
                <a:solidFill>
                  <a:srgbClr val="1F4E79"/>
                </a:solidFill>
                <a:latin typeface="Calibri"/>
              </a:rPr>
              <a:t>Total Tangible Cost</a:t>
            </a:r>
          </a:p>
        </p:txBody>
      </p:sp>
      <p:sp>
        <p:nvSpPr>
          <p:cNvPr id="20" name="KPI5">
            <a:extLst>
              <a:ext uri="{FF2B5EF4-FFF2-40B4-BE49-F238E27FC236}">
                <a16:creationId xmlns:a16="http://schemas.microsoft.com/office/drawing/2014/main" id="{130F18EF-BF07-EF9F-4D55-79F7D49CA354}"/>
              </a:ext>
            </a:extLst>
          </p:cNvPr>
          <p:cNvSpPr txBox="1">
            <a:spLocks/>
          </p:cNvSpPr>
          <p:nvPr/>
        </p:nvSpPr>
        <p:spPr>
          <a:xfrm>
            <a:off x="5762006" y="3993957"/>
            <a:ext cx="3810000" cy="64426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lIns="120000" tIns="80000" rIns="120000" bIns="60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1F4E79"/>
                </a:solidFill>
                <a:latin typeface="Calibri"/>
              </a:rPr>
              <a:t>USD 1,357,520</a:t>
            </a:r>
          </a:p>
          <a:p>
            <a:pPr algn="ctr"/>
            <a:r>
              <a:rPr lang="en-US" sz="1050" dirty="0">
                <a:solidFill>
                  <a:srgbClr val="1F4E79"/>
                </a:solidFill>
                <a:latin typeface="Calibri"/>
              </a:rPr>
              <a:t>Total Intangible Cost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BF52A1-4D11-760A-496A-6F5D53421F5F}"/>
              </a:ext>
            </a:extLst>
          </p:cNvPr>
          <p:cNvSpPr/>
          <p:nvPr/>
        </p:nvSpPr>
        <p:spPr>
          <a:xfrm>
            <a:off x="1718733" y="3901623"/>
            <a:ext cx="7984067" cy="80530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F6C2D7-FCFD-1B30-712D-6FF74180A377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5710767" y="3808507"/>
            <a:ext cx="0" cy="93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41DC62D-E056-4500-0CE2-42EE2C8FA92A}"/>
              </a:ext>
            </a:extLst>
          </p:cNvPr>
          <p:cNvSpPr/>
          <p:nvPr/>
        </p:nvSpPr>
        <p:spPr>
          <a:xfrm>
            <a:off x="250316" y="5978188"/>
            <a:ext cx="11691684" cy="80530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8B359B-15A0-5C9E-9EE5-9DB876FCEE42}"/>
              </a:ext>
            </a:extLst>
          </p:cNvPr>
          <p:cNvSpPr txBox="1"/>
          <p:nvPr/>
        </p:nvSpPr>
        <p:spPr>
          <a:xfrm>
            <a:off x="1193219" y="5978188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/>
              <a:t>June 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C78E9E-B446-267C-BBFF-4FCE4D0B0AE5}"/>
              </a:ext>
            </a:extLst>
          </p:cNvPr>
          <p:cNvSpPr txBox="1"/>
          <p:nvPr/>
        </p:nvSpPr>
        <p:spPr>
          <a:xfrm>
            <a:off x="900510" y="6198461"/>
            <a:ext cx="143372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VBWO submission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Gate 1 Sanction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AFE Authorization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6ECC6D-5908-4A29-9A5B-06C24430679A}"/>
              </a:ext>
            </a:extLst>
          </p:cNvPr>
          <p:cNvCxnSpPr/>
          <p:nvPr/>
        </p:nvCxnSpPr>
        <p:spPr>
          <a:xfrm>
            <a:off x="2481943" y="6374674"/>
            <a:ext cx="62701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DC29B5F-D74F-5A0C-361A-B6B169801FDF}"/>
              </a:ext>
            </a:extLst>
          </p:cNvPr>
          <p:cNvSpPr txBox="1"/>
          <p:nvPr/>
        </p:nvSpPr>
        <p:spPr>
          <a:xfrm>
            <a:off x="3357524" y="5978188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/>
              <a:t>July 2026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2F756D-32BD-1160-BB23-65822F4248E2}"/>
              </a:ext>
            </a:extLst>
          </p:cNvPr>
          <p:cNvSpPr txBox="1"/>
          <p:nvPr/>
        </p:nvSpPr>
        <p:spPr>
          <a:xfrm>
            <a:off x="3064815" y="6198461"/>
            <a:ext cx="141609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u="sng" dirty="0">
                <a:solidFill>
                  <a:schemeClr val="accent6"/>
                </a:solidFill>
              </a:rPr>
              <a:t>Engineering phase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BOD finalization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Directional Plan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BA9EFA-C96D-1123-E598-98FF24AA023D}"/>
              </a:ext>
            </a:extLst>
          </p:cNvPr>
          <p:cNvCxnSpPr/>
          <p:nvPr/>
        </p:nvCxnSpPr>
        <p:spPr>
          <a:xfrm>
            <a:off x="5833987" y="6374674"/>
            <a:ext cx="62701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75E5C5A-C599-0A0A-85A8-1C85AEB51106}"/>
              </a:ext>
            </a:extLst>
          </p:cNvPr>
          <p:cNvSpPr txBox="1"/>
          <p:nvPr/>
        </p:nvSpPr>
        <p:spPr>
          <a:xfrm>
            <a:off x="4497813" y="6088559"/>
            <a:ext cx="13551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u="sng" dirty="0">
                <a:solidFill>
                  <a:schemeClr val="accent2">
                    <a:lumMod val="75000"/>
                  </a:schemeClr>
                </a:solidFill>
              </a:rPr>
              <a:t>Regulatory phase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PTD Submission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AMDAL/UKL-UPL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Land Clearance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AB6114-5528-CE61-EEDC-63671120D6A8}"/>
              </a:ext>
            </a:extLst>
          </p:cNvPr>
          <p:cNvSpPr txBox="1"/>
          <p:nvPr/>
        </p:nvSpPr>
        <p:spPr>
          <a:xfrm>
            <a:off x="6819121" y="5978188"/>
            <a:ext cx="1685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/>
              <a:t>Aug 2026 : Contracting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8D7C59-FD39-337F-8D4B-3D015E9012A3}"/>
              </a:ext>
            </a:extLst>
          </p:cNvPr>
          <p:cNvSpPr txBox="1"/>
          <p:nvPr/>
        </p:nvSpPr>
        <p:spPr>
          <a:xfrm>
            <a:off x="6526412" y="6198461"/>
            <a:ext cx="130067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Rig confirmation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Tender launch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PTD Approval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BE9C85-7C3F-91F4-96AB-B2FF9F1E9764}"/>
              </a:ext>
            </a:extLst>
          </p:cNvPr>
          <p:cNvSpPr txBox="1"/>
          <p:nvPr/>
        </p:nvSpPr>
        <p:spPr>
          <a:xfrm rot="16200000">
            <a:off x="577372" y="6360043"/>
            <a:ext cx="6278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/>
              <a:t>Gate-1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C83471-45CE-C6FB-5541-35AD913A702C}"/>
              </a:ext>
            </a:extLst>
          </p:cNvPr>
          <p:cNvSpPr txBox="1"/>
          <p:nvPr/>
        </p:nvSpPr>
        <p:spPr>
          <a:xfrm>
            <a:off x="7726562" y="6198461"/>
            <a:ext cx="127022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Contract award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Site preparation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LLI delivery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596E1C-2A12-BAAB-9D49-3ED809CF3270}"/>
              </a:ext>
            </a:extLst>
          </p:cNvPr>
          <p:cNvCxnSpPr/>
          <p:nvPr/>
        </p:nvCxnSpPr>
        <p:spPr>
          <a:xfrm>
            <a:off x="8954634" y="6374674"/>
            <a:ext cx="62701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089313F-C1FA-775E-3814-49D9A7EB8C77}"/>
              </a:ext>
            </a:extLst>
          </p:cNvPr>
          <p:cNvSpPr txBox="1"/>
          <p:nvPr/>
        </p:nvSpPr>
        <p:spPr>
          <a:xfrm>
            <a:off x="9939768" y="5978188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/>
              <a:t>Sep – Oct  2026 : SPUD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F7A3B8-3968-3907-0F98-94F126189808}"/>
              </a:ext>
            </a:extLst>
          </p:cNvPr>
          <p:cNvSpPr txBox="1"/>
          <p:nvPr/>
        </p:nvSpPr>
        <p:spPr>
          <a:xfrm>
            <a:off x="9647059" y="6198461"/>
            <a:ext cx="138723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Gate-2 sign off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Pre-Spud meeting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Rig mobilization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D19E73-A308-362E-FC2F-D97163E4E207}"/>
              </a:ext>
            </a:extLst>
          </p:cNvPr>
          <p:cNvSpPr txBox="1"/>
          <p:nvPr/>
        </p:nvSpPr>
        <p:spPr>
          <a:xfrm>
            <a:off x="10878647" y="6198461"/>
            <a:ext cx="10105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BOP testing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C00000"/>
                </a:solidFill>
              </a:rPr>
              <a:t>SPUD IN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D841560-8485-28D7-1B0A-A0EC30F53D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625" y="190330"/>
            <a:ext cx="1046375" cy="1046375"/>
          </a:xfrm>
          <a:prstGeom prst="rect">
            <a:avLst/>
          </a:prstGeom>
        </p:spPr>
      </p:pic>
      <p:pic>
        <p:nvPicPr>
          <p:cNvPr id="45" name="Google Shape;40;p1" descr="Blue text and blue letters on a black background  Description automatically generated">
            <a:extLst>
              <a:ext uri="{FF2B5EF4-FFF2-40B4-BE49-F238E27FC236}">
                <a16:creationId xmlns:a16="http://schemas.microsoft.com/office/drawing/2014/main" id="{138DD0D8-AE02-F957-D96E-3510F1B590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72006" y="-9428"/>
            <a:ext cx="1573619" cy="157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946</Words>
  <Application>Microsoft Office PowerPoint</Application>
  <PresentationFormat>Widescreen</PresentationFormat>
  <Paragraphs>115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Telegraf</vt:lpstr>
      <vt:lpstr>Telegraf Bold</vt:lpstr>
      <vt:lpstr>Aptos</vt:lpstr>
      <vt:lpstr>Aptos Display</vt:lpstr>
      <vt:lpstr>Arial</vt:lpstr>
      <vt:lpstr>Calibri</vt:lpstr>
      <vt:lpstr>Quattrocento Sans</vt:lpstr>
      <vt:lpstr>Office Theme</vt:lpstr>
      <vt:lpstr>JDS 2026 DRILLING CAMPAIGN SW (Single Well) DPM (Drilling Project Management) Phase-1: ALPHA-07</vt:lpstr>
      <vt:lpstr>EXECUTIVE SUMMARY</vt:lpstr>
      <vt:lpstr>LOCATION, GEOGRAPHY, &amp; SURFACE RECONNAISSANCE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Permatasari Sirait</dc:creator>
  <cp:lastModifiedBy>MUHAMMAD HAMMAM REZA</cp:lastModifiedBy>
  <cp:revision>5</cp:revision>
  <dcterms:created xsi:type="dcterms:W3CDTF">2026-06-20T15:29:26Z</dcterms:created>
  <dcterms:modified xsi:type="dcterms:W3CDTF">2026-06-22T11:19:51Z</dcterms:modified>
</cp:coreProperties>
</file>